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vsdx" ContentType="application/vnd.ms-visio.drawing"/>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1"/>
    <p:sldMasterId id="2147483686" r:id="rId2"/>
  </p:sldMasterIdLst>
  <p:notesMasterIdLst>
    <p:notesMasterId r:id="rId49"/>
  </p:notesMasterIdLst>
  <p:sldIdLst>
    <p:sldId id="773" r:id="rId3"/>
    <p:sldId id="801" r:id="rId4"/>
    <p:sldId id="745" r:id="rId5"/>
    <p:sldId id="776" r:id="rId6"/>
    <p:sldId id="804" r:id="rId7"/>
    <p:sldId id="805" r:id="rId8"/>
    <p:sldId id="777" r:id="rId9"/>
    <p:sldId id="806" r:id="rId10"/>
    <p:sldId id="780" r:id="rId11"/>
    <p:sldId id="783" r:id="rId12"/>
    <p:sldId id="781" r:id="rId13"/>
    <p:sldId id="808" r:id="rId14"/>
    <p:sldId id="807" r:id="rId15"/>
    <p:sldId id="809" r:id="rId16"/>
    <p:sldId id="789" r:id="rId17"/>
    <p:sldId id="784" r:id="rId18"/>
    <p:sldId id="810" r:id="rId19"/>
    <p:sldId id="811" r:id="rId20"/>
    <p:sldId id="812" r:id="rId21"/>
    <p:sldId id="813" r:id="rId22"/>
    <p:sldId id="814" r:id="rId23"/>
    <p:sldId id="815" r:id="rId24"/>
    <p:sldId id="816" r:id="rId25"/>
    <p:sldId id="794" r:id="rId26"/>
    <p:sldId id="785" r:id="rId27"/>
    <p:sldId id="817" r:id="rId28"/>
    <p:sldId id="818" r:id="rId29"/>
    <p:sldId id="786" r:id="rId30"/>
    <p:sldId id="820" r:id="rId31"/>
    <p:sldId id="787" r:id="rId32"/>
    <p:sldId id="788" r:id="rId33"/>
    <p:sldId id="821" r:id="rId34"/>
    <p:sldId id="822" r:id="rId35"/>
    <p:sldId id="823" r:id="rId36"/>
    <p:sldId id="824" r:id="rId37"/>
    <p:sldId id="825" r:id="rId38"/>
    <p:sldId id="826" r:id="rId39"/>
    <p:sldId id="827" r:id="rId40"/>
    <p:sldId id="828" r:id="rId41"/>
    <p:sldId id="829" r:id="rId42"/>
    <p:sldId id="790" r:id="rId43"/>
    <p:sldId id="830" r:id="rId44"/>
    <p:sldId id="819" r:id="rId45"/>
    <p:sldId id="791" r:id="rId46"/>
    <p:sldId id="770" r:id="rId47"/>
    <p:sldId id="802" r:id="rId48"/>
  </p:sldIdLst>
  <p:sldSz cx="12196763" cy="6858000"/>
  <p:notesSz cx="6858000" cy="9144000"/>
  <p:custDataLst>
    <p:tags r:id="rId50"/>
  </p:custDataLst>
  <p:defaultTextStyle>
    <a:defPPr>
      <a:defRPr lang="zh-CN"/>
    </a:defPPr>
    <a:lvl1pPr algn="l" rtl="0" eaLnBrk="0" fontAlgn="base" hangingPunct="0">
      <a:spcBef>
        <a:spcPct val="0"/>
      </a:spcBef>
      <a:spcAft>
        <a:spcPct val="0"/>
      </a:spcAft>
      <a:defRPr kern="1200">
        <a:solidFill>
          <a:schemeClr val="tx1"/>
        </a:solidFill>
        <a:latin typeface="Arial"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Arial"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Arial"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Arial"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2142">
          <p15:clr>
            <a:srgbClr val="A4A3A4"/>
          </p15:clr>
        </p15:guide>
        <p15:guide id="2" pos="384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BBC"/>
    <a:srgbClr val="F8F8F8"/>
    <a:srgbClr val="363636"/>
    <a:srgbClr val="003366"/>
    <a:srgbClr val="FAFAFA"/>
    <a:srgbClr val="113E6A"/>
    <a:srgbClr val="0F3D68"/>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08" autoAdjust="0"/>
    <p:restoredTop sz="94660"/>
  </p:normalViewPr>
  <p:slideViewPr>
    <p:cSldViewPr snapToObjects="1">
      <p:cViewPr varScale="1">
        <p:scale>
          <a:sx n="72" d="100"/>
          <a:sy n="72" d="100"/>
        </p:scale>
        <p:origin x="1398" y="72"/>
      </p:cViewPr>
      <p:guideLst>
        <p:guide orient="horz" pos="2142"/>
        <p:guide pos="384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tags" Target="tags/tag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image" Target="../media/image1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buFont typeface="Arial" panose="020B0604020202020204" pitchFamily="34" charset="0"/>
              <a:buNone/>
              <a:defRPr sz="1200"/>
            </a:lvl1pPr>
          </a:lstStyle>
          <a:p>
            <a:pPr>
              <a:defRPr/>
            </a:pPr>
            <a:endParaRPr lang="zh-CN" altLang="en-US"/>
          </a:p>
        </p:txBody>
      </p:sp>
      <p:sp>
        <p:nvSpPr>
          <p:cNvPr id="614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buFont typeface="Arial" panose="020B0604020202020204" pitchFamily="34" charset="0"/>
              <a:buNone/>
              <a:defRPr sz="1200"/>
            </a:lvl1pPr>
          </a:lstStyle>
          <a:p>
            <a:pPr>
              <a:defRPr/>
            </a:pPr>
            <a:fld id="{E154B187-61F7-4356-A709-F59E7B889AD9}" type="datetimeFigureOut">
              <a:rPr lang="zh-CN" altLang="en-US"/>
              <a:pPr>
                <a:defRPr/>
              </a:pPr>
              <a:t>2018/6/4</a:t>
            </a:fld>
            <a:endParaRPr lang="en-US" altLang="zh-CN"/>
          </a:p>
        </p:txBody>
      </p:sp>
      <p:sp>
        <p:nvSpPr>
          <p:cNvPr id="5124" name="Rectangle 4"/>
          <p:cNvSpPr>
            <a:spLocks noGrp="1" noRot="1" noChangeAspect="1" noChangeArrowheads="1"/>
          </p:cNvSpPr>
          <p:nvPr>
            <p:ph type="sldImg" idx="2"/>
          </p:nvPr>
        </p:nvSpPr>
        <p:spPr bwMode="auto">
          <a:xfrm>
            <a:off x="1143000" y="685800"/>
            <a:ext cx="4572000" cy="3429000"/>
          </a:xfrm>
          <a:prstGeom prst="rect">
            <a:avLst/>
          </a:prstGeom>
          <a:noFill/>
          <a:ln w="9525">
            <a:noFill/>
            <a:miter lim="800000"/>
            <a:headEnd/>
            <a:tailEnd/>
          </a:ln>
          <a:effectLst/>
        </p:spPr>
      </p:sp>
      <p:sp>
        <p:nvSpPr>
          <p:cNvPr id="614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615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0" hangingPunct="0">
              <a:buFont typeface="Arial" panose="020B0604020202020204" pitchFamily="34" charset="0"/>
              <a:buNone/>
              <a:defRPr sz="1200"/>
            </a:lvl1pPr>
          </a:lstStyle>
          <a:p>
            <a:pPr>
              <a:defRPr/>
            </a:pPr>
            <a:endParaRPr lang="en-US" altLang="zh-CN"/>
          </a:p>
        </p:txBody>
      </p:sp>
      <p:sp>
        <p:nvSpPr>
          <p:cNvPr id="615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buFont typeface="Arial" pitchFamily="34" charset="0"/>
              <a:buNone/>
              <a:defRPr sz="1200"/>
            </a:lvl1pPr>
          </a:lstStyle>
          <a:p>
            <a:fld id="{EC242FDA-A82F-4645-AA9C-808EF637732B}" type="slidenum">
              <a:rPr lang="zh-CN" altLang="en-US"/>
              <a:pPr/>
              <a:t>‹#›</a:t>
            </a:fld>
            <a:endParaRPr lang="en-US" altLang="zh-CN"/>
          </a:p>
        </p:txBody>
      </p:sp>
    </p:spTree>
    <p:extLst>
      <p:ext uri="{BB962C8B-B14F-4D97-AF65-F5344CB8AC3E}">
        <p14:creationId xmlns:p14="http://schemas.microsoft.com/office/powerpoint/2010/main" val="102201284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8763"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8763"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20363"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20363"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600200"/>
            <a:ext cx="5411788"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3788" y="1600200"/>
            <a:ext cx="5413375"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20362"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937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9375"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5375" y="1681163"/>
            <a:ext cx="518477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5375" y="2505075"/>
            <a:ext cx="5184775"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2" name="图片 3"/>
          <p:cNvPicPr>
            <a:picLocks noChangeAspect="1"/>
          </p:cNvPicPr>
          <p:nvPr userDrawn="1"/>
        </p:nvPicPr>
        <p:blipFill>
          <a:blip r:embed="rId2" cstate="print"/>
          <a:srcRect t="14301" b="13251"/>
          <a:stretch>
            <a:fillRect/>
          </a:stretch>
        </p:blipFill>
        <p:spPr bwMode="auto">
          <a:xfrm>
            <a:off x="0" y="0"/>
            <a:ext cx="12196763" cy="6858000"/>
          </a:xfrm>
          <a:prstGeom prst="rect">
            <a:avLst/>
          </a:prstGeom>
          <a:noFill/>
          <a:ln w="9525">
            <a:noFill/>
            <a:miter lim="800000"/>
            <a:headEnd/>
            <a:tailEnd/>
          </a:ln>
        </p:spPr>
      </p:pic>
      <p:sp>
        <p:nvSpPr>
          <p:cNvPr id="3" name="矩形 2"/>
          <p:cNvSpPr>
            <a:spLocks noChangeArrowheads="1"/>
          </p:cNvSpPr>
          <p:nvPr userDrawn="1"/>
        </p:nvSpPr>
        <p:spPr bwMode="auto">
          <a:xfrm>
            <a:off x="0" y="0"/>
            <a:ext cx="12196763" cy="6858000"/>
          </a:xfrm>
          <a:prstGeom prst="rect">
            <a:avLst/>
          </a:prstGeom>
          <a:solidFill>
            <a:srgbClr val="003366">
              <a:alpha val="85881"/>
            </a:srgbClr>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pic>
        <p:nvPicPr>
          <p:cNvPr id="2" name="图片 3"/>
          <p:cNvPicPr>
            <a:picLocks noChangeAspect="1"/>
          </p:cNvPicPr>
          <p:nvPr userDrawn="1"/>
        </p:nvPicPr>
        <p:blipFill>
          <a:blip r:embed="rId2" cstate="print"/>
          <a:srcRect t="14301" b="13251"/>
          <a:stretch>
            <a:fillRect/>
          </a:stretch>
        </p:blipFill>
        <p:spPr bwMode="auto">
          <a:xfrm>
            <a:off x="0" y="0"/>
            <a:ext cx="12196763" cy="6858000"/>
          </a:xfrm>
          <a:prstGeom prst="rect">
            <a:avLst/>
          </a:prstGeom>
          <a:noFill/>
          <a:ln w="9525">
            <a:noFill/>
            <a:miter lim="800000"/>
            <a:headEnd/>
            <a:tailEnd/>
          </a:ln>
        </p:spPr>
      </p:pic>
      <p:sp>
        <p:nvSpPr>
          <p:cNvPr id="3" name="矩形 2"/>
          <p:cNvSpPr>
            <a:spLocks noChangeArrowheads="1"/>
          </p:cNvSpPr>
          <p:nvPr userDrawn="1"/>
        </p:nvSpPr>
        <p:spPr bwMode="auto">
          <a:xfrm>
            <a:off x="0" y="0"/>
            <a:ext cx="12196763" cy="6858000"/>
          </a:xfrm>
          <a:prstGeom prst="rect">
            <a:avLst/>
          </a:prstGeom>
          <a:solidFill>
            <a:srgbClr val="003366">
              <a:alpha val="85881"/>
            </a:srgbClr>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4" name="矩形 3"/>
          <p:cNvSpPr>
            <a:spLocks noChangeArrowheads="1"/>
          </p:cNvSpPr>
          <p:nvPr userDrawn="1"/>
        </p:nvSpPr>
        <p:spPr bwMode="auto">
          <a:xfrm>
            <a:off x="5522913" y="0"/>
            <a:ext cx="6673850" cy="6858000"/>
          </a:xfrm>
          <a:prstGeom prst="rect">
            <a:avLst/>
          </a:prstGeom>
          <a:solidFill>
            <a:srgbClr val="F8F8F8"/>
          </a:solidFill>
          <a:ln>
            <a:noFill/>
          </a:ln>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3825"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4775" y="987425"/>
            <a:ext cx="6175375"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38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3825"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4775" y="987425"/>
            <a:ext cx="6175375"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839788" y="2057400"/>
            <a:ext cx="39338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3963" y="908050"/>
            <a:ext cx="2743200" cy="5218113"/>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908050"/>
            <a:ext cx="8081963" cy="5218113"/>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8763"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8763"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20363"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20363"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单击此处编辑母版文本样式</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600200"/>
            <a:ext cx="5411788"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3788" y="1600200"/>
            <a:ext cx="5413375"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20362"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937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9375"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5375" y="1681163"/>
            <a:ext cx="518477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5375" y="2505075"/>
            <a:ext cx="5184775"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3825"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4775" y="987425"/>
            <a:ext cx="6175375"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38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3825"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4775" y="987425"/>
            <a:ext cx="6175375"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839788" y="2057400"/>
            <a:ext cx="39338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3963" y="908050"/>
            <a:ext cx="2743200" cy="5218113"/>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908050"/>
            <a:ext cx="8081963" cy="5218113"/>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3.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4" cstate="print"/>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908050"/>
            <a:ext cx="10977563" cy="635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zh-CN" smtClean="0"/>
              <a:t>单击此处编辑母版标题样式</a:t>
            </a:r>
          </a:p>
        </p:txBody>
      </p:sp>
      <p:sp>
        <p:nvSpPr>
          <p:cNvPr id="1027" name="Rectangle 3"/>
          <p:cNvSpPr>
            <a:spLocks noGrp="1" noChangeArrowheads="1"/>
          </p:cNvSpPr>
          <p:nvPr>
            <p:ph type="body" idx="1"/>
          </p:nvPr>
        </p:nvSpPr>
        <p:spPr bwMode="auto">
          <a:xfrm>
            <a:off x="609600" y="1600200"/>
            <a:ext cx="10977563"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zh-CN" smtClean="0"/>
              <a:t>单击此处编辑母版文本样式</a:t>
            </a:r>
          </a:p>
          <a:p>
            <a:pPr lvl="1"/>
            <a:r>
              <a:rPr lang="zh-CN" altLang="zh-CN" smtClean="0"/>
              <a:t>第二级</a:t>
            </a:r>
          </a:p>
        </p:txBody>
      </p:sp>
    </p:spTree>
  </p:cSld>
  <p:clrMap bg1="lt1" tx1="dk1" bg2="lt2" tx2="dk2" accent1="accent1" accent2="accent2" accent3="accent3" accent4="accent4" accent5="accent5" accent6="accent6" hlink="hlink" folHlink="folHlink"/>
  <p:sldLayoutIdLst>
    <p:sldLayoutId id="2147483825" r:id="rId1"/>
    <p:sldLayoutId id="2147483826" r:id="rId2"/>
    <p:sldLayoutId id="2147483827" r:id="rId3"/>
    <p:sldLayoutId id="2147483828" r:id="rId4"/>
    <p:sldLayoutId id="2147483829" r:id="rId5"/>
    <p:sldLayoutId id="2147483830" r:id="rId6"/>
    <p:sldLayoutId id="2147483846" r:id="rId7"/>
    <p:sldLayoutId id="2147483847" r:id="rId8"/>
    <p:sldLayoutId id="2147483831" r:id="rId9"/>
    <p:sldLayoutId id="2147483832" r:id="rId10"/>
    <p:sldLayoutId id="2147483833" r:id="rId11"/>
    <p:sldLayoutId id="2147483834" r:id="rId12"/>
  </p:sldLayoutIdLst>
  <p:txStyles>
    <p:titleStyle>
      <a:lvl1pPr algn="l" rtl="0" eaLnBrk="0" fontAlgn="base" hangingPunct="0">
        <a:spcBef>
          <a:spcPct val="0"/>
        </a:spcBef>
        <a:spcAft>
          <a:spcPct val="0"/>
        </a:spcAft>
        <a:defRPr sz="2400" kern="1200">
          <a:solidFill>
            <a:schemeClr val="accent1"/>
          </a:solidFill>
          <a:latin typeface="+mj-lt"/>
          <a:ea typeface="+mj-ea"/>
          <a:cs typeface="+mj-cs"/>
        </a:defRPr>
      </a:lvl1pPr>
      <a:lvl2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2pPr>
      <a:lvl3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3pPr>
      <a:lvl4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4pPr>
      <a:lvl5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5pPr>
      <a:lvl6pPr marL="4572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6pPr>
      <a:lvl7pPr marL="9144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7pPr>
      <a:lvl8pPr marL="13716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8pPr>
      <a:lvl9pPr marL="18288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9pPr>
    </p:titleStyle>
    <p:bodyStyle>
      <a:lvl1pPr marL="342900" indent="-342900" algn="l" rtl="0" eaLnBrk="0" fontAlgn="base" hangingPunct="0">
        <a:spcBef>
          <a:spcPct val="20000"/>
        </a:spcBef>
        <a:spcAft>
          <a:spcPct val="0"/>
        </a:spcAft>
        <a:buChar char="•"/>
        <a:defRPr sz="2000" kern="1200">
          <a:solidFill>
            <a:schemeClr val="accent1"/>
          </a:solidFill>
          <a:latin typeface="+mn-lt"/>
          <a:ea typeface="+mn-ea"/>
          <a:cs typeface="+mn-cs"/>
        </a:defRPr>
      </a:lvl1pPr>
      <a:lvl2pPr marL="742950" indent="-285750" algn="l" rtl="0" eaLnBrk="0" fontAlgn="base" hangingPunct="0">
        <a:spcBef>
          <a:spcPct val="20000"/>
        </a:spcBef>
        <a:spcAft>
          <a:spcPct val="0"/>
        </a:spcAft>
        <a:buChar char="–"/>
        <a:defRPr sz="2000" kern="1200">
          <a:solidFill>
            <a:schemeClr val="accent1"/>
          </a:solidFill>
          <a:latin typeface="+mn-lt"/>
          <a:ea typeface="仿宋_GB2312" pitchFamily="1" charset="-122"/>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宋体" panose="02010600030101010101" pitchFamily="2" charset="-122"/>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宋体" panose="02010600030101010101" pitchFamily="2" charset="-122"/>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3074" name="矩形 3"/>
          <p:cNvSpPr>
            <a:spLocks noChangeArrowheads="1"/>
          </p:cNvSpPr>
          <p:nvPr userDrawn="1"/>
        </p:nvSpPr>
        <p:spPr bwMode="auto">
          <a:xfrm>
            <a:off x="11582400" y="6381750"/>
            <a:ext cx="492125" cy="396875"/>
          </a:xfrm>
          <a:prstGeom prst="rect">
            <a:avLst/>
          </a:prstGeom>
          <a:solidFill>
            <a:srgbClr val="0F3D68"/>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mtClean="0"/>
          </a:p>
        </p:txBody>
      </p:sp>
      <p:sp>
        <p:nvSpPr>
          <p:cNvPr id="3075" name="TextBox 4"/>
          <p:cNvSpPr txBox="1">
            <a:spLocks noChangeArrowheads="1"/>
          </p:cNvSpPr>
          <p:nvPr userDrawn="1"/>
        </p:nvSpPr>
        <p:spPr bwMode="auto">
          <a:xfrm>
            <a:off x="11609388" y="6410325"/>
            <a:ext cx="43656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buFont typeface="Arial" pitchFamily="34" charset="0"/>
              <a:buNone/>
            </a:pPr>
            <a:fld id="{76D52AB0-A675-46CA-A38F-23E42205AE21}" type="slidenum">
              <a:rPr lang="zh-CN" altLang="en-US" sz="1600">
                <a:solidFill>
                  <a:schemeClr val="accent2"/>
                </a:solidFill>
              </a:rPr>
              <a:pPr algn="ctr" eaLnBrk="1" hangingPunct="1">
                <a:buFont typeface="Arial" pitchFamily="34" charset="0"/>
                <a:buNone/>
              </a:pPr>
              <a:t>‹#›</a:t>
            </a:fld>
            <a:endParaRPr lang="zh-CN" altLang="en-US" sz="1600">
              <a:solidFill>
                <a:schemeClr val="accent2"/>
              </a:solidFill>
            </a:endParaRPr>
          </a:p>
        </p:txBody>
      </p:sp>
      <p:sp>
        <p:nvSpPr>
          <p:cNvPr id="2052" name="Rectangle 2"/>
          <p:cNvSpPr>
            <a:spLocks noGrp="1" noChangeArrowheads="1"/>
          </p:cNvSpPr>
          <p:nvPr>
            <p:ph type="title"/>
          </p:nvPr>
        </p:nvSpPr>
        <p:spPr bwMode="auto">
          <a:xfrm>
            <a:off x="609600" y="908050"/>
            <a:ext cx="10977563" cy="635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zh-CN" smtClean="0"/>
              <a:t>单击此处编辑母版标题样式</a:t>
            </a:r>
          </a:p>
        </p:txBody>
      </p:sp>
      <p:sp>
        <p:nvSpPr>
          <p:cNvPr id="2053" name="Rectangle 3"/>
          <p:cNvSpPr>
            <a:spLocks noGrp="1" noChangeArrowheads="1"/>
          </p:cNvSpPr>
          <p:nvPr>
            <p:ph type="body" idx="1"/>
          </p:nvPr>
        </p:nvSpPr>
        <p:spPr bwMode="auto">
          <a:xfrm>
            <a:off x="609600" y="1600200"/>
            <a:ext cx="10977563"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zh-CN" smtClean="0"/>
              <a:t>单击此处编辑母版文本样式</a:t>
            </a:r>
          </a:p>
          <a:p>
            <a:pPr lvl="1"/>
            <a:r>
              <a:rPr lang="zh-CN" altLang="zh-CN" smtClean="0"/>
              <a:t>第二级</a:t>
            </a:r>
          </a:p>
        </p:txBody>
      </p:sp>
      <p:sp>
        <p:nvSpPr>
          <p:cNvPr id="2054" name="矩形 1"/>
          <p:cNvSpPr>
            <a:spLocks noChangeArrowheads="1"/>
          </p:cNvSpPr>
          <p:nvPr userDrawn="1"/>
        </p:nvSpPr>
        <p:spPr bwMode="auto">
          <a:xfrm>
            <a:off x="0" y="6713538"/>
            <a:ext cx="12196763" cy="144462"/>
          </a:xfrm>
          <a:prstGeom prst="rect">
            <a:avLst/>
          </a:prstGeom>
          <a:solidFill>
            <a:srgbClr val="0F3D68"/>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Tree>
  </p:cSld>
  <p:clrMap bg1="lt1" tx1="dk1" bg2="lt2" tx2="dk2" accent1="accent1" accent2="accent2" accent3="accent3" accent4="accent4" accent5="accent5" accent6="accent6" hlink="hlink" folHlink="folHlink"/>
  <p:sldLayoutIdLst>
    <p:sldLayoutId id="2147483835" r:id="rId1"/>
    <p:sldLayoutId id="2147483836" r:id="rId2"/>
    <p:sldLayoutId id="2147483837" r:id="rId3"/>
    <p:sldLayoutId id="2147483838" r:id="rId4"/>
    <p:sldLayoutId id="2147483839" r:id="rId5"/>
    <p:sldLayoutId id="2147483840" r:id="rId6"/>
    <p:sldLayoutId id="2147483841" r:id="rId7"/>
    <p:sldLayoutId id="2147483842" r:id="rId8"/>
    <p:sldLayoutId id="2147483843" r:id="rId9"/>
    <p:sldLayoutId id="2147483844" r:id="rId10"/>
    <p:sldLayoutId id="2147483845" r:id="rId1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3075"/>
                                        </p:tgtEl>
                                        <p:attrNameLst>
                                          <p:attrName>style.visibility</p:attrName>
                                        </p:attrNameLst>
                                      </p:cBhvr>
                                      <p:to>
                                        <p:strVal val="visible"/>
                                      </p:to>
                                    </p:set>
                                    <p:anim calcmode="lin" valueType="num">
                                      <p:cBhvr>
                                        <p:cTn id="7" dur="400" fill="hold"/>
                                        <p:tgtEl>
                                          <p:spTgt spid="3075"/>
                                        </p:tgtEl>
                                        <p:attrNameLst>
                                          <p:attrName>ppt_w</p:attrName>
                                        </p:attrNameLst>
                                      </p:cBhvr>
                                      <p:tavLst>
                                        <p:tav tm="0">
                                          <p:val>
                                            <p:fltVal val="0"/>
                                          </p:val>
                                        </p:tav>
                                        <p:tav tm="100000">
                                          <p:val>
                                            <p:strVal val="#ppt_w"/>
                                          </p:val>
                                        </p:tav>
                                      </p:tavLst>
                                    </p:anim>
                                    <p:anim calcmode="lin" valueType="num">
                                      <p:cBhvr>
                                        <p:cTn id="8" dur="400" fill="hold"/>
                                        <p:tgtEl>
                                          <p:spTgt spid="3075"/>
                                        </p:tgtEl>
                                        <p:attrNameLst>
                                          <p:attrName>ppt_h</p:attrName>
                                        </p:attrNameLst>
                                      </p:cBhvr>
                                      <p:tavLst>
                                        <p:tav tm="0">
                                          <p:val>
                                            <p:fltVal val="0"/>
                                          </p:val>
                                        </p:tav>
                                        <p:tav tm="100000">
                                          <p:val>
                                            <p:strVal val="#ppt_h"/>
                                          </p:val>
                                        </p:tav>
                                      </p:tavLst>
                                    </p:anim>
                                    <p:anim calcmode="lin" valueType="num">
                                      <p:cBhvr>
                                        <p:cTn id="9" dur="400" fill="hold"/>
                                        <p:tgtEl>
                                          <p:spTgt spid="3075"/>
                                        </p:tgtEl>
                                        <p:attrNameLst>
                                          <p:attrName>style.rotation</p:attrName>
                                        </p:attrNameLst>
                                      </p:cBhvr>
                                      <p:tavLst>
                                        <p:tav tm="0">
                                          <p:val>
                                            <p:fltVal val="90"/>
                                          </p:val>
                                        </p:tav>
                                        <p:tav tm="100000">
                                          <p:val>
                                            <p:fltVal val="0"/>
                                          </p:val>
                                        </p:tav>
                                      </p:tavLst>
                                    </p:anim>
                                    <p:animEffect transition="in" filter="fade">
                                      <p:cBhvr>
                                        <p:cTn id="10" dur="400"/>
                                        <p:tgtEl>
                                          <p:spTgt spid="3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autoUpdateAnimBg="0"/>
    </p:bldLst>
  </p:timing>
  <p:txStyles>
    <p:titleStyle>
      <a:lvl1pPr algn="l" rtl="0" eaLnBrk="0" fontAlgn="base" hangingPunct="0">
        <a:spcBef>
          <a:spcPct val="0"/>
        </a:spcBef>
        <a:spcAft>
          <a:spcPct val="0"/>
        </a:spcAft>
        <a:defRPr sz="2400" kern="1200">
          <a:solidFill>
            <a:schemeClr val="accent1"/>
          </a:solidFill>
          <a:latin typeface="+mj-lt"/>
          <a:ea typeface="+mj-ea"/>
          <a:cs typeface="+mj-cs"/>
        </a:defRPr>
      </a:lvl1pPr>
      <a:lvl2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2pPr>
      <a:lvl3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3pPr>
      <a:lvl4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4pPr>
      <a:lvl5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5pPr>
      <a:lvl6pPr marL="4572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6pPr>
      <a:lvl7pPr marL="9144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7pPr>
      <a:lvl8pPr marL="13716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8pPr>
      <a:lvl9pPr marL="18288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9pPr>
    </p:titleStyle>
    <p:bodyStyle>
      <a:lvl1pPr marL="342900" indent="-342900" algn="l" rtl="0" eaLnBrk="0" fontAlgn="base" hangingPunct="0">
        <a:spcBef>
          <a:spcPct val="20000"/>
        </a:spcBef>
        <a:spcAft>
          <a:spcPct val="0"/>
        </a:spcAft>
        <a:buChar char="•"/>
        <a:defRPr sz="2000" kern="1200">
          <a:solidFill>
            <a:schemeClr val="accent1"/>
          </a:solidFill>
          <a:latin typeface="+mn-lt"/>
          <a:ea typeface="+mn-ea"/>
          <a:cs typeface="+mn-cs"/>
        </a:defRPr>
      </a:lvl1pPr>
      <a:lvl2pPr marL="742950" indent="-285750" algn="l" rtl="0" eaLnBrk="0" fontAlgn="base" hangingPunct="0">
        <a:spcBef>
          <a:spcPct val="20000"/>
        </a:spcBef>
        <a:spcAft>
          <a:spcPct val="0"/>
        </a:spcAft>
        <a:buChar char="–"/>
        <a:defRPr sz="2000" kern="1200">
          <a:solidFill>
            <a:schemeClr val="accent1"/>
          </a:solidFill>
          <a:latin typeface="+mn-lt"/>
          <a:ea typeface="仿宋_GB2312" pitchFamily="1" charset="-122"/>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宋体" panose="02010600030101010101" pitchFamily="2" charset="-122"/>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宋体" panose="02010600030101010101" pitchFamily="2" charset="-122"/>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19.xml"/><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package" Target="../embeddings/Microsoft_Visio___.vsdx"/><Relationship Id="rId2" Type="http://schemas.openxmlformats.org/officeDocument/2006/relationships/slideLayout" Target="../slideLayouts/slideLayout19.xml"/><Relationship Id="rId1" Type="http://schemas.openxmlformats.org/officeDocument/2006/relationships/vmlDrawing" Target="../drawings/vmlDrawing1.vml"/><Relationship Id="rId4" Type="http://schemas.openxmlformats.org/officeDocument/2006/relationships/image" Target="../media/image13.emf"/></Relationships>
</file>

<file path=ppt/slides/_rels/slide13.xml.rels><?xml version="1.0" encoding="UTF-8" standalone="yes"?>
<Relationships xmlns="http://schemas.openxmlformats.org/package/2006/relationships"><Relationship Id="rId3" Type="http://schemas.openxmlformats.org/officeDocument/2006/relationships/package" Target="../embeddings/Microsoft_Visio___1.vsdx"/><Relationship Id="rId2" Type="http://schemas.openxmlformats.org/officeDocument/2006/relationships/slideLayout" Target="../slideLayouts/slideLayout19.xml"/><Relationship Id="rId1" Type="http://schemas.openxmlformats.org/officeDocument/2006/relationships/vmlDrawing" Target="../drawings/vmlDrawing2.vml"/><Relationship Id="rId4" Type="http://schemas.openxmlformats.org/officeDocument/2006/relationships/image" Target="../media/image14.emf"/></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18.emf"/><Relationship Id="rId3" Type="http://schemas.openxmlformats.org/officeDocument/2006/relationships/package" Target="../embeddings/Microsoft_Visio___2.vsdx"/><Relationship Id="rId7" Type="http://schemas.openxmlformats.org/officeDocument/2006/relationships/package" Target="../embeddings/Microsoft_Visio___4.vsdx"/><Relationship Id="rId2" Type="http://schemas.openxmlformats.org/officeDocument/2006/relationships/slideLayout" Target="../slideLayouts/slideLayout19.xml"/><Relationship Id="rId1" Type="http://schemas.openxmlformats.org/officeDocument/2006/relationships/vmlDrawing" Target="../drawings/vmlDrawing3.vml"/><Relationship Id="rId6" Type="http://schemas.openxmlformats.org/officeDocument/2006/relationships/image" Target="../media/image17.emf"/><Relationship Id="rId5" Type="http://schemas.openxmlformats.org/officeDocument/2006/relationships/package" Target="../embeddings/Microsoft_Visio___3.vsdx"/><Relationship Id="rId4" Type="http://schemas.openxmlformats.org/officeDocument/2006/relationships/image" Target="../media/image16.emf"/></Relationships>
</file>

<file path=ppt/slides/_rels/slide17.xml.rels><?xml version="1.0" encoding="UTF-8" standalone="yes"?>
<Relationships xmlns="http://schemas.openxmlformats.org/package/2006/relationships"><Relationship Id="rId3" Type="http://schemas.openxmlformats.org/officeDocument/2006/relationships/package" Target="../embeddings/Microsoft_Visio___5.vsdx"/><Relationship Id="rId2" Type="http://schemas.openxmlformats.org/officeDocument/2006/relationships/slideLayout" Target="../slideLayouts/slideLayout19.xml"/><Relationship Id="rId1" Type="http://schemas.openxmlformats.org/officeDocument/2006/relationships/vmlDrawing" Target="../drawings/vmlDrawing4.vml"/><Relationship Id="rId4" Type="http://schemas.openxmlformats.org/officeDocument/2006/relationships/image" Target="../media/image19.emf"/></Relationships>
</file>

<file path=ppt/slides/_rels/slide18.xml.rels><?xml version="1.0" encoding="UTF-8" standalone="yes"?>
<Relationships xmlns="http://schemas.openxmlformats.org/package/2006/relationships"><Relationship Id="rId3" Type="http://schemas.openxmlformats.org/officeDocument/2006/relationships/package" Target="../embeddings/Microsoft_Visio___6.vsdx"/><Relationship Id="rId2" Type="http://schemas.openxmlformats.org/officeDocument/2006/relationships/slideLayout" Target="../slideLayouts/slideLayout19.xml"/><Relationship Id="rId1" Type="http://schemas.openxmlformats.org/officeDocument/2006/relationships/vmlDrawing" Target="../drawings/vmlDrawing5.vml"/><Relationship Id="rId4" Type="http://schemas.openxmlformats.org/officeDocument/2006/relationships/image" Target="../media/image20.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package" Target="../embeddings/Microsoft_Visio___7.vsdx"/><Relationship Id="rId2" Type="http://schemas.openxmlformats.org/officeDocument/2006/relationships/slideLayout" Target="../slideLayouts/slideLayout19.xml"/><Relationship Id="rId1" Type="http://schemas.openxmlformats.org/officeDocument/2006/relationships/vmlDrawing" Target="../drawings/vmlDrawing6.vml"/><Relationship Id="rId4" Type="http://schemas.openxmlformats.org/officeDocument/2006/relationships/image" Target="../media/image21.emf"/></Relationships>
</file>

<file path=ppt/slides/_rels/slide26.xml.rels><?xml version="1.0" encoding="UTF-8" standalone="yes"?>
<Relationships xmlns="http://schemas.openxmlformats.org/package/2006/relationships"><Relationship Id="rId3" Type="http://schemas.openxmlformats.org/officeDocument/2006/relationships/package" Target="../embeddings/Microsoft_Visio___8.vsdx"/><Relationship Id="rId2" Type="http://schemas.openxmlformats.org/officeDocument/2006/relationships/slideLayout" Target="../slideLayouts/slideLayout19.xml"/><Relationship Id="rId1" Type="http://schemas.openxmlformats.org/officeDocument/2006/relationships/vmlDrawing" Target="../drawings/vmlDrawing7.vml"/><Relationship Id="rId4" Type="http://schemas.openxmlformats.org/officeDocument/2006/relationships/image" Target="../media/image22.emf"/></Relationships>
</file>

<file path=ppt/slides/_rels/slide27.xml.rels><?xml version="1.0" encoding="UTF-8" standalone="yes"?>
<Relationships xmlns="http://schemas.openxmlformats.org/package/2006/relationships"><Relationship Id="rId3" Type="http://schemas.openxmlformats.org/officeDocument/2006/relationships/package" Target="../embeddings/Microsoft_Visio___9.vsdx"/><Relationship Id="rId2" Type="http://schemas.openxmlformats.org/officeDocument/2006/relationships/slideLayout" Target="../slideLayouts/slideLayout19.xml"/><Relationship Id="rId1" Type="http://schemas.openxmlformats.org/officeDocument/2006/relationships/vmlDrawing" Target="../drawings/vmlDrawing8.vml"/><Relationship Id="rId4" Type="http://schemas.openxmlformats.org/officeDocument/2006/relationships/image" Target="../media/image23.emf"/></Relationships>
</file>

<file path=ppt/slides/_rels/slide28.xml.rels><?xml version="1.0" encoding="UTF-8" standalone="yes"?>
<Relationships xmlns="http://schemas.openxmlformats.org/package/2006/relationships"><Relationship Id="rId3" Type="http://schemas.openxmlformats.org/officeDocument/2006/relationships/package" Target="../embeddings/Microsoft_Visio___10.vsdx"/><Relationship Id="rId2" Type="http://schemas.openxmlformats.org/officeDocument/2006/relationships/slideLayout" Target="../slideLayouts/slideLayout19.xml"/><Relationship Id="rId1" Type="http://schemas.openxmlformats.org/officeDocument/2006/relationships/vmlDrawing" Target="../drawings/vmlDrawing9.vml"/><Relationship Id="rId4" Type="http://schemas.openxmlformats.org/officeDocument/2006/relationships/image" Target="../media/image24.e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package" Target="../embeddings/Microsoft_Visio___11.vsdx"/><Relationship Id="rId2" Type="http://schemas.openxmlformats.org/officeDocument/2006/relationships/slideLayout" Target="../slideLayouts/slideLayout19.xml"/><Relationship Id="rId1" Type="http://schemas.openxmlformats.org/officeDocument/2006/relationships/vmlDrawing" Target="../drawings/vmlDrawing10.vml"/><Relationship Id="rId5" Type="http://schemas.openxmlformats.org/officeDocument/2006/relationships/image" Target="../media/image26.png"/><Relationship Id="rId4" Type="http://schemas.openxmlformats.org/officeDocument/2006/relationships/image" Target="../media/image25.emf"/></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Layout" Target="../slideLayouts/slideLayout19.xml"/><Relationship Id="rId1" Type="http://schemas.openxmlformats.org/officeDocument/2006/relationships/vmlDrawing" Target="../drawings/vmlDrawing11.vml"/><Relationship Id="rId5" Type="http://schemas.openxmlformats.org/officeDocument/2006/relationships/image" Target="../media/image28.emf"/><Relationship Id="rId4" Type="http://schemas.openxmlformats.org/officeDocument/2006/relationships/package" Target="../embeddings/Microsoft_Visio___12.vsdx"/></Relationships>
</file>

<file path=ppt/slides/_rels/slide33.xml.rels><?xml version="1.0" encoding="UTF-8" standalone="yes"?>
<Relationships xmlns="http://schemas.openxmlformats.org/package/2006/relationships"><Relationship Id="rId3" Type="http://schemas.openxmlformats.org/officeDocument/2006/relationships/package" Target="../embeddings/Microsoft_Visio___13.vsdx"/><Relationship Id="rId2" Type="http://schemas.openxmlformats.org/officeDocument/2006/relationships/slideLayout" Target="../slideLayouts/slideLayout19.xml"/><Relationship Id="rId1" Type="http://schemas.openxmlformats.org/officeDocument/2006/relationships/vmlDrawing" Target="../drawings/vmlDrawing12.vml"/><Relationship Id="rId4" Type="http://schemas.openxmlformats.org/officeDocument/2006/relationships/image" Target="../media/image30.emf"/></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9.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7171" name="Rectangle 3"/>
          <p:cNvSpPr txBox="1">
            <a:spLocks noChangeArrowheads="1"/>
          </p:cNvSpPr>
          <p:nvPr/>
        </p:nvSpPr>
        <p:spPr bwMode="auto">
          <a:xfrm>
            <a:off x="401637" y="2327292"/>
            <a:ext cx="11463338" cy="817563"/>
          </a:xfrm>
          <a:prstGeom prst="rect">
            <a:avLst/>
          </a:prstGeom>
          <a:noFill/>
          <a:ln w="9525">
            <a:noFill/>
            <a:miter lim="800000"/>
            <a:headEnd/>
            <a:tailEnd/>
          </a:ln>
        </p:spPr>
        <p:txBody>
          <a:bodyPr anchor="ctr"/>
          <a:lstStyle/>
          <a:p>
            <a:pPr algn="ctr" eaLnBrk="1" hangingPunct="1"/>
            <a:r>
              <a:rPr lang="zh-CN" altLang="en-US" sz="4400" b="1" dirty="0" smtClean="0">
                <a:solidFill>
                  <a:schemeClr val="accent2"/>
                </a:solidFill>
                <a:latin typeface="微软雅黑" pitchFamily="34" charset="-122"/>
                <a:ea typeface="微软雅黑" pitchFamily="34" charset="-122"/>
              </a:rPr>
              <a:t>面向用户行为识别的群智感知系统研究与设计</a:t>
            </a:r>
            <a:endParaRPr lang="zh-CN" altLang="en-US" sz="4400" b="1" dirty="0">
              <a:solidFill>
                <a:schemeClr val="accent2"/>
              </a:solidFill>
              <a:latin typeface="微软雅黑" pitchFamily="34" charset="-122"/>
              <a:ea typeface="微软雅黑" pitchFamily="34" charset="-122"/>
            </a:endParaRPr>
          </a:p>
        </p:txBody>
      </p:sp>
      <p:sp>
        <p:nvSpPr>
          <p:cNvPr id="7181" name="Rectangle 5"/>
          <p:cNvSpPr>
            <a:spLocks noChangeArrowheads="1"/>
          </p:cNvSpPr>
          <p:nvPr/>
        </p:nvSpPr>
        <p:spPr bwMode="auto">
          <a:xfrm>
            <a:off x="34925" y="6772101"/>
            <a:ext cx="12196763" cy="41275"/>
          </a:xfrm>
          <a:prstGeom prst="rect">
            <a:avLst/>
          </a:prstGeom>
          <a:solidFill>
            <a:srgbClr val="FFFFFF"/>
          </a:solidFill>
          <a:ln w="9525">
            <a:noFill/>
            <a:miter lim="800000"/>
            <a:headEnd/>
            <a:tailEnd/>
          </a:ln>
        </p:spPr>
        <p:txBody>
          <a:bodyPr/>
          <a:lstStyle/>
          <a:p>
            <a:pPr eaLnBrk="1" hangingPunct="1"/>
            <a:endParaRPr lang="zh-CN" altLang="en-US"/>
          </a:p>
        </p:txBody>
      </p:sp>
      <p:cxnSp>
        <p:nvCxnSpPr>
          <p:cNvPr id="6158" name="直接连接符 2"/>
          <p:cNvCxnSpPr>
            <a:cxnSpLocks noChangeShapeType="1"/>
          </p:cNvCxnSpPr>
          <p:nvPr/>
        </p:nvCxnSpPr>
        <p:spPr bwMode="auto">
          <a:xfrm>
            <a:off x="553765" y="2159000"/>
            <a:ext cx="11017224" cy="0"/>
          </a:xfrm>
          <a:prstGeom prst="line">
            <a:avLst/>
          </a:prstGeom>
          <a:noFill/>
          <a:ln w="9525" algn="ctr">
            <a:solidFill>
              <a:schemeClr val="accent2"/>
            </a:solidFill>
            <a:prstDash val="dash"/>
            <a:round/>
            <a:headEnd/>
            <a:tailEnd/>
          </a:ln>
          <a:effectLst/>
        </p:spPr>
      </p:cxnSp>
      <p:cxnSp>
        <p:nvCxnSpPr>
          <p:cNvPr id="6159" name="直接连接符 17"/>
          <p:cNvCxnSpPr>
            <a:cxnSpLocks noChangeShapeType="1"/>
          </p:cNvCxnSpPr>
          <p:nvPr/>
        </p:nvCxnSpPr>
        <p:spPr bwMode="auto">
          <a:xfrm>
            <a:off x="553765" y="3284538"/>
            <a:ext cx="11017224" cy="0"/>
          </a:xfrm>
          <a:prstGeom prst="line">
            <a:avLst/>
          </a:prstGeom>
          <a:noFill/>
          <a:ln w="9525" algn="ctr">
            <a:solidFill>
              <a:schemeClr val="accent2"/>
            </a:solidFill>
            <a:prstDash val="dash"/>
            <a:round/>
            <a:headEnd/>
            <a:tailEnd/>
          </a:ln>
          <a:effectLst/>
        </p:spPr>
      </p:cxnSp>
      <p:sp>
        <p:nvSpPr>
          <p:cNvPr id="17" name="Freeform 5"/>
          <p:cNvSpPr>
            <a:spLocks noEditPoints="1"/>
          </p:cNvSpPr>
          <p:nvPr/>
        </p:nvSpPr>
        <p:spPr bwMode="auto">
          <a:xfrm>
            <a:off x="4765675" y="333375"/>
            <a:ext cx="2736850" cy="1590675"/>
          </a:xfrm>
          <a:custGeom>
            <a:avLst/>
            <a:gdLst>
              <a:gd name="T0" fmla="*/ 135 w 139"/>
              <a:gd name="T1" fmla="*/ 61 h 81"/>
              <a:gd name="T2" fmla="*/ 131 w 139"/>
              <a:gd name="T3" fmla="*/ 56 h 81"/>
              <a:gd name="T4" fmla="*/ 131 w 139"/>
              <a:gd name="T5" fmla="*/ 27 h 81"/>
              <a:gd name="T6" fmla="*/ 139 w 139"/>
              <a:gd name="T7" fmla="*/ 24 h 81"/>
              <a:gd name="T8" fmla="*/ 70 w 139"/>
              <a:gd name="T9" fmla="*/ 0 h 81"/>
              <a:gd name="T10" fmla="*/ 0 w 139"/>
              <a:gd name="T11" fmla="*/ 24 h 81"/>
              <a:gd name="T12" fmla="*/ 70 w 139"/>
              <a:gd name="T13" fmla="*/ 48 h 81"/>
              <a:gd name="T14" fmla="*/ 127 w 139"/>
              <a:gd name="T15" fmla="*/ 28 h 81"/>
              <a:gd name="T16" fmla="*/ 127 w 139"/>
              <a:gd name="T17" fmla="*/ 56 h 81"/>
              <a:gd name="T18" fmla="*/ 123 w 139"/>
              <a:gd name="T19" fmla="*/ 61 h 81"/>
              <a:gd name="T20" fmla="*/ 126 w 139"/>
              <a:gd name="T21" fmla="*/ 64 h 81"/>
              <a:gd name="T22" fmla="*/ 123 w 139"/>
              <a:gd name="T23" fmla="*/ 81 h 81"/>
              <a:gd name="T24" fmla="*/ 135 w 139"/>
              <a:gd name="T25" fmla="*/ 81 h 81"/>
              <a:gd name="T26" fmla="*/ 132 w 139"/>
              <a:gd name="T27" fmla="*/ 64 h 81"/>
              <a:gd name="T28" fmla="*/ 135 w 139"/>
              <a:gd name="T29" fmla="*/ 61 h 81"/>
              <a:gd name="T30" fmla="*/ 28 w 139"/>
              <a:gd name="T31" fmla="*/ 42 h 81"/>
              <a:gd name="T32" fmla="*/ 28 w 139"/>
              <a:gd name="T33" fmla="*/ 69 h 81"/>
              <a:gd name="T34" fmla="*/ 70 w 139"/>
              <a:gd name="T35" fmla="*/ 81 h 81"/>
              <a:gd name="T36" fmla="*/ 111 w 139"/>
              <a:gd name="T37" fmla="*/ 69 h 81"/>
              <a:gd name="T38" fmla="*/ 111 w 139"/>
              <a:gd name="T39" fmla="*/ 42 h 81"/>
              <a:gd name="T40" fmla="*/ 70 w 139"/>
              <a:gd name="T41" fmla="*/ 56 h 81"/>
              <a:gd name="T42" fmla="*/ 28 w 139"/>
              <a:gd name="T43" fmla="*/ 42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9" h="81">
                <a:moveTo>
                  <a:pt x="135" y="61"/>
                </a:moveTo>
                <a:cubicBezTo>
                  <a:pt x="135" y="58"/>
                  <a:pt x="134" y="56"/>
                  <a:pt x="131" y="56"/>
                </a:cubicBezTo>
                <a:cubicBezTo>
                  <a:pt x="131" y="27"/>
                  <a:pt x="131" y="27"/>
                  <a:pt x="131" y="27"/>
                </a:cubicBezTo>
                <a:cubicBezTo>
                  <a:pt x="139" y="24"/>
                  <a:pt x="139" y="24"/>
                  <a:pt x="139" y="24"/>
                </a:cubicBezTo>
                <a:cubicBezTo>
                  <a:pt x="70" y="0"/>
                  <a:pt x="70" y="0"/>
                  <a:pt x="70" y="0"/>
                </a:cubicBezTo>
                <a:cubicBezTo>
                  <a:pt x="0" y="24"/>
                  <a:pt x="0" y="24"/>
                  <a:pt x="0" y="24"/>
                </a:cubicBezTo>
                <a:cubicBezTo>
                  <a:pt x="70" y="48"/>
                  <a:pt x="70" y="48"/>
                  <a:pt x="70" y="48"/>
                </a:cubicBezTo>
                <a:cubicBezTo>
                  <a:pt x="127" y="28"/>
                  <a:pt x="127" y="28"/>
                  <a:pt x="127" y="28"/>
                </a:cubicBezTo>
                <a:cubicBezTo>
                  <a:pt x="127" y="56"/>
                  <a:pt x="127" y="56"/>
                  <a:pt x="127" y="56"/>
                </a:cubicBezTo>
                <a:cubicBezTo>
                  <a:pt x="125" y="56"/>
                  <a:pt x="123" y="58"/>
                  <a:pt x="123" y="61"/>
                </a:cubicBezTo>
                <a:cubicBezTo>
                  <a:pt x="123" y="63"/>
                  <a:pt x="125" y="64"/>
                  <a:pt x="126" y="64"/>
                </a:cubicBezTo>
                <a:cubicBezTo>
                  <a:pt x="123" y="81"/>
                  <a:pt x="123" y="81"/>
                  <a:pt x="123" y="81"/>
                </a:cubicBezTo>
                <a:cubicBezTo>
                  <a:pt x="135" y="81"/>
                  <a:pt x="135" y="81"/>
                  <a:pt x="135" y="81"/>
                </a:cubicBezTo>
                <a:cubicBezTo>
                  <a:pt x="132" y="64"/>
                  <a:pt x="132" y="64"/>
                  <a:pt x="132" y="64"/>
                </a:cubicBezTo>
                <a:cubicBezTo>
                  <a:pt x="134" y="64"/>
                  <a:pt x="135" y="63"/>
                  <a:pt x="135" y="61"/>
                </a:cubicBezTo>
                <a:close/>
                <a:moveTo>
                  <a:pt x="28" y="42"/>
                </a:moveTo>
                <a:cubicBezTo>
                  <a:pt x="28" y="69"/>
                  <a:pt x="28" y="69"/>
                  <a:pt x="28" y="69"/>
                </a:cubicBezTo>
                <a:cubicBezTo>
                  <a:pt x="28" y="76"/>
                  <a:pt x="47" y="81"/>
                  <a:pt x="70" y="81"/>
                </a:cubicBezTo>
                <a:cubicBezTo>
                  <a:pt x="92" y="81"/>
                  <a:pt x="111" y="76"/>
                  <a:pt x="111" y="69"/>
                </a:cubicBezTo>
                <a:cubicBezTo>
                  <a:pt x="111" y="42"/>
                  <a:pt x="111" y="42"/>
                  <a:pt x="111" y="42"/>
                </a:cubicBezTo>
                <a:cubicBezTo>
                  <a:pt x="70" y="56"/>
                  <a:pt x="70" y="56"/>
                  <a:pt x="70" y="56"/>
                </a:cubicBezTo>
                <a:lnTo>
                  <a:pt x="28" y="42"/>
                </a:lnTo>
                <a:close/>
              </a:path>
            </a:pathLst>
          </a:custGeom>
          <a:solidFill>
            <a:schemeClr val="accent2"/>
          </a:solidFill>
          <a:ln/>
        </p:spPr>
        <p:style>
          <a:lnRef idx="2">
            <a:schemeClr val="accent1"/>
          </a:lnRef>
          <a:fillRef idx="1">
            <a:schemeClr val="lt1"/>
          </a:fillRef>
          <a:effectRef idx="0">
            <a:schemeClr val="accent1"/>
          </a:effectRef>
          <a:fontRef idx="minor">
            <a:schemeClr val="dk1"/>
          </a:fontRef>
        </p:style>
        <p:txBody>
          <a:bodyPr lIns="91438" tIns="45719" rIns="91438" bIns="45719"/>
          <a:lstStyle/>
          <a:p>
            <a:pPr>
              <a:defRPr/>
            </a:pPr>
            <a:endParaRPr lang="en-US" sz="1600">
              <a:cs typeface="+mn-ea"/>
              <a:sym typeface="+mn-lt"/>
            </a:endParaRPr>
          </a:p>
        </p:txBody>
      </p:sp>
      <p:pic>
        <p:nvPicPr>
          <p:cNvPr id="6162" name="温馨、背景音乐 - 梦.mp3">
            <a:hlinkClick r:id="" action="ppaction://media"/>
          </p:cNvPr>
          <p:cNvPicPr>
            <a:picLocks noChangeAspect="1"/>
          </p:cNvPicPr>
          <p:nvPr/>
        </p:nvPicPr>
        <p:blipFill>
          <a:blip r:embed="rId3" cstate="print"/>
          <a:srcRect/>
          <a:stretch>
            <a:fillRect/>
          </a:stretch>
        </p:blipFill>
        <p:spPr bwMode="auto">
          <a:xfrm>
            <a:off x="-228600" y="-506413"/>
            <a:ext cx="457200" cy="457200"/>
          </a:xfrm>
          <a:prstGeom prst="rect">
            <a:avLst/>
          </a:prstGeom>
          <a:noFill/>
          <a:ln w="9525">
            <a:noFill/>
            <a:miter lim="800000"/>
            <a:headEnd/>
            <a:tailEnd/>
          </a:ln>
        </p:spPr>
      </p:pic>
      <p:sp>
        <p:nvSpPr>
          <p:cNvPr id="20" name="文本框 11"/>
          <p:cNvSpPr txBox="1"/>
          <p:nvPr/>
        </p:nvSpPr>
        <p:spPr>
          <a:xfrm>
            <a:off x="3216275" y="3433270"/>
            <a:ext cx="3060699" cy="369332"/>
          </a:xfrm>
          <a:prstGeom prst="rect">
            <a:avLst/>
          </a:prstGeom>
          <a:noFill/>
        </p:spPr>
        <p:txBody>
          <a:bodyPr wrap="square" rtlCol="0">
            <a:spAutoFit/>
          </a:bodyPr>
          <a:lstStyle/>
          <a:p>
            <a:r>
              <a:rPr lang="zh-CN" altLang="en-US" b="1" dirty="0" smtClean="0">
                <a:solidFill>
                  <a:schemeClr val="accent2"/>
                </a:solidFill>
                <a:latin typeface="+mn-ea"/>
                <a:ea typeface="+mn-ea"/>
              </a:rPr>
              <a:t>汇报</a:t>
            </a:r>
            <a:r>
              <a:rPr lang="zh-CN" altLang="en-US" b="1" dirty="0" smtClean="0">
                <a:solidFill>
                  <a:schemeClr val="accent2"/>
                </a:solidFill>
                <a:latin typeface="+mn-ea"/>
                <a:ea typeface="+mn-ea"/>
              </a:rPr>
              <a:t>人：刘英杰</a:t>
            </a:r>
            <a:endParaRPr lang="zh-CN" altLang="en-US" b="1" dirty="0">
              <a:solidFill>
                <a:schemeClr val="accent2"/>
              </a:solidFill>
              <a:latin typeface="+mn-ea"/>
              <a:ea typeface="+mn-ea"/>
            </a:endParaRPr>
          </a:p>
        </p:txBody>
      </p:sp>
      <p:sp>
        <p:nvSpPr>
          <p:cNvPr id="21" name="文本框 12"/>
          <p:cNvSpPr txBox="1"/>
          <p:nvPr/>
        </p:nvSpPr>
        <p:spPr>
          <a:xfrm>
            <a:off x="5246314" y="3433270"/>
            <a:ext cx="2236664" cy="369332"/>
          </a:xfrm>
          <a:prstGeom prst="rect">
            <a:avLst/>
          </a:prstGeom>
          <a:noFill/>
        </p:spPr>
        <p:txBody>
          <a:bodyPr wrap="square" rtlCol="0">
            <a:spAutoFit/>
          </a:bodyPr>
          <a:lstStyle/>
          <a:p>
            <a:r>
              <a:rPr lang="zh-CN" altLang="en-US" b="1" dirty="0">
                <a:solidFill>
                  <a:schemeClr val="accent2"/>
                </a:solidFill>
                <a:latin typeface="+mn-ea"/>
                <a:ea typeface="+mn-ea"/>
              </a:rPr>
              <a:t>学号</a:t>
            </a:r>
            <a:r>
              <a:rPr lang="zh-CN" altLang="en-US" b="1" dirty="0" smtClean="0">
                <a:solidFill>
                  <a:schemeClr val="accent2"/>
                </a:solidFill>
                <a:latin typeface="+mn-ea"/>
                <a:ea typeface="+mn-ea"/>
              </a:rPr>
              <a:t>：</a:t>
            </a:r>
            <a:r>
              <a:rPr lang="en-US" altLang="zh-CN" b="1" dirty="0" smtClean="0">
                <a:solidFill>
                  <a:schemeClr val="accent2"/>
                </a:solidFill>
                <a:latin typeface="+mn-ea"/>
                <a:ea typeface="+mn-ea"/>
              </a:rPr>
              <a:t>716021</a:t>
            </a:r>
            <a:endParaRPr lang="zh-CN" altLang="en-US" b="1" dirty="0">
              <a:solidFill>
                <a:schemeClr val="accent2"/>
              </a:solidFill>
              <a:latin typeface="+mn-ea"/>
              <a:ea typeface="+mn-ea"/>
            </a:endParaRPr>
          </a:p>
        </p:txBody>
      </p:sp>
      <p:sp>
        <p:nvSpPr>
          <p:cNvPr id="22" name="矩形 21"/>
          <p:cNvSpPr/>
          <p:nvPr/>
        </p:nvSpPr>
        <p:spPr>
          <a:xfrm>
            <a:off x="2609651" y="3608992"/>
            <a:ext cx="324000" cy="324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mn-ea"/>
            </a:endParaRPr>
          </a:p>
        </p:txBody>
      </p:sp>
      <p:sp>
        <p:nvSpPr>
          <p:cNvPr id="23" name="矩形 22"/>
          <p:cNvSpPr/>
          <p:nvPr/>
        </p:nvSpPr>
        <p:spPr>
          <a:xfrm>
            <a:off x="2357651" y="3356992"/>
            <a:ext cx="252000" cy="252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mn-ea"/>
            </a:endParaRPr>
          </a:p>
        </p:txBody>
      </p:sp>
      <p:sp>
        <p:nvSpPr>
          <p:cNvPr id="24" name="文本框 12"/>
          <p:cNvSpPr txBox="1"/>
          <p:nvPr/>
        </p:nvSpPr>
        <p:spPr>
          <a:xfrm>
            <a:off x="7410675" y="3416492"/>
            <a:ext cx="2936178" cy="369332"/>
          </a:xfrm>
          <a:prstGeom prst="rect">
            <a:avLst/>
          </a:prstGeom>
          <a:noFill/>
        </p:spPr>
        <p:txBody>
          <a:bodyPr wrap="square" rtlCol="0">
            <a:spAutoFit/>
          </a:bodyPr>
          <a:lstStyle/>
          <a:p>
            <a:r>
              <a:rPr lang="zh-CN" altLang="en-US" b="1" dirty="0" smtClean="0">
                <a:solidFill>
                  <a:schemeClr val="accent2"/>
                </a:solidFill>
                <a:latin typeface="+mn-ea"/>
                <a:ea typeface="+mn-ea"/>
              </a:rPr>
              <a:t>指导老师：</a:t>
            </a:r>
            <a:r>
              <a:rPr lang="zh-CN" altLang="en-US" b="1" dirty="0" smtClean="0">
                <a:solidFill>
                  <a:schemeClr val="accent2"/>
                </a:solidFill>
                <a:latin typeface="+mn-ea"/>
                <a:ea typeface="+mn-ea"/>
              </a:rPr>
              <a:t>陈志泊教授</a:t>
            </a:r>
            <a:endParaRPr lang="zh-CN" altLang="en-US" b="1" dirty="0">
              <a:solidFill>
                <a:schemeClr val="accent2"/>
              </a:solidFill>
              <a:latin typeface="+mn-ea"/>
              <a:ea typeface="+mn-ea"/>
            </a:endParaRPr>
          </a:p>
        </p:txBody>
      </p:sp>
    </p:spTree>
  </p:cSld>
  <p:clrMapOvr>
    <a:masterClrMapping/>
  </p:clrMapOvr>
  <p:transition spd="slow" advTm="7871">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7171"/>
                                        </p:tgtEl>
                                        <p:attrNameLst>
                                          <p:attrName>style.visibility</p:attrName>
                                        </p:attrNameLst>
                                      </p:cBhvr>
                                      <p:to>
                                        <p:strVal val="visible"/>
                                      </p:to>
                                    </p:set>
                                    <p:anim by="(-#ppt_w*2)" calcmode="lin" valueType="num">
                                      <p:cBhvr rctx="PPT">
                                        <p:cTn id="7" dur="500" autoRev="1" fill="hold">
                                          <p:stCondLst>
                                            <p:cond delay="0"/>
                                          </p:stCondLst>
                                        </p:cTn>
                                        <p:tgtEl>
                                          <p:spTgt spid="7171"/>
                                        </p:tgtEl>
                                        <p:attrNameLst>
                                          <p:attrName>ppt_w</p:attrName>
                                        </p:attrNameLst>
                                      </p:cBhvr>
                                    </p:anim>
                                    <p:anim by="(#ppt_w*0.50)" calcmode="lin" valueType="num">
                                      <p:cBhvr>
                                        <p:cTn id="8" dur="500" decel="50000" autoRev="1" fill="hold">
                                          <p:stCondLst>
                                            <p:cond delay="0"/>
                                          </p:stCondLst>
                                        </p:cTn>
                                        <p:tgtEl>
                                          <p:spTgt spid="7171"/>
                                        </p:tgtEl>
                                        <p:attrNameLst>
                                          <p:attrName>ppt_x</p:attrName>
                                        </p:attrNameLst>
                                      </p:cBhvr>
                                    </p:anim>
                                    <p:anim from="(-#ppt_h/2)" to="(#ppt_y)" calcmode="lin" valueType="num">
                                      <p:cBhvr>
                                        <p:cTn id="9" dur="1000" fill="hold">
                                          <p:stCondLst>
                                            <p:cond delay="0"/>
                                          </p:stCondLst>
                                        </p:cTn>
                                        <p:tgtEl>
                                          <p:spTgt spid="7171"/>
                                        </p:tgtEl>
                                        <p:attrNameLst>
                                          <p:attrName>ppt_y</p:attrName>
                                        </p:attrNameLst>
                                      </p:cBhvr>
                                    </p:anim>
                                    <p:animRot by="21600000">
                                      <p:cBhvr>
                                        <p:cTn id="10" dur="1000" fill="hold">
                                          <p:stCondLst>
                                            <p:cond delay="0"/>
                                          </p:stCondLst>
                                        </p:cTn>
                                        <p:tgtEl>
                                          <p:spTgt spid="7171"/>
                                        </p:tgtEl>
                                        <p:attrNameLst>
                                          <p:attrName>r</p:attrName>
                                        </p:attrNameLst>
                                      </p:cBhvr>
                                    </p:animRot>
                                  </p:childTnLst>
                                </p:cTn>
                              </p:par>
                            </p:childTnLst>
                          </p:cTn>
                        </p:par>
                        <p:par>
                          <p:cTn id="11" fill="hold" nodeType="afterGroup">
                            <p:stCondLst>
                              <p:cond delay="2900"/>
                            </p:stCondLst>
                            <p:childTnLst>
                              <p:par>
                                <p:cTn id="12" presetID="16" presetClass="entr" presetSubtype="21" fill="hold" grpId="0" nodeType="afterEffect">
                                  <p:stCondLst>
                                    <p:cond delay="0"/>
                                  </p:stCondLst>
                                  <p:childTnLst>
                                    <p:set>
                                      <p:cBhvr>
                                        <p:cTn id="13" dur="1" fill="hold">
                                          <p:stCondLst>
                                            <p:cond delay="0"/>
                                          </p:stCondLst>
                                        </p:cTn>
                                        <p:tgtEl>
                                          <p:spTgt spid="7181"/>
                                        </p:tgtEl>
                                        <p:attrNameLst>
                                          <p:attrName>style.visibility</p:attrName>
                                        </p:attrNameLst>
                                      </p:cBhvr>
                                      <p:to>
                                        <p:strVal val="visible"/>
                                      </p:to>
                                    </p:set>
                                    <p:animEffect transition="in" filter="barn(inVertical)">
                                      <p:cBhvr>
                                        <p:cTn id="14" dur="500"/>
                                        <p:tgtEl>
                                          <p:spTgt spid="7181"/>
                                        </p:tgtEl>
                                      </p:cBhvr>
                                    </p:animEffect>
                                  </p:childTnLst>
                                </p:cTn>
                              </p:par>
                              <p:par>
                                <p:cTn id="15" presetID="10"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par>
                                <p:cTn id="18" presetID="10" presetClass="entr" presetSubtype="0" fill="hold" grpId="0" nodeType="withEffect">
                                  <p:stCondLst>
                                    <p:cond delay="160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500"/>
                                        <p:tgtEl>
                                          <p:spTgt spid="20"/>
                                        </p:tgtEl>
                                      </p:cBhvr>
                                    </p:animEffect>
                                  </p:childTnLst>
                                </p:cTn>
                              </p:par>
                              <p:par>
                                <p:cTn id="21" presetID="10" presetClass="entr" presetSubtype="0" fill="hold" grpId="0" nodeType="withEffect">
                                  <p:stCondLst>
                                    <p:cond delay="160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500"/>
                                        <p:tgtEl>
                                          <p:spTgt spid="22"/>
                                        </p:tgtEl>
                                      </p:cBhvr>
                                    </p:animEffect>
                                  </p:childTnLst>
                                </p:cTn>
                              </p:par>
                              <p:par>
                                <p:cTn id="24" presetID="10" presetClass="entr" presetSubtype="0" fill="hold" grpId="0" nodeType="withEffect">
                                  <p:stCondLst>
                                    <p:cond delay="200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500"/>
                                        <p:tgtEl>
                                          <p:spTgt spid="21"/>
                                        </p:tgtEl>
                                      </p:cBhvr>
                                    </p:animEffect>
                                  </p:childTnLst>
                                </p:cTn>
                              </p:par>
                              <p:par>
                                <p:cTn id="27" presetID="10" presetClass="entr" presetSubtype="0" fill="hold" grpId="0" nodeType="withEffect">
                                  <p:stCondLst>
                                    <p:cond delay="200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500"/>
                                        <p:tgtEl>
                                          <p:spTgt spid="23"/>
                                        </p:tgtEl>
                                      </p:cBhvr>
                                    </p:animEffect>
                                  </p:childTnLst>
                                </p:cTn>
                              </p:par>
                              <p:par>
                                <p:cTn id="30" presetID="10" presetClass="entr" presetSubtype="0" fill="hold" grpId="0" nodeType="withEffect">
                                  <p:stCondLst>
                                    <p:cond delay="200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autoUpdateAnimBg="0"/>
      <p:bldP spid="7181" grpId="0" bldLvl="0" animBg="1" autoUpdateAnimBg="0"/>
      <p:bldP spid="20" grpId="0"/>
      <p:bldP spid="21" grpId="0"/>
      <p:bldP spid="22" grpId="0" animBg="1"/>
      <p:bldP spid="23" grpId="0" animBg="1"/>
      <p:bldP spid="2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组合 23"/>
          <p:cNvGrpSpPr>
            <a:grpSpLocks/>
          </p:cNvGrpSpPr>
          <p:nvPr/>
        </p:nvGrpSpPr>
        <p:grpSpPr bwMode="auto">
          <a:xfrm>
            <a:off x="6170613" y="1825079"/>
            <a:ext cx="576262" cy="576262"/>
            <a:chOff x="6170389" y="4163727"/>
            <a:chExt cx="576064" cy="576064"/>
          </a:xfrm>
        </p:grpSpPr>
        <p:sp>
          <p:nvSpPr>
            <p:cNvPr id="49" name="圆角矩形 12"/>
            <p:cNvSpPr>
              <a:spLocks noChangeArrowheads="1"/>
            </p:cNvSpPr>
            <p:nvPr/>
          </p:nvSpPr>
          <p:spPr bwMode="auto">
            <a:xfrm>
              <a:off x="6170389" y="4163727"/>
              <a:ext cx="576064" cy="576064"/>
            </a:xfrm>
            <a:prstGeom prst="roundRect">
              <a:avLst>
                <a:gd name="adj" fmla="val 16667"/>
              </a:avLst>
            </a:prstGeom>
            <a:solidFill>
              <a:srgbClr val="113E6A"/>
            </a:solidFill>
            <a:ln w="9525" algn="ctr">
              <a:noFill/>
              <a:round/>
              <a:headEnd/>
              <a:tailEnd/>
            </a:ln>
          </p:spPr>
          <p:txBody>
            <a:bodyPr/>
            <a:lstStyle/>
            <a:p>
              <a:pPr eaLnBrk="1" hangingPunct="1"/>
              <a:endParaRPr lang="zh-CN" altLang="en-US"/>
            </a:p>
          </p:txBody>
        </p:sp>
        <p:sp>
          <p:nvSpPr>
            <p:cNvPr id="50" name="Freeform 12"/>
            <p:cNvSpPr>
              <a:spLocks noEditPoints="1"/>
            </p:cNvSpPr>
            <p:nvPr/>
          </p:nvSpPr>
          <p:spPr bwMode="auto">
            <a:xfrm>
              <a:off x="6278404" y="4253861"/>
              <a:ext cx="378197" cy="364816"/>
            </a:xfrm>
            <a:custGeom>
              <a:avLst/>
              <a:gdLst>
                <a:gd name="T0" fmla="*/ 2147483646 w 1022"/>
                <a:gd name="T1" fmla="*/ 2147483646 h 973"/>
                <a:gd name="T2" fmla="*/ 2147483646 w 1022"/>
                <a:gd name="T3" fmla="*/ 2147483646 h 973"/>
                <a:gd name="T4" fmla="*/ 2147483646 w 1022"/>
                <a:gd name="T5" fmla="*/ 2147483646 h 973"/>
                <a:gd name="T6" fmla="*/ 2147483646 w 1022"/>
                <a:gd name="T7" fmla="*/ 2147483646 h 973"/>
                <a:gd name="T8" fmla="*/ 2147483646 w 1022"/>
                <a:gd name="T9" fmla="*/ 2147483646 h 973"/>
                <a:gd name="T10" fmla="*/ 2147483646 w 1022"/>
                <a:gd name="T11" fmla="*/ 2147483646 h 973"/>
                <a:gd name="T12" fmla="*/ 2147483646 w 1022"/>
                <a:gd name="T13" fmla="*/ 2147483646 h 973"/>
                <a:gd name="T14" fmla="*/ 2147483646 w 1022"/>
                <a:gd name="T15" fmla="*/ 2147483646 h 973"/>
                <a:gd name="T16" fmla="*/ 2147483646 w 1022"/>
                <a:gd name="T17" fmla="*/ 2147483646 h 973"/>
                <a:gd name="T18" fmla="*/ 2147483646 w 1022"/>
                <a:gd name="T19" fmla="*/ 2147483646 h 973"/>
                <a:gd name="T20" fmla="*/ 2147483646 w 1022"/>
                <a:gd name="T21" fmla="*/ 2147483646 h 973"/>
                <a:gd name="T22" fmla="*/ 2147483646 w 1022"/>
                <a:gd name="T23" fmla="*/ 2147483646 h 973"/>
                <a:gd name="T24" fmla="*/ 2147483646 w 1022"/>
                <a:gd name="T25" fmla="*/ 2147483646 h 973"/>
                <a:gd name="T26" fmla="*/ 2147483646 w 1022"/>
                <a:gd name="T27" fmla="*/ 2147483646 h 973"/>
                <a:gd name="T28" fmla="*/ 2147483646 w 1022"/>
                <a:gd name="T29" fmla="*/ 2147483646 h 973"/>
                <a:gd name="T30" fmla="*/ 2147483646 w 1022"/>
                <a:gd name="T31" fmla="*/ 2147483646 h 973"/>
                <a:gd name="T32" fmla="*/ 2147483646 w 1022"/>
                <a:gd name="T33" fmla="*/ 2147483646 h 973"/>
                <a:gd name="T34" fmla="*/ 2147483646 w 1022"/>
                <a:gd name="T35" fmla="*/ 2147483646 h 973"/>
                <a:gd name="T36" fmla="*/ 2147483646 w 1022"/>
                <a:gd name="T37" fmla="*/ 2147483646 h 973"/>
                <a:gd name="T38" fmla="*/ 2147483646 w 1022"/>
                <a:gd name="T39" fmla="*/ 2147483646 h 973"/>
                <a:gd name="T40" fmla="*/ 2147483646 w 1022"/>
                <a:gd name="T41" fmla="*/ 2147483646 h 973"/>
                <a:gd name="T42" fmla="*/ 2147483646 w 1022"/>
                <a:gd name="T43" fmla="*/ 2147483646 h 973"/>
                <a:gd name="T44" fmla="*/ 2147483646 w 1022"/>
                <a:gd name="T45" fmla="*/ 2147483646 h 973"/>
                <a:gd name="T46" fmla="*/ 2147483646 w 1022"/>
                <a:gd name="T47" fmla="*/ 2147483646 h 973"/>
                <a:gd name="T48" fmla="*/ 2147483646 w 1022"/>
                <a:gd name="T49" fmla="*/ 2147483646 h 973"/>
                <a:gd name="T50" fmla="*/ 2147483646 w 1022"/>
                <a:gd name="T51" fmla="*/ 2147483646 h 973"/>
                <a:gd name="T52" fmla="*/ 2147483646 w 1022"/>
                <a:gd name="T53" fmla="*/ 2147483646 h 973"/>
                <a:gd name="T54" fmla="*/ 2147483646 w 1022"/>
                <a:gd name="T55" fmla="*/ 2147483646 h 973"/>
                <a:gd name="T56" fmla="*/ 2147483646 w 1022"/>
                <a:gd name="T57" fmla="*/ 2147483646 h 973"/>
                <a:gd name="T58" fmla="*/ 2147483646 w 1022"/>
                <a:gd name="T59" fmla="*/ 2147483646 h 973"/>
                <a:gd name="T60" fmla="*/ 2147483646 w 1022"/>
                <a:gd name="T61" fmla="*/ 2147483646 h 973"/>
                <a:gd name="T62" fmla="*/ 2147483646 w 1022"/>
                <a:gd name="T63" fmla="*/ 2147483646 h 973"/>
                <a:gd name="T64" fmla="*/ 2147483646 w 1022"/>
                <a:gd name="T65" fmla="*/ 2147483646 h 973"/>
                <a:gd name="T66" fmla="*/ 2147483646 w 1022"/>
                <a:gd name="T67" fmla="*/ 2147483646 h 973"/>
                <a:gd name="T68" fmla="*/ 2147483646 w 1022"/>
                <a:gd name="T69" fmla="*/ 2147483646 h 973"/>
                <a:gd name="T70" fmla="*/ 2147483646 w 1022"/>
                <a:gd name="T71" fmla="*/ 2147483646 h 973"/>
                <a:gd name="T72" fmla="*/ 2147483646 w 1022"/>
                <a:gd name="T73" fmla="*/ 2147483646 h 973"/>
                <a:gd name="T74" fmla="*/ 2147483646 w 1022"/>
                <a:gd name="T75" fmla="*/ 2147483646 h 973"/>
                <a:gd name="T76" fmla="*/ 2147483646 w 1022"/>
                <a:gd name="T77" fmla="*/ 2147483646 h 973"/>
                <a:gd name="T78" fmla="*/ 2147483646 w 1022"/>
                <a:gd name="T79" fmla="*/ 2147483646 h 973"/>
                <a:gd name="T80" fmla="*/ 2147483646 w 1022"/>
                <a:gd name="T81" fmla="*/ 2147483646 h 973"/>
                <a:gd name="T82" fmla="*/ 2147483646 w 1022"/>
                <a:gd name="T83" fmla="*/ 2147483646 h 973"/>
                <a:gd name="T84" fmla="*/ 2147483646 w 1022"/>
                <a:gd name="T85" fmla="*/ 2147483646 h 973"/>
                <a:gd name="T86" fmla="*/ 2147483646 w 1022"/>
                <a:gd name="T87" fmla="*/ 2147483646 h 97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022" h="973">
                  <a:moveTo>
                    <a:pt x="596" y="882"/>
                  </a:moveTo>
                  <a:lnTo>
                    <a:pt x="426" y="882"/>
                  </a:lnTo>
                  <a:cubicBezTo>
                    <a:pt x="414" y="882"/>
                    <a:pt x="403" y="892"/>
                    <a:pt x="403" y="904"/>
                  </a:cubicBezTo>
                  <a:cubicBezTo>
                    <a:pt x="403" y="916"/>
                    <a:pt x="414" y="926"/>
                    <a:pt x="426" y="926"/>
                  </a:cubicBezTo>
                  <a:lnTo>
                    <a:pt x="596" y="926"/>
                  </a:lnTo>
                  <a:cubicBezTo>
                    <a:pt x="609" y="926"/>
                    <a:pt x="619" y="916"/>
                    <a:pt x="619" y="904"/>
                  </a:cubicBezTo>
                  <a:cubicBezTo>
                    <a:pt x="619" y="892"/>
                    <a:pt x="609" y="882"/>
                    <a:pt x="596" y="882"/>
                  </a:cubicBezTo>
                  <a:close/>
                  <a:moveTo>
                    <a:pt x="596" y="813"/>
                  </a:moveTo>
                  <a:lnTo>
                    <a:pt x="596" y="813"/>
                  </a:lnTo>
                  <a:lnTo>
                    <a:pt x="426" y="813"/>
                  </a:lnTo>
                  <a:cubicBezTo>
                    <a:pt x="414" y="813"/>
                    <a:pt x="403" y="823"/>
                    <a:pt x="403" y="835"/>
                  </a:cubicBezTo>
                  <a:cubicBezTo>
                    <a:pt x="403" y="848"/>
                    <a:pt x="414" y="858"/>
                    <a:pt x="426" y="858"/>
                  </a:cubicBezTo>
                  <a:lnTo>
                    <a:pt x="596" y="858"/>
                  </a:lnTo>
                  <a:cubicBezTo>
                    <a:pt x="609" y="858"/>
                    <a:pt x="619" y="848"/>
                    <a:pt x="619" y="835"/>
                  </a:cubicBezTo>
                  <a:cubicBezTo>
                    <a:pt x="619" y="823"/>
                    <a:pt x="609" y="813"/>
                    <a:pt x="596" y="813"/>
                  </a:cubicBezTo>
                  <a:close/>
                  <a:moveTo>
                    <a:pt x="511" y="973"/>
                  </a:moveTo>
                  <a:lnTo>
                    <a:pt x="511" y="973"/>
                  </a:lnTo>
                  <a:lnTo>
                    <a:pt x="585" y="946"/>
                  </a:lnTo>
                  <a:lnTo>
                    <a:pt x="437" y="946"/>
                  </a:lnTo>
                  <a:lnTo>
                    <a:pt x="511" y="973"/>
                  </a:lnTo>
                  <a:close/>
                  <a:moveTo>
                    <a:pt x="514" y="261"/>
                  </a:moveTo>
                  <a:lnTo>
                    <a:pt x="514" y="261"/>
                  </a:lnTo>
                  <a:lnTo>
                    <a:pt x="508" y="261"/>
                  </a:lnTo>
                  <a:cubicBezTo>
                    <a:pt x="384" y="261"/>
                    <a:pt x="272" y="362"/>
                    <a:pt x="272" y="486"/>
                  </a:cubicBezTo>
                  <a:cubicBezTo>
                    <a:pt x="272" y="611"/>
                    <a:pt x="377" y="682"/>
                    <a:pt x="388" y="721"/>
                  </a:cubicBezTo>
                  <a:cubicBezTo>
                    <a:pt x="398" y="759"/>
                    <a:pt x="388" y="778"/>
                    <a:pt x="416" y="787"/>
                  </a:cubicBezTo>
                  <a:cubicBezTo>
                    <a:pt x="444" y="796"/>
                    <a:pt x="508" y="794"/>
                    <a:pt x="508" y="794"/>
                  </a:cubicBezTo>
                  <a:lnTo>
                    <a:pt x="514" y="794"/>
                  </a:lnTo>
                  <a:cubicBezTo>
                    <a:pt x="514" y="794"/>
                    <a:pt x="578" y="796"/>
                    <a:pt x="606" y="787"/>
                  </a:cubicBezTo>
                  <a:cubicBezTo>
                    <a:pt x="634" y="778"/>
                    <a:pt x="624" y="759"/>
                    <a:pt x="634" y="721"/>
                  </a:cubicBezTo>
                  <a:cubicBezTo>
                    <a:pt x="645" y="682"/>
                    <a:pt x="750" y="611"/>
                    <a:pt x="750" y="486"/>
                  </a:cubicBezTo>
                  <a:cubicBezTo>
                    <a:pt x="750" y="362"/>
                    <a:pt x="638" y="261"/>
                    <a:pt x="514" y="261"/>
                  </a:cubicBezTo>
                  <a:close/>
                  <a:moveTo>
                    <a:pt x="201" y="527"/>
                  </a:moveTo>
                  <a:lnTo>
                    <a:pt x="201" y="527"/>
                  </a:lnTo>
                  <a:cubicBezTo>
                    <a:pt x="201" y="509"/>
                    <a:pt x="183" y="495"/>
                    <a:pt x="162" y="495"/>
                  </a:cubicBezTo>
                  <a:lnTo>
                    <a:pt x="39" y="495"/>
                  </a:lnTo>
                  <a:cubicBezTo>
                    <a:pt x="17" y="495"/>
                    <a:pt x="0" y="509"/>
                    <a:pt x="0" y="527"/>
                  </a:cubicBezTo>
                  <a:cubicBezTo>
                    <a:pt x="0" y="544"/>
                    <a:pt x="17" y="558"/>
                    <a:pt x="39" y="558"/>
                  </a:cubicBezTo>
                  <a:lnTo>
                    <a:pt x="162" y="558"/>
                  </a:lnTo>
                  <a:cubicBezTo>
                    <a:pt x="183" y="558"/>
                    <a:pt x="201" y="544"/>
                    <a:pt x="201" y="527"/>
                  </a:cubicBezTo>
                  <a:close/>
                  <a:moveTo>
                    <a:pt x="983" y="495"/>
                  </a:moveTo>
                  <a:lnTo>
                    <a:pt x="983" y="495"/>
                  </a:lnTo>
                  <a:lnTo>
                    <a:pt x="860" y="495"/>
                  </a:lnTo>
                  <a:cubicBezTo>
                    <a:pt x="839" y="495"/>
                    <a:pt x="822" y="509"/>
                    <a:pt x="822" y="527"/>
                  </a:cubicBezTo>
                  <a:cubicBezTo>
                    <a:pt x="822" y="544"/>
                    <a:pt x="839" y="558"/>
                    <a:pt x="860" y="558"/>
                  </a:cubicBezTo>
                  <a:lnTo>
                    <a:pt x="983" y="558"/>
                  </a:lnTo>
                  <a:cubicBezTo>
                    <a:pt x="1005" y="558"/>
                    <a:pt x="1022" y="544"/>
                    <a:pt x="1022" y="527"/>
                  </a:cubicBezTo>
                  <a:cubicBezTo>
                    <a:pt x="1022" y="509"/>
                    <a:pt x="1005" y="495"/>
                    <a:pt x="983" y="495"/>
                  </a:cubicBezTo>
                  <a:close/>
                  <a:moveTo>
                    <a:pt x="782" y="296"/>
                  </a:moveTo>
                  <a:lnTo>
                    <a:pt x="782" y="296"/>
                  </a:lnTo>
                  <a:lnTo>
                    <a:pt x="869" y="209"/>
                  </a:lnTo>
                  <a:cubicBezTo>
                    <a:pt x="885" y="194"/>
                    <a:pt x="887" y="172"/>
                    <a:pt x="874" y="159"/>
                  </a:cubicBezTo>
                  <a:cubicBezTo>
                    <a:pt x="862" y="147"/>
                    <a:pt x="839" y="149"/>
                    <a:pt x="824" y="164"/>
                  </a:cubicBezTo>
                  <a:lnTo>
                    <a:pt x="737" y="251"/>
                  </a:lnTo>
                  <a:cubicBezTo>
                    <a:pt x="722" y="266"/>
                    <a:pt x="720" y="289"/>
                    <a:pt x="732" y="301"/>
                  </a:cubicBezTo>
                  <a:cubicBezTo>
                    <a:pt x="745" y="314"/>
                    <a:pt x="767" y="311"/>
                    <a:pt x="782" y="296"/>
                  </a:cubicBezTo>
                  <a:close/>
                  <a:moveTo>
                    <a:pt x="508" y="201"/>
                  </a:moveTo>
                  <a:lnTo>
                    <a:pt x="508" y="201"/>
                  </a:lnTo>
                  <a:cubicBezTo>
                    <a:pt x="526" y="201"/>
                    <a:pt x="540" y="183"/>
                    <a:pt x="540" y="162"/>
                  </a:cubicBezTo>
                  <a:lnTo>
                    <a:pt x="540" y="39"/>
                  </a:lnTo>
                  <a:cubicBezTo>
                    <a:pt x="540" y="18"/>
                    <a:pt x="526" y="0"/>
                    <a:pt x="508" y="0"/>
                  </a:cubicBezTo>
                  <a:cubicBezTo>
                    <a:pt x="491" y="0"/>
                    <a:pt x="476" y="18"/>
                    <a:pt x="476" y="39"/>
                  </a:cubicBezTo>
                  <a:lnTo>
                    <a:pt x="476" y="162"/>
                  </a:lnTo>
                  <a:cubicBezTo>
                    <a:pt x="476" y="183"/>
                    <a:pt x="491" y="201"/>
                    <a:pt x="508" y="201"/>
                  </a:cubicBezTo>
                  <a:close/>
                  <a:moveTo>
                    <a:pt x="229" y="283"/>
                  </a:moveTo>
                  <a:lnTo>
                    <a:pt x="229" y="283"/>
                  </a:lnTo>
                  <a:cubicBezTo>
                    <a:pt x="244" y="299"/>
                    <a:pt x="267" y="301"/>
                    <a:pt x="279" y="288"/>
                  </a:cubicBezTo>
                  <a:cubicBezTo>
                    <a:pt x="292" y="276"/>
                    <a:pt x="289" y="254"/>
                    <a:pt x="274" y="238"/>
                  </a:cubicBezTo>
                  <a:lnTo>
                    <a:pt x="187" y="151"/>
                  </a:lnTo>
                  <a:cubicBezTo>
                    <a:pt x="172" y="136"/>
                    <a:pt x="149" y="134"/>
                    <a:pt x="137" y="146"/>
                  </a:cubicBezTo>
                  <a:cubicBezTo>
                    <a:pt x="125" y="159"/>
                    <a:pt x="127" y="181"/>
                    <a:pt x="142" y="196"/>
                  </a:cubicBezTo>
                  <a:lnTo>
                    <a:pt x="229" y="283"/>
                  </a:lnTo>
                  <a:close/>
                  <a:moveTo>
                    <a:pt x="240" y="756"/>
                  </a:moveTo>
                  <a:lnTo>
                    <a:pt x="240" y="756"/>
                  </a:lnTo>
                  <a:lnTo>
                    <a:pt x="153" y="843"/>
                  </a:lnTo>
                  <a:cubicBezTo>
                    <a:pt x="137" y="859"/>
                    <a:pt x="135" y="881"/>
                    <a:pt x="148" y="894"/>
                  </a:cubicBezTo>
                  <a:cubicBezTo>
                    <a:pt x="160" y="906"/>
                    <a:pt x="183" y="904"/>
                    <a:pt x="198" y="889"/>
                  </a:cubicBezTo>
                  <a:lnTo>
                    <a:pt x="285" y="802"/>
                  </a:lnTo>
                  <a:cubicBezTo>
                    <a:pt x="300" y="786"/>
                    <a:pt x="302" y="764"/>
                    <a:pt x="290" y="751"/>
                  </a:cubicBezTo>
                  <a:cubicBezTo>
                    <a:pt x="277" y="739"/>
                    <a:pt x="255" y="741"/>
                    <a:pt x="240" y="756"/>
                  </a:cubicBezTo>
                  <a:close/>
                  <a:moveTo>
                    <a:pt x="793" y="769"/>
                  </a:moveTo>
                  <a:lnTo>
                    <a:pt x="793" y="769"/>
                  </a:lnTo>
                  <a:cubicBezTo>
                    <a:pt x="778" y="754"/>
                    <a:pt x="755" y="752"/>
                    <a:pt x="743" y="764"/>
                  </a:cubicBezTo>
                  <a:cubicBezTo>
                    <a:pt x="731" y="777"/>
                    <a:pt x="733" y="799"/>
                    <a:pt x="748" y="814"/>
                  </a:cubicBezTo>
                  <a:lnTo>
                    <a:pt x="835" y="901"/>
                  </a:lnTo>
                  <a:cubicBezTo>
                    <a:pt x="850" y="916"/>
                    <a:pt x="873" y="919"/>
                    <a:pt x="885" y="906"/>
                  </a:cubicBezTo>
                  <a:cubicBezTo>
                    <a:pt x="897" y="894"/>
                    <a:pt x="895" y="871"/>
                    <a:pt x="880" y="856"/>
                  </a:cubicBezTo>
                  <a:lnTo>
                    <a:pt x="793" y="769"/>
                  </a:lnTo>
                  <a:close/>
                </a:path>
              </a:pathLst>
            </a:custGeom>
            <a:solidFill>
              <a:srgbClr val="FFFFFF"/>
            </a:solidFill>
            <a:ln w="9525">
              <a:noFill/>
              <a:round/>
              <a:headEnd/>
              <a:tailEnd/>
            </a:ln>
          </p:spPr>
          <p:txBody>
            <a:bodyPr/>
            <a:lstStyle/>
            <a:p>
              <a:endParaRPr lang="zh-CN" altLang="en-US"/>
            </a:p>
          </p:txBody>
        </p:sp>
      </p:grpSp>
      <p:sp>
        <p:nvSpPr>
          <p:cNvPr id="51" name="矩形 29"/>
          <p:cNvSpPr>
            <a:spLocks noChangeArrowheads="1"/>
          </p:cNvSpPr>
          <p:nvPr/>
        </p:nvSpPr>
        <p:spPr bwMode="auto">
          <a:xfrm>
            <a:off x="6889750" y="1821904"/>
            <a:ext cx="4681538" cy="574675"/>
          </a:xfrm>
          <a:prstGeom prst="rect">
            <a:avLst/>
          </a:prstGeom>
          <a:solidFill>
            <a:schemeClr val="accent2"/>
          </a:solidFill>
          <a:ln w="9525" algn="ctr">
            <a:solidFill>
              <a:srgbClr val="113E6A"/>
            </a:solidFill>
            <a:round/>
            <a:headEnd/>
            <a:tailEnd/>
          </a:ln>
        </p:spPr>
        <p:txBody>
          <a:bodyPr/>
          <a:lstStyle/>
          <a:p>
            <a:pPr eaLnBrk="1" hangingPunct="1"/>
            <a:endParaRPr lang="zh-CN" altLang="en-US"/>
          </a:p>
        </p:txBody>
      </p:sp>
      <p:sp>
        <p:nvSpPr>
          <p:cNvPr id="52" name="Rectangle 14"/>
          <p:cNvSpPr>
            <a:spLocks noChangeArrowheads="1"/>
          </p:cNvSpPr>
          <p:nvPr/>
        </p:nvSpPr>
        <p:spPr bwMode="auto">
          <a:xfrm>
            <a:off x="7077075" y="1980654"/>
            <a:ext cx="576263" cy="246062"/>
          </a:xfrm>
          <a:prstGeom prst="rect">
            <a:avLst/>
          </a:prstGeom>
          <a:noFill/>
          <a:ln w="9525">
            <a:noFill/>
            <a:miter lim="800000"/>
            <a:headEnd/>
            <a:tailEnd/>
          </a:ln>
        </p:spPr>
        <p:txBody>
          <a:bodyPr wrap="none" lIns="0" tIns="0" rIns="0" bIns="0">
            <a:spAutoFit/>
          </a:bodyPr>
          <a:lstStyle/>
          <a:p>
            <a:pPr eaLnBrk="1" hangingPunct="1"/>
            <a:r>
              <a:rPr lang="zh-CN" altLang="en-US" sz="1600" dirty="0">
                <a:solidFill>
                  <a:srgbClr val="FFFFFF"/>
                </a:solidFill>
                <a:latin typeface="微软雅黑" pitchFamily="34" charset="-122"/>
                <a:ea typeface="微软雅黑" pitchFamily="34" charset="-122"/>
              </a:rPr>
              <a:t>Part </a:t>
            </a:r>
            <a:r>
              <a:rPr lang="en-US" altLang="zh-CN" sz="1600" dirty="0">
                <a:solidFill>
                  <a:srgbClr val="FFFFFF"/>
                </a:solidFill>
                <a:latin typeface="微软雅黑" pitchFamily="34" charset="-122"/>
                <a:ea typeface="微软雅黑" pitchFamily="34" charset="-122"/>
              </a:rPr>
              <a:t>3</a:t>
            </a:r>
            <a:endParaRPr lang="zh-CN" altLang="en-US" dirty="0">
              <a:latin typeface="微软雅黑" pitchFamily="34" charset="-122"/>
              <a:ea typeface="微软雅黑" pitchFamily="34" charset="-122"/>
            </a:endParaRPr>
          </a:p>
        </p:txBody>
      </p:sp>
      <p:sp>
        <p:nvSpPr>
          <p:cNvPr id="53" name="TextBox 59"/>
          <p:cNvSpPr txBox="1">
            <a:spLocks noChangeArrowheads="1"/>
          </p:cNvSpPr>
          <p:nvPr/>
        </p:nvSpPr>
        <p:spPr bwMode="auto">
          <a:xfrm>
            <a:off x="7983538" y="1915566"/>
            <a:ext cx="3155950" cy="400050"/>
          </a:xfrm>
          <a:prstGeom prst="rect">
            <a:avLst/>
          </a:prstGeom>
          <a:noFill/>
          <a:ln w="9525">
            <a:noFill/>
            <a:miter lim="800000"/>
            <a:headEnd/>
            <a:tailEnd/>
          </a:ln>
        </p:spPr>
        <p:txBody>
          <a:bodyPr>
            <a:spAutoFit/>
          </a:bodyPr>
          <a:lstStyle/>
          <a:p>
            <a:pPr eaLnBrk="1" hangingPunct="1"/>
            <a:r>
              <a:rPr lang="zh-CN" altLang="en-US" sz="2000" b="1" dirty="0" smtClean="0">
                <a:solidFill>
                  <a:srgbClr val="113E6A"/>
                </a:solidFill>
                <a:latin typeface="微软雅黑" pitchFamily="34" charset="-122"/>
                <a:ea typeface="微软雅黑" pitchFamily="34" charset="-122"/>
              </a:rPr>
              <a:t>技术</a:t>
            </a:r>
            <a:r>
              <a:rPr lang="zh-CN" altLang="en-US" sz="2000" b="1" dirty="0">
                <a:solidFill>
                  <a:srgbClr val="113E6A"/>
                </a:solidFill>
                <a:latin typeface="微软雅黑" pitchFamily="34" charset="-122"/>
                <a:ea typeface="微软雅黑" pitchFamily="34" charset="-122"/>
              </a:rPr>
              <a:t>介绍</a:t>
            </a:r>
          </a:p>
        </p:txBody>
      </p:sp>
      <p:sp>
        <p:nvSpPr>
          <p:cNvPr id="3" name="Rectangle 3"/>
          <p:cNvSpPr txBox="1">
            <a:spLocks noChangeArrowheads="1"/>
          </p:cNvSpPr>
          <p:nvPr/>
        </p:nvSpPr>
        <p:spPr bwMode="auto">
          <a:xfrm>
            <a:off x="6078537" y="332656"/>
            <a:ext cx="4321175" cy="265112"/>
          </a:xfrm>
          <a:prstGeom prst="rect">
            <a:avLst/>
          </a:prstGeom>
          <a:noFill/>
          <a:ln w="9525">
            <a:noFill/>
            <a:miter lim="800000"/>
            <a:headEnd/>
            <a:tailEnd/>
          </a:ln>
        </p:spPr>
        <p:txBody>
          <a:bodyPr anchor="ctr"/>
          <a:lstStyle/>
          <a:p>
            <a:pPr eaLnBrk="1" hangingPunct="1"/>
            <a:r>
              <a:rPr lang="zh-CN" altLang="en-US" b="1" dirty="0" smtClean="0">
                <a:solidFill>
                  <a:srgbClr val="113E6A"/>
                </a:solidFill>
                <a:latin typeface="微软雅黑" pitchFamily="34" charset="-122"/>
                <a:ea typeface="微软雅黑" pitchFamily="34" charset="-122"/>
              </a:rPr>
              <a:t>基于</a:t>
            </a:r>
            <a:r>
              <a:rPr lang="en-US" altLang="zh-CN" b="1" dirty="0" err="1" smtClean="0">
                <a:solidFill>
                  <a:srgbClr val="113E6A"/>
                </a:solidFill>
                <a:latin typeface="微软雅黑" pitchFamily="34" charset="-122"/>
                <a:ea typeface="微软雅黑" pitchFamily="34" charset="-122"/>
              </a:rPr>
              <a:t>JavaEE</a:t>
            </a:r>
            <a:r>
              <a:rPr lang="zh-CN" altLang="en-US" b="1" dirty="0" smtClean="0">
                <a:solidFill>
                  <a:srgbClr val="113E6A"/>
                </a:solidFill>
                <a:latin typeface="微软雅黑" pitchFamily="34" charset="-122"/>
                <a:ea typeface="微软雅黑" pitchFamily="34" charset="-122"/>
              </a:rPr>
              <a:t>的研究生招生管理系统研建</a:t>
            </a:r>
            <a:endParaRPr lang="zh-CN" altLang="en-US" b="1" dirty="0">
              <a:solidFill>
                <a:srgbClr val="113E6A"/>
              </a:solidFill>
              <a:latin typeface="微软雅黑" pitchFamily="34" charset="-122"/>
              <a:ea typeface="微软雅黑" pitchFamily="34" charset="-122"/>
            </a:endParaRPr>
          </a:p>
        </p:txBody>
      </p:sp>
      <p:cxnSp>
        <p:nvCxnSpPr>
          <p:cNvPr id="7171" name="直接连接符 3"/>
          <p:cNvCxnSpPr>
            <a:cxnSpLocks noChangeShapeType="1"/>
          </p:cNvCxnSpPr>
          <p:nvPr/>
        </p:nvCxnSpPr>
        <p:spPr bwMode="auto">
          <a:xfrm>
            <a:off x="6151563" y="667593"/>
            <a:ext cx="3959225" cy="0"/>
          </a:xfrm>
          <a:prstGeom prst="line">
            <a:avLst/>
          </a:prstGeom>
          <a:noFill/>
          <a:ln w="9525" algn="ctr">
            <a:solidFill>
              <a:srgbClr val="113E6A"/>
            </a:solidFill>
            <a:prstDash val="dash"/>
            <a:round/>
            <a:headEnd/>
            <a:tailEnd/>
          </a:ln>
          <a:effectLst/>
        </p:spPr>
      </p:cxnSp>
      <p:sp>
        <p:nvSpPr>
          <p:cNvPr id="8" name="Rectangle 3"/>
          <p:cNvSpPr txBox="1">
            <a:spLocks noChangeArrowheads="1"/>
          </p:cNvSpPr>
          <p:nvPr/>
        </p:nvSpPr>
        <p:spPr bwMode="auto">
          <a:xfrm>
            <a:off x="1927225" y="2447925"/>
            <a:ext cx="1536700" cy="601663"/>
          </a:xfrm>
          <a:prstGeom prst="rect">
            <a:avLst/>
          </a:prstGeom>
          <a:noFill/>
          <a:ln w="9525">
            <a:noFill/>
            <a:miter lim="800000"/>
            <a:headEnd/>
            <a:tailEnd/>
          </a:ln>
        </p:spPr>
        <p:txBody>
          <a:bodyPr anchor="ctr"/>
          <a:lstStyle/>
          <a:p>
            <a:pPr algn="dist" eaLnBrk="1" hangingPunct="1"/>
            <a:r>
              <a:rPr lang="zh-CN" altLang="en-US" sz="3600" b="1">
                <a:solidFill>
                  <a:schemeClr val="accent2"/>
                </a:solidFill>
                <a:ea typeface="微软雅黑" pitchFamily="34" charset="-122"/>
              </a:rPr>
              <a:t>目录</a:t>
            </a:r>
          </a:p>
        </p:txBody>
      </p:sp>
      <p:grpSp>
        <p:nvGrpSpPr>
          <p:cNvPr id="7174" name="组合 24"/>
          <p:cNvGrpSpPr>
            <a:grpSpLocks/>
          </p:cNvGrpSpPr>
          <p:nvPr/>
        </p:nvGrpSpPr>
        <p:grpSpPr bwMode="auto">
          <a:xfrm>
            <a:off x="6170613" y="3420318"/>
            <a:ext cx="576262" cy="576263"/>
            <a:chOff x="6170389" y="4955815"/>
            <a:chExt cx="576064" cy="576064"/>
          </a:xfrm>
        </p:grpSpPr>
        <p:sp>
          <p:nvSpPr>
            <p:cNvPr id="7205" name="圆角矩形 13"/>
            <p:cNvSpPr>
              <a:spLocks noChangeArrowheads="1"/>
            </p:cNvSpPr>
            <p:nvPr/>
          </p:nvSpPr>
          <p:spPr bwMode="auto">
            <a:xfrm>
              <a:off x="6170389" y="4955815"/>
              <a:ext cx="576064" cy="576064"/>
            </a:xfrm>
            <a:prstGeom prst="roundRect">
              <a:avLst>
                <a:gd name="adj" fmla="val 16667"/>
              </a:avLst>
            </a:prstGeom>
            <a:solidFill>
              <a:srgbClr val="113E6A"/>
            </a:solidFill>
            <a:ln w="9525" algn="ctr">
              <a:noFill/>
              <a:round/>
              <a:headEnd/>
              <a:tailEnd/>
            </a:ln>
          </p:spPr>
          <p:txBody>
            <a:bodyPr/>
            <a:lstStyle/>
            <a:p>
              <a:pPr eaLnBrk="1" hangingPunct="1"/>
              <a:endParaRPr lang="zh-CN" altLang="en-US"/>
            </a:p>
          </p:txBody>
        </p:sp>
        <p:sp>
          <p:nvSpPr>
            <p:cNvPr id="7206" name="Freeform 11"/>
            <p:cNvSpPr>
              <a:spLocks noEditPoints="1"/>
            </p:cNvSpPr>
            <p:nvPr/>
          </p:nvSpPr>
          <p:spPr bwMode="auto">
            <a:xfrm>
              <a:off x="6298628" y="5092507"/>
              <a:ext cx="315884" cy="273385"/>
            </a:xfrm>
            <a:custGeom>
              <a:avLst/>
              <a:gdLst>
                <a:gd name="T0" fmla="*/ 2147483646 w 948"/>
                <a:gd name="T1" fmla="*/ 2147483646 h 810"/>
                <a:gd name="T2" fmla="*/ 2147483646 w 948"/>
                <a:gd name="T3" fmla="*/ 2147483646 h 810"/>
                <a:gd name="T4" fmla="*/ 2147483646 w 948"/>
                <a:gd name="T5" fmla="*/ 2147483646 h 810"/>
                <a:gd name="T6" fmla="*/ 2147483646 w 948"/>
                <a:gd name="T7" fmla="*/ 2147483646 h 810"/>
                <a:gd name="T8" fmla="*/ 2147483646 w 948"/>
                <a:gd name="T9" fmla="*/ 2147483646 h 810"/>
                <a:gd name="T10" fmla="*/ 2147483646 w 948"/>
                <a:gd name="T11" fmla="*/ 2147483646 h 810"/>
                <a:gd name="T12" fmla="*/ 2147483646 w 948"/>
                <a:gd name="T13" fmla="*/ 2147483646 h 810"/>
                <a:gd name="T14" fmla="*/ 2147483646 w 948"/>
                <a:gd name="T15" fmla="*/ 2147483646 h 810"/>
                <a:gd name="T16" fmla="*/ 2147483646 w 948"/>
                <a:gd name="T17" fmla="*/ 2147483646 h 810"/>
                <a:gd name="T18" fmla="*/ 2147483646 w 948"/>
                <a:gd name="T19" fmla="*/ 2147483646 h 810"/>
                <a:gd name="T20" fmla="*/ 2147483646 w 948"/>
                <a:gd name="T21" fmla="*/ 2147483646 h 810"/>
                <a:gd name="T22" fmla="*/ 2147483646 w 948"/>
                <a:gd name="T23" fmla="*/ 2147483646 h 810"/>
                <a:gd name="T24" fmla="*/ 2147483646 w 948"/>
                <a:gd name="T25" fmla="*/ 2147483646 h 810"/>
                <a:gd name="T26" fmla="*/ 2147483646 w 948"/>
                <a:gd name="T27" fmla="*/ 2147483646 h 810"/>
                <a:gd name="T28" fmla="*/ 2147483646 w 948"/>
                <a:gd name="T29" fmla="*/ 2147483646 h 810"/>
                <a:gd name="T30" fmla="*/ 2147483646 w 948"/>
                <a:gd name="T31" fmla="*/ 2147483646 h 810"/>
                <a:gd name="T32" fmla="*/ 2147483646 w 948"/>
                <a:gd name="T33" fmla="*/ 2147483646 h 810"/>
                <a:gd name="T34" fmla="*/ 2147483646 w 948"/>
                <a:gd name="T35" fmla="*/ 2147483646 h 810"/>
                <a:gd name="T36" fmla="*/ 2147483646 w 948"/>
                <a:gd name="T37" fmla="*/ 2147483646 h 810"/>
                <a:gd name="T38" fmla="*/ 2147483646 w 948"/>
                <a:gd name="T39" fmla="*/ 2147483646 h 810"/>
                <a:gd name="T40" fmla="*/ 2147483646 w 948"/>
                <a:gd name="T41" fmla="*/ 2147483646 h 810"/>
                <a:gd name="T42" fmla="*/ 2147483646 w 948"/>
                <a:gd name="T43" fmla="*/ 2147483646 h 810"/>
                <a:gd name="T44" fmla="*/ 2147483646 w 948"/>
                <a:gd name="T45" fmla="*/ 2147483646 h 810"/>
                <a:gd name="T46" fmla="*/ 2147483646 w 948"/>
                <a:gd name="T47" fmla="*/ 2147483646 h 810"/>
                <a:gd name="T48" fmla="*/ 2147483646 w 948"/>
                <a:gd name="T49" fmla="*/ 2147483646 h 810"/>
                <a:gd name="T50" fmla="*/ 2147483646 w 948"/>
                <a:gd name="T51" fmla="*/ 2147483646 h 810"/>
                <a:gd name="T52" fmla="*/ 2147483646 w 948"/>
                <a:gd name="T53" fmla="*/ 2147483646 h 810"/>
                <a:gd name="T54" fmla="*/ 2147483646 w 948"/>
                <a:gd name="T55" fmla="*/ 2147483646 h 810"/>
                <a:gd name="T56" fmla="*/ 2147483646 w 948"/>
                <a:gd name="T57" fmla="*/ 2147483646 h 810"/>
                <a:gd name="T58" fmla="*/ 2147483646 w 948"/>
                <a:gd name="T59" fmla="*/ 2147483646 h 810"/>
                <a:gd name="T60" fmla="*/ 2147483646 w 948"/>
                <a:gd name="T61" fmla="*/ 2147483646 h 810"/>
                <a:gd name="T62" fmla="*/ 2147483646 w 948"/>
                <a:gd name="T63" fmla="*/ 2147483646 h 810"/>
                <a:gd name="T64" fmla="*/ 2147483646 w 948"/>
                <a:gd name="T65" fmla="*/ 2147483646 h 810"/>
                <a:gd name="T66" fmla="*/ 2147483646 w 948"/>
                <a:gd name="T67" fmla="*/ 2147483646 h 810"/>
                <a:gd name="T68" fmla="*/ 2147483646 w 948"/>
                <a:gd name="T69" fmla="*/ 2147483646 h 810"/>
                <a:gd name="T70" fmla="*/ 2147483646 w 948"/>
                <a:gd name="T71" fmla="*/ 2147483646 h 810"/>
                <a:gd name="T72" fmla="*/ 2147483646 w 948"/>
                <a:gd name="T73" fmla="*/ 2147483646 h 810"/>
                <a:gd name="T74" fmla="*/ 2147483646 w 948"/>
                <a:gd name="T75" fmla="*/ 2147483646 h 810"/>
                <a:gd name="T76" fmla="*/ 2147483646 w 948"/>
                <a:gd name="T77" fmla="*/ 2147483646 h 810"/>
                <a:gd name="T78" fmla="*/ 2147483646 w 948"/>
                <a:gd name="T79" fmla="*/ 2147483646 h 810"/>
                <a:gd name="T80" fmla="*/ 2147483646 w 948"/>
                <a:gd name="T81" fmla="*/ 2147483646 h 810"/>
                <a:gd name="T82" fmla="*/ 2147483646 w 948"/>
                <a:gd name="T83" fmla="*/ 2147483646 h 810"/>
                <a:gd name="T84" fmla="*/ 2147483646 w 948"/>
                <a:gd name="T85" fmla="*/ 2147483646 h 810"/>
                <a:gd name="T86" fmla="*/ 2147483646 w 948"/>
                <a:gd name="T87" fmla="*/ 2147483646 h 810"/>
                <a:gd name="T88" fmla="*/ 2147483646 w 948"/>
                <a:gd name="T89" fmla="*/ 2147483646 h 810"/>
                <a:gd name="T90" fmla="*/ 2147483646 w 948"/>
                <a:gd name="T91" fmla="*/ 2147483646 h 810"/>
                <a:gd name="T92" fmla="*/ 2147483646 w 948"/>
                <a:gd name="T93" fmla="*/ 2147483646 h 810"/>
                <a:gd name="T94" fmla="*/ 2147483646 w 948"/>
                <a:gd name="T95" fmla="*/ 2147483646 h 810"/>
                <a:gd name="T96" fmla="*/ 2147483646 w 948"/>
                <a:gd name="T97" fmla="*/ 2147483646 h 810"/>
                <a:gd name="T98" fmla="*/ 2147483646 w 948"/>
                <a:gd name="T99" fmla="*/ 2147483646 h 810"/>
                <a:gd name="T100" fmla="*/ 2147483646 w 948"/>
                <a:gd name="T101" fmla="*/ 2147483646 h 810"/>
                <a:gd name="T102" fmla="*/ 2147483646 w 948"/>
                <a:gd name="T103" fmla="*/ 2147483646 h 810"/>
                <a:gd name="T104" fmla="*/ 2147483646 w 948"/>
                <a:gd name="T105" fmla="*/ 2147483646 h 810"/>
                <a:gd name="T106" fmla="*/ 2147483646 w 948"/>
                <a:gd name="T107" fmla="*/ 2147483646 h 810"/>
                <a:gd name="T108" fmla="*/ 2147483646 w 948"/>
                <a:gd name="T109" fmla="*/ 2147483646 h 810"/>
                <a:gd name="T110" fmla="*/ 2147483646 w 948"/>
                <a:gd name="T111" fmla="*/ 2147483646 h 810"/>
                <a:gd name="T112" fmla="*/ 2147483646 w 948"/>
                <a:gd name="T113" fmla="*/ 2147483646 h 810"/>
                <a:gd name="T114" fmla="*/ 2147483646 w 948"/>
                <a:gd name="T115" fmla="*/ 2147483646 h 810"/>
                <a:gd name="T116" fmla="*/ 2147483646 w 948"/>
                <a:gd name="T117" fmla="*/ 2147483646 h 810"/>
                <a:gd name="T118" fmla="*/ 2147483646 w 948"/>
                <a:gd name="T119" fmla="*/ 2147483646 h 81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948" h="810">
                  <a:moveTo>
                    <a:pt x="588" y="151"/>
                  </a:moveTo>
                  <a:cubicBezTo>
                    <a:pt x="588" y="151"/>
                    <a:pt x="588" y="152"/>
                    <a:pt x="588" y="152"/>
                  </a:cubicBezTo>
                  <a:cubicBezTo>
                    <a:pt x="588" y="153"/>
                    <a:pt x="589" y="154"/>
                    <a:pt x="589" y="155"/>
                  </a:cubicBezTo>
                  <a:cubicBezTo>
                    <a:pt x="589" y="156"/>
                    <a:pt x="589" y="156"/>
                    <a:pt x="589" y="157"/>
                  </a:cubicBezTo>
                  <a:cubicBezTo>
                    <a:pt x="589" y="158"/>
                    <a:pt x="589" y="159"/>
                    <a:pt x="589" y="161"/>
                  </a:cubicBezTo>
                  <a:cubicBezTo>
                    <a:pt x="589" y="161"/>
                    <a:pt x="589" y="161"/>
                    <a:pt x="589" y="161"/>
                  </a:cubicBezTo>
                  <a:cubicBezTo>
                    <a:pt x="589" y="162"/>
                    <a:pt x="589" y="164"/>
                    <a:pt x="589" y="165"/>
                  </a:cubicBezTo>
                  <a:cubicBezTo>
                    <a:pt x="589" y="165"/>
                    <a:pt x="589" y="166"/>
                    <a:pt x="589" y="166"/>
                  </a:cubicBezTo>
                  <a:cubicBezTo>
                    <a:pt x="589" y="167"/>
                    <a:pt x="589" y="168"/>
                    <a:pt x="589" y="169"/>
                  </a:cubicBezTo>
                  <a:cubicBezTo>
                    <a:pt x="589" y="170"/>
                    <a:pt x="589" y="170"/>
                    <a:pt x="589" y="171"/>
                  </a:cubicBezTo>
                  <a:cubicBezTo>
                    <a:pt x="588" y="178"/>
                    <a:pt x="586" y="185"/>
                    <a:pt x="584" y="191"/>
                  </a:cubicBezTo>
                  <a:cubicBezTo>
                    <a:pt x="584" y="192"/>
                    <a:pt x="583" y="193"/>
                    <a:pt x="583" y="194"/>
                  </a:cubicBezTo>
                  <a:cubicBezTo>
                    <a:pt x="583" y="195"/>
                    <a:pt x="583" y="195"/>
                    <a:pt x="583" y="195"/>
                  </a:cubicBezTo>
                  <a:cubicBezTo>
                    <a:pt x="583" y="196"/>
                    <a:pt x="582" y="197"/>
                    <a:pt x="582" y="198"/>
                  </a:cubicBezTo>
                  <a:cubicBezTo>
                    <a:pt x="582" y="198"/>
                    <a:pt x="582" y="198"/>
                    <a:pt x="582" y="198"/>
                  </a:cubicBezTo>
                  <a:cubicBezTo>
                    <a:pt x="580" y="201"/>
                    <a:pt x="579" y="204"/>
                    <a:pt x="577" y="207"/>
                  </a:cubicBezTo>
                  <a:cubicBezTo>
                    <a:pt x="577" y="207"/>
                    <a:pt x="577" y="207"/>
                    <a:pt x="577" y="208"/>
                  </a:cubicBezTo>
                  <a:cubicBezTo>
                    <a:pt x="577" y="208"/>
                    <a:pt x="576" y="209"/>
                    <a:pt x="575" y="210"/>
                  </a:cubicBezTo>
                  <a:cubicBezTo>
                    <a:pt x="575" y="210"/>
                    <a:pt x="575" y="211"/>
                    <a:pt x="575" y="211"/>
                  </a:cubicBezTo>
                  <a:cubicBezTo>
                    <a:pt x="573" y="215"/>
                    <a:pt x="570" y="218"/>
                    <a:pt x="567" y="222"/>
                  </a:cubicBezTo>
                  <a:cubicBezTo>
                    <a:pt x="567" y="222"/>
                    <a:pt x="567" y="222"/>
                    <a:pt x="567" y="222"/>
                  </a:cubicBezTo>
                  <a:cubicBezTo>
                    <a:pt x="566" y="223"/>
                    <a:pt x="566" y="224"/>
                    <a:pt x="565" y="224"/>
                  </a:cubicBezTo>
                  <a:cubicBezTo>
                    <a:pt x="565" y="224"/>
                    <a:pt x="565" y="225"/>
                    <a:pt x="565" y="225"/>
                  </a:cubicBezTo>
                  <a:cubicBezTo>
                    <a:pt x="562" y="227"/>
                    <a:pt x="560" y="230"/>
                    <a:pt x="558" y="232"/>
                  </a:cubicBezTo>
                  <a:cubicBezTo>
                    <a:pt x="558" y="232"/>
                    <a:pt x="557" y="232"/>
                    <a:pt x="557" y="232"/>
                  </a:cubicBezTo>
                  <a:cubicBezTo>
                    <a:pt x="557" y="233"/>
                    <a:pt x="556" y="233"/>
                    <a:pt x="555" y="234"/>
                  </a:cubicBezTo>
                  <a:cubicBezTo>
                    <a:pt x="555" y="234"/>
                    <a:pt x="555" y="234"/>
                    <a:pt x="554" y="234"/>
                  </a:cubicBezTo>
                  <a:cubicBezTo>
                    <a:pt x="554" y="235"/>
                    <a:pt x="553" y="236"/>
                    <a:pt x="552" y="236"/>
                  </a:cubicBezTo>
                  <a:cubicBezTo>
                    <a:pt x="547" y="240"/>
                    <a:pt x="543" y="243"/>
                    <a:pt x="537" y="246"/>
                  </a:cubicBezTo>
                  <a:cubicBezTo>
                    <a:pt x="536" y="246"/>
                    <a:pt x="535" y="247"/>
                    <a:pt x="534" y="247"/>
                  </a:cubicBezTo>
                  <a:cubicBezTo>
                    <a:pt x="533" y="247"/>
                    <a:pt x="533" y="248"/>
                    <a:pt x="532" y="248"/>
                  </a:cubicBezTo>
                  <a:cubicBezTo>
                    <a:pt x="532" y="248"/>
                    <a:pt x="531" y="249"/>
                    <a:pt x="530" y="249"/>
                  </a:cubicBezTo>
                  <a:cubicBezTo>
                    <a:pt x="529" y="249"/>
                    <a:pt x="529" y="249"/>
                    <a:pt x="528" y="249"/>
                  </a:cubicBezTo>
                  <a:cubicBezTo>
                    <a:pt x="527" y="250"/>
                    <a:pt x="526" y="250"/>
                    <a:pt x="525" y="251"/>
                  </a:cubicBezTo>
                  <a:cubicBezTo>
                    <a:pt x="525" y="251"/>
                    <a:pt x="525" y="251"/>
                    <a:pt x="525" y="251"/>
                  </a:cubicBezTo>
                  <a:cubicBezTo>
                    <a:pt x="523" y="251"/>
                    <a:pt x="522" y="252"/>
                    <a:pt x="520" y="252"/>
                  </a:cubicBezTo>
                  <a:cubicBezTo>
                    <a:pt x="520" y="252"/>
                    <a:pt x="520" y="252"/>
                    <a:pt x="519" y="252"/>
                  </a:cubicBezTo>
                  <a:cubicBezTo>
                    <a:pt x="518" y="253"/>
                    <a:pt x="517" y="253"/>
                    <a:pt x="516" y="253"/>
                  </a:cubicBezTo>
                  <a:cubicBezTo>
                    <a:pt x="516" y="253"/>
                    <a:pt x="515" y="253"/>
                    <a:pt x="515" y="253"/>
                  </a:cubicBezTo>
                  <a:cubicBezTo>
                    <a:pt x="514" y="254"/>
                    <a:pt x="512" y="254"/>
                    <a:pt x="511" y="254"/>
                  </a:cubicBezTo>
                  <a:cubicBezTo>
                    <a:pt x="509" y="254"/>
                    <a:pt x="508" y="255"/>
                    <a:pt x="506" y="255"/>
                  </a:cubicBezTo>
                  <a:cubicBezTo>
                    <a:pt x="506" y="255"/>
                    <a:pt x="506" y="255"/>
                    <a:pt x="505" y="255"/>
                  </a:cubicBezTo>
                  <a:cubicBezTo>
                    <a:pt x="504" y="255"/>
                    <a:pt x="503" y="255"/>
                    <a:pt x="502" y="255"/>
                  </a:cubicBezTo>
                  <a:cubicBezTo>
                    <a:pt x="502" y="255"/>
                    <a:pt x="501" y="255"/>
                    <a:pt x="501" y="255"/>
                  </a:cubicBezTo>
                  <a:cubicBezTo>
                    <a:pt x="499" y="255"/>
                    <a:pt x="498" y="255"/>
                    <a:pt x="496" y="255"/>
                  </a:cubicBezTo>
                  <a:cubicBezTo>
                    <a:pt x="496" y="255"/>
                    <a:pt x="496" y="255"/>
                    <a:pt x="496" y="255"/>
                  </a:cubicBezTo>
                  <a:cubicBezTo>
                    <a:pt x="495" y="255"/>
                    <a:pt x="494" y="255"/>
                    <a:pt x="492" y="255"/>
                  </a:cubicBezTo>
                  <a:cubicBezTo>
                    <a:pt x="492" y="255"/>
                    <a:pt x="491" y="255"/>
                    <a:pt x="491" y="255"/>
                  </a:cubicBezTo>
                  <a:cubicBezTo>
                    <a:pt x="490" y="255"/>
                    <a:pt x="489" y="255"/>
                    <a:pt x="488" y="255"/>
                  </a:cubicBezTo>
                  <a:cubicBezTo>
                    <a:pt x="488" y="255"/>
                    <a:pt x="487" y="255"/>
                    <a:pt x="487" y="255"/>
                  </a:cubicBezTo>
                  <a:cubicBezTo>
                    <a:pt x="485" y="255"/>
                    <a:pt x="484" y="255"/>
                    <a:pt x="483" y="255"/>
                  </a:cubicBezTo>
                  <a:cubicBezTo>
                    <a:pt x="477" y="254"/>
                    <a:pt x="471" y="253"/>
                    <a:pt x="466" y="251"/>
                  </a:cubicBezTo>
                  <a:cubicBezTo>
                    <a:pt x="465" y="250"/>
                    <a:pt x="464" y="250"/>
                    <a:pt x="463" y="250"/>
                  </a:cubicBezTo>
                  <a:cubicBezTo>
                    <a:pt x="463" y="250"/>
                    <a:pt x="462" y="250"/>
                    <a:pt x="462" y="249"/>
                  </a:cubicBezTo>
                  <a:cubicBezTo>
                    <a:pt x="461" y="249"/>
                    <a:pt x="460" y="249"/>
                    <a:pt x="459" y="248"/>
                  </a:cubicBezTo>
                  <a:cubicBezTo>
                    <a:pt x="459" y="248"/>
                    <a:pt x="459" y="248"/>
                    <a:pt x="459" y="248"/>
                  </a:cubicBezTo>
                  <a:cubicBezTo>
                    <a:pt x="456" y="247"/>
                    <a:pt x="453" y="245"/>
                    <a:pt x="450" y="244"/>
                  </a:cubicBezTo>
                  <a:cubicBezTo>
                    <a:pt x="450" y="244"/>
                    <a:pt x="450" y="244"/>
                    <a:pt x="450" y="244"/>
                  </a:cubicBezTo>
                  <a:cubicBezTo>
                    <a:pt x="449" y="243"/>
                    <a:pt x="448" y="243"/>
                    <a:pt x="447" y="242"/>
                  </a:cubicBezTo>
                  <a:cubicBezTo>
                    <a:pt x="447" y="242"/>
                    <a:pt x="447" y="242"/>
                    <a:pt x="446" y="242"/>
                  </a:cubicBezTo>
                  <a:cubicBezTo>
                    <a:pt x="443" y="239"/>
                    <a:pt x="439" y="237"/>
                    <a:pt x="436" y="234"/>
                  </a:cubicBezTo>
                  <a:cubicBezTo>
                    <a:pt x="435" y="234"/>
                    <a:pt x="435" y="234"/>
                    <a:pt x="435" y="234"/>
                  </a:cubicBezTo>
                  <a:cubicBezTo>
                    <a:pt x="434" y="233"/>
                    <a:pt x="434" y="232"/>
                    <a:pt x="433" y="232"/>
                  </a:cubicBezTo>
                  <a:cubicBezTo>
                    <a:pt x="433" y="231"/>
                    <a:pt x="433" y="231"/>
                    <a:pt x="432" y="231"/>
                  </a:cubicBezTo>
                  <a:cubicBezTo>
                    <a:pt x="430" y="229"/>
                    <a:pt x="428" y="227"/>
                    <a:pt x="425" y="224"/>
                  </a:cubicBezTo>
                  <a:cubicBezTo>
                    <a:pt x="425" y="224"/>
                    <a:pt x="425" y="224"/>
                    <a:pt x="425" y="224"/>
                  </a:cubicBezTo>
                  <a:cubicBezTo>
                    <a:pt x="425" y="223"/>
                    <a:pt x="424" y="222"/>
                    <a:pt x="423" y="222"/>
                  </a:cubicBezTo>
                  <a:cubicBezTo>
                    <a:pt x="423" y="221"/>
                    <a:pt x="423" y="221"/>
                    <a:pt x="423" y="221"/>
                  </a:cubicBezTo>
                  <a:cubicBezTo>
                    <a:pt x="422" y="220"/>
                    <a:pt x="421" y="219"/>
                    <a:pt x="421" y="218"/>
                  </a:cubicBezTo>
                  <a:cubicBezTo>
                    <a:pt x="417" y="213"/>
                    <a:pt x="413" y="207"/>
                    <a:pt x="410" y="200"/>
                  </a:cubicBezTo>
                  <a:cubicBezTo>
                    <a:pt x="410" y="200"/>
                    <a:pt x="410" y="199"/>
                    <a:pt x="409" y="199"/>
                  </a:cubicBezTo>
                  <a:cubicBezTo>
                    <a:pt x="409" y="198"/>
                    <a:pt x="409" y="197"/>
                    <a:pt x="408" y="196"/>
                  </a:cubicBezTo>
                  <a:cubicBezTo>
                    <a:pt x="408" y="196"/>
                    <a:pt x="408" y="195"/>
                    <a:pt x="408" y="195"/>
                  </a:cubicBezTo>
                  <a:cubicBezTo>
                    <a:pt x="407" y="194"/>
                    <a:pt x="407" y="193"/>
                    <a:pt x="407" y="191"/>
                  </a:cubicBezTo>
                  <a:cubicBezTo>
                    <a:pt x="406" y="191"/>
                    <a:pt x="406" y="191"/>
                    <a:pt x="406" y="191"/>
                  </a:cubicBezTo>
                  <a:cubicBezTo>
                    <a:pt x="406" y="190"/>
                    <a:pt x="406" y="188"/>
                    <a:pt x="405" y="187"/>
                  </a:cubicBezTo>
                  <a:cubicBezTo>
                    <a:pt x="405" y="187"/>
                    <a:pt x="405" y="186"/>
                    <a:pt x="405" y="186"/>
                  </a:cubicBezTo>
                  <a:cubicBezTo>
                    <a:pt x="405" y="185"/>
                    <a:pt x="404" y="184"/>
                    <a:pt x="404" y="183"/>
                  </a:cubicBezTo>
                  <a:cubicBezTo>
                    <a:pt x="404" y="182"/>
                    <a:pt x="404" y="182"/>
                    <a:pt x="404" y="181"/>
                  </a:cubicBezTo>
                  <a:cubicBezTo>
                    <a:pt x="404" y="180"/>
                    <a:pt x="403" y="179"/>
                    <a:pt x="403" y="177"/>
                  </a:cubicBezTo>
                  <a:cubicBezTo>
                    <a:pt x="403" y="176"/>
                    <a:pt x="403" y="174"/>
                    <a:pt x="402" y="173"/>
                  </a:cubicBezTo>
                  <a:cubicBezTo>
                    <a:pt x="402" y="173"/>
                    <a:pt x="402" y="172"/>
                    <a:pt x="402" y="172"/>
                  </a:cubicBezTo>
                  <a:cubicBezTo>
                    <a:pt x="402" y="171"/>
                    <a:pt x="402" y="170"/>
                    <a:pt x="402" y="169"/>
                  </a:cubicBezTo>
                  <a:cubicBezTo>
                    <a:pt x="402" y="168"/>
                    <a:pt x="402" y="168"/>
                    <a:pt x="402" y="167"/>
                  </a:cubicBezTo>
                  <a:cubicBezTo>
                    <a:pt x="402" y="166"/>
                    <a:pt x="402" y="164"/>
                    <a:pt x="402" y="163"/>
                  </a:cubicBezTo>
                  <a:cubicBezTo>
                    <a:pt x="402" y="163"/>
                    <a:pt x="402" y="163"/>
                    <a:pt x="402" y="163"/>
                  </a:cubicBezTo>
                  <a:cubicBezTo>
                    <a:pt x="402" y="161"/>
                    <a:pt x="402" y="160"/>
                    <a:pt x="402" y="159"/>
                  </a:cubicBezTo>
                  <a:cubicBezTo>
                    <a:pt x="402" y="158"/>
                    <a:pt x="402" y="158"/>
                    <a:pt x="402" y="157"/>
                  </a:cubicBezTo>
                  <a:cubicBezTo>
                    <a:pt x="402" y="156"/>
                    <a:pt x="402" y="156"/>
                    <a:pt x="402" y="155"/>
                  </a:cubicBezTo>
                  <a:cubicBezTo>
                    <a:pt x="402" y="154"/>
                    <a:pt x="402" y="154"/>
                    <a:pt x="402" y="153"/>
                  </a:cubicBezTo>
                  <a:cubicBezTo>
                    <a:pt x="402" y="152"/>
                    <a:pt x="402" y="151"/>
                    <a:pt x="403" y="149"/>
                  </a:cubicBezTo>
                  <a:cubicBezTo>
                    <a:pt x="403" y="149"/>
                    <a:pt x="403" y="149"/>
                    <a:pt x="403" y="149"/>
                  </a:cubicBezTo>
                  <a:cubicBezTo>
                    <a:pt x="403" y="143"/>
                    <a:pt x="405" y="138"/>
                    <a:pt x="406" y="132"/>
                  </a:cubicBezTo>
                  <a:cubicBezTo>
                    <a:pt x="407" y="131"/>
                    <a:pt x="407" y="130"/>
                    <a:pt x="408" y="129"/>
                  </a:cubicBezTo>
                  <a:cubicBezTo>
                    <a:pt x="408" y="129"/>
                    <a:pt x="408" y="129"/>
                    <a:pt x="408" y="129"/>
                  </a:cubicBezTo>
                  <a:cubicBezTo>
                    <a:pt x="408" y="128"/>
                    <a:pt x="409" y="127"/>
                    <a:pt x="409" y="126"/>
                  </a:cubicBezTo>
                  <a:cubicBezTo>
                    <a:pt x="409" y="126"/>
                    <a:pt x="409" y="126"/>
                    <a:pt x="409" y="126"/>
                  </a:cubicBezTo>
                  <a:cubicBezTo>
                    <a:pt x="410" y="123"/>
                    <a:pt x="412" y="120"/>
                    <a:pt x="413" y="117"/>
                  </a:cubicBezTo>
                  <a:cubicBezTo>
                    <a:pt x="413" y="117"/>
                    <a:pt x="414" y="116"/>
                    <a:pt x="414" y="116"/>
                  </a:cubicBezTo>
                  <a:cubicBezTo>
                    <a:pt x="414" y="115"/>
                    <a:pt x="415" y="114"/>
                    <a:pt x="415" y="114"/>
                  </a:cubicBezTo>
                  <a:cubicBezTo>
                    <a:pt x="415" y="113"/>
                    <a:pt x="415" y="113"/>
                    <a:pt x="416" y="113"/>
                  </a:cubicBezTo>
                  <a:cubicBezTo>
                    <a:pt x="418" y="109"/>
                    <a:pt x="420" y="106"/>
                    <a:pt x="423" y="102"/>
                  </a:cubicBezTo>
                  <a:cubicBezTo>
                    <a:pt x="423" y="102"/>
                    <a:pt x="423" y="102"/>
                    <a:pt x="424" y="102"/>
                  </a:cubicBezTo>
                  <a:cubicBezTo>
                    <a:pt x="424" y="101"/>
                    <a:pt x="425" y="100"/>
                    <a:pt x="426" y="99"/>
                  </a:cubicBezTo>
                  <a:cubicBezTo>
                    <a:pt x="426" y="99"/>
                    <a:pt x="426" y="99"/>
                    <a:pt x="426" y="99"/>
                  </a:cubicBezTo>
                  <a:cubicBezTo>
                    <a:pt x="428" y="97"/>
                    <a:pt x="431" y="94"/>
                    <a:pt x="433" y="92"/>
                  </a:cubicBezTo>
                  <a:cubicBezTo>
                    <a:pt x="433" y="92"/>
                    <a:pt x="433" y="92"/>
                    <a:pt x="433" y="92"/>
                  </a:cubicBezTo>
                  <a:cubicBezTo>
                    <a:pt x="434" y="91"/>
                    <a:pt x="435" y="90"/>
                    <a:pt x="436" y="90"/>
                  </a:cubicBezTo>
                  <a:cubicBezTo>
                    <a:pt x="436" y="90"/>
                    <a:pt x="436" y="89"/>
                    <a:pt x="436" y="89"/>
                  </a:cubicBezTo>
                  <a:cubicBezTo>
                    <a:pt x="437" y="89"/>
                    <a:pt x="438" y="88"/>
                    <a:pt x="439" y="87"/>
                  </a:cubicBezTo>
                  <a:cubicBezTo>
                    <a:pt x="443" y="84"/>
                    <a:pt x="448" y="81"/>
                    <a:pt x="453" y="78"/>
                  </a:cubicBezTo>
                  <a:cubicBezTo>
                    <a:pt x="454" y="78"/>
                    <a:pt x="456" y="77"/>
                    <a:pt x="457" y="77"/>
                  </a:cubicBezTo>
                  <a:cubicBezTo>
                    <a:pt x="457" y="76"/>
                    <a:pt x="458" y="76"/>
                    <a:pt x="458" y="76"/>
                  </a:cubicBezTo>
                  <a:cubicBezTo>
                    <a:pt x="459" y="76"/>
                    <a:pt x="460" y="75"/>
                    <a:pt x="461" y="75"/>
                  </a:cubicBezTo>
                  <a:cubicBezTo>
                    <a:pt x="461" y="75"/>
                    <a:pt x="462" y="74"/>
                    <a:pt x="462" y="74"/>
                  </a:cubicBezTo>
                  <a:cubicBezTo>
                    <a:pt x="463" y="74"/>
                    <a:pt x="465" y="73"/>
                    <a:pt x="466" y="73"/>
                  </a:cubicBezTo>
                  <a:cubicBezTo>
                    <a:pt x="466" y="73"/>
                    <a:pt x="466" y="73"/>
                    <a:pt x="466" y="73"/>
                  </a:cubicBezTo>
                  <a:cubicBezTo>
                    <a:pt x="467" y="72"/>
                    <a:pt x="469" y="72"/>
                    <a:pt x="470" y="72"/>
                  </a:cubicBezTo>
                  <a:cubicBezTo>
                    <a:pt x="471" y="72"/>
                    <a:pt x="471" y="71"/>
                    <a:pt x="471" y="71"/>
                  </a:cubicBezTo>
                  <a:cubicBezTo>
                    <a:pt x="472" y="71"/>
                    <a:pt x="473" y="71"/>
                    <a:pt x="474" y="71"/>
                  </a:cubicBezTo>
                  <a:cubicBezTo>
                    <a:pt x="475" y="71"/>
                    <a:pt x="475" y="70"/>
                    <a:pt x="476" y="70"/>
                  </a:cubicBezTo>
                  <a:cubicBezTo>
                    <a:pt x="477" y="70"/>
                    <a:pt x="479" y="70"/>
                    <a:pt x="480" y="70"/>
                  </a:cubicBezTo>
                  <a:cubicBezTo>
                    <a:pt x="481" y="69"/>
                    <a:pt x="483" y="69"/>
                    <a:pt x="484" y="69"/>
                  </a:cubicBezTo>
                  <a:cubicBezTo>
                    <a:pt x="485" y="69"/>
                    <a:pt x="485" y="69"/>
                    <a:pt x="486" y="69"/>
                  </a:cubicBezTo>
                  <a:cubicBezTo>
                    <a:pt x="487" y="69"/>
                    <a:pt x="488" y="69"/>
                    <a:pt x="489" y="69"/>
                  </a:cubicBezTo>
                  <a:cubicBezTo>
                    <a:pt x="489" y="68"/>
                    <a:pt x="490" y="68"/>
                    <a:pt x="490" y="68"/>
                  </a:cubicBezTo>
                  <a:cubicBezTo>
                    <a:pt x="491" y="68"/>
                    <a:pt x="493" y="68"/>
                    <a:pt x="494" y="68"/>
                  </a:cubicBezTo>
                  <a:cubicBezTo>
                    <a:pt x="494" y="68"/>
                    <a:pt x="494" y="68"/>
                    <a:pt x="495" y="68"/>
                  </a:cubicBezTo>
                  <a:cubicBezTo>
                    <a:pt x="496" y="68"/>
                    <a:pt x="497" y="68"/>
                    <a:pt x="498" y="68"/>
                  </a:cubicBezTo>
                  <a:cubicBezTo>
                    <a:pt x="499" y="68"/>
                    <a:pt x="499" y="68"/>
                    <a:pt x="500" y="68"/>
                  </a:cubicBezTo>
                  <a:cubicBezTo>
                    <a:pt x="501" y="68"/>
                    <a:pt x="502" y="68"/>
                    <a:pt x="503" y="69"/>
                  </a:cubicBezTo>
                  <a:cubicBezTo>
                    <a:pt x="503" y="69"/>
                    <a:pt x="504" y="69"/>
                    <a:pt x="504" y="69"/>
                  </a:cubicBezTo>
                  <a:cubicBezTo>
                    <a:pt x="505" y="69"/>
                    <a:pt x="507" y="69"/>
                    <a:pt x="508" y="69"/>
                  </a:cubicBezTo>
                  <a:cubicBezTo>
                    <a:pt x="514" y="70"/>
                    <a:pt x="519" y="71"/>
                    <a:pt x="525" y="73"/>
                  </a:cubicBezTo>
                  <a:cubicBezTo>
                    <a:pt x="526" y="73"/>
                    <a:pt x="527" y="74"/>
                    <a:pt x="528" y="74"/>
                  </a:cubicBezTo>
                  <a:cubicBezTo>
                    <a:pt x="528" y="74"/>
                    <a:pt x="528" y="74"/>
                    <a:pt x="528" y="74"/>
                  </a:cubicBezTo>
                  <a:cubicBezTo>
                    <a:pt x="529" y="75"/>
                    <a:pt x="530" y="75"/>
                    <a:pt x="531" y="75"/>
                  </a:cubicBezTo>
                  <a:cubicBezTo>
                    <a:pt x="531" y="75"/>
                    <a:pt x="532" y="76"/>
                    <a:pt x="532" y="76"/>
                  </a:cubicBezTo>
                  <a:cubicBezTo>
                    <a:pt x="535" y="77"/>
                    <a:pt x="538" y="78"/>
                    <a:pt x="541" y="80"/>
                  </a:cubicBezTo>
                  <a:cubicBezTo>
                    <a:pt x="541" y="80"/>
                    <a:pt x="541" y="80"/>
                    <a:pt x="541" y="80"/>
                  </a:cubicBezTo>
                  <a:cubicBezTo>
                    <a:pt x="542" y="81"/>
                    <a:pt x="543" y="81"/>
                    <a:pt x="544" y="82"/>
                  </a:cubicBezTo>
                  <a:cubicBezTo>
                    <a:pt x="544" y="82"/>
                    <a:pt x="544" y="82"/>
                    <a:pt x="544" y="82"/>
                  </a:cubicBezTo>
                  <a:cubicBezTo>
                    <a:pt x="548" y="84"/>
                    <a:pt x="552" y="87"/>
                    <a:pt x="555" y="90"/>
                  </a:cubicBezTo>
                  <a:cubicBezTo>
                    <a:pt x="555" y="90"/>
                    <a:pt x="555" y="90"/>
                    <a:pt x="556" y="90"/>
                  </a:cubicBezTo>
                  <a:cubicBezTo>
                    <a:pt x="556" y="91"/>
                    <a:pt x="557" y="92"/>
                    <a:pt x="558" y="92"/>
                  </a:cubicBezTo>
                  <a:cubicBezTo>
                    <a:pt x="558" y="92"/>
                    <a:pt x="558" y="92"/>
                    <a:pt x="558" y="93"/>
                  </a:cubicBezTo>
                  <a:cubicBezTo>
                    <a:pt x="561" y="95"/>
                    <a:pt x="563" y="97"/>
                    <a:pt x="565" y="100"/>
                  </a:cubicBezTo>
                  <a:cubicBezTo>
                    <a:pt x="565" y="100"/>
                    <a:pt x="565" y="100"/>
                    <a:pt x="565" y="100"/>
                  </a:cubicBezTo>
                  <a:cubicBezTo>
                    <a:pt x="566" y="101"/>
                    <a:pt x="567" y="101"/>
                    <a:pt x="567" y="102"/>
                  </a:cubicBezTo>
                  <a:cubicBezTo>
                    <a:pt x="568" y="102"/>
                    <a:pt x="568" y="103"/>
                    <a:pt x="568" y="103"/>
                  </a:cubicBezTo>
                  <a:cubicBezTo>
                    <a:pt x="569" y="104"/>
                    <a:pt x="569" y="104"/>
                    <a:pt x="570" y="105"/>
                  </a:cubicBezTo>
                  <a:cubicBezTo>
                    <a:pt x="573" y="110"/>
                    <a:pt x="576" y="115"/>
                    <a:pt x="579" y="120"/>
                  </a:cubicBezTo>
                  <a:cubicBezTo>
                    <a:pt x="580" y="121"/>
                    <a:pt x="580" y="122"/>
                    <a:pt x="581" y="123"/>
                  </a:cubicBezTo>
                  <a:cubicBezTo>
                    <a:pt x="581" y="124"/>
                    <a:pt x="581" y="124"/>
                    <a:pt x="581" y="125"/>
                  </a:cubicBezTo>
                  <a:cubicBezTo>
                    <a:pt x="582" y="126"/>
                    <a:pt x="582" y="127"/>
                    <a:pt x="582" y="127"/>
                  </a:cubicBezTo>
                  <a:cubicBezTo>
                    <a:pt x="583" y="128"/>
                    <a:pt x="583" y="128"/>
                    <a:pt x="583" y="129"/>
                  </a:cubicBezTo>
                  <a:cubicBezTo>
                    <a:pt x="583" y="130"/>
                    <a:pt x="584" y="131"/>
                    <a:pt x="584" y="132"/>
                  </a:cubicBezTo>
                  <a:cubicBezTo>
                    <a:pt x="584" y="132"/>
                    <a:pt x="584" y="133"/>
                    <a:pt x="584" y="133"/>
                  </a:cubicBezTo>
                  <a:cubicBezTo>
                    <a:pt x="585" y="134"/>
                    <a:pt x="585" y="135"/>
                    <a:pt x="585" y="137"/>
                  </a:cubicBezTo>
                  <a:lnTo>
                    <a:pt x="586" y="138"/>
                  </a:lnTo>
                  <a:cubicBezTo>
                    <a:pt x="586" y="139"/>
                    <a:pt x="586" y="140"/>
                    <a:pt x="587" y="141"/>
                  </a:cubicBezTo>
                  <a:cubicBezTo>
                    <a:pt x="587" y="141"/>
                    <a:pt x="587" y="142"/>
                    <a:pt x="587" y="142"/>
                  </a:cubicBezTo>
                  <a:cubicBezTo>
                    <a:pt x="587" y="144"/>
                    <a:pt x="587" y="145"/>
                    <a:pt x="588" y="147"/>
                  </a:cubicBezTo>
                  <a:cubicBezTo>
                    <a:pt x="588" y="148"/>
                    <a:pt x="588" y="149"/>
                    <a:pt x="588" y="151"/>
                  </a:cubicBezTo>
                  <a:close/>
                  <a:moveTo>
                    <a:pt x="657" y="163"/>
                  </a:moveTo>
                  <a:lnTo>
                    <a:pt x="648" y="108"/>
                  </a:lnTo>
                  <a:lnTo>
                    <a:pt x="616" y="114"/>
                  </a:lnTo>
                  <a:cubicBezTo>
                    <a:pt x="611" y="99"/>
                    <a:pt x="602" y="86"/>
                    <a:pt x="592" y="74"/>
                  </a:cubicBezTo>
                  <a:lnTo>
                    <a:pt x="611" y="48"/>
                  </a:lnTo>
                  <a:lnTo>
                    <a:pt x="565" y="16"/>
                  </a:lnTo>
                  <a:lnTo>
                    <a:pt x="547" y="42"/>
                  </a:lnTo>
                  <a:cubicBezTo>
                    <a:pt x="533" y="36"/>
                    <a:pt x="518" y="32"/>
                    <a:pt x="502" y="32"/>
                  </a:cubicBezTo>
                  <a:lnTo>
                    <a:pt x="497" y="0"/>
                  </a:lnTo>
                  <a:lnTo>
                    <a:pt x="442" y="9"/>
                  </a:lnTo>
                  <a:lnTo>
                    <a:pt x="447" y="41"/>
                  </a:lnTo>
                  <a:cubicBezTo>
                    <a:pt x="432" y="47"/>
                    <a:pt x="419" y="55"/>
                    <a:pt x="408" y="65"/>
                  </a:cubicBezTo>
                  <a:lnTo>
                    <a:pt x="382" y="47"/>
                  </a:lnTo>
                  <a:lnTo>
                    <a:pt x="350" y="92"/>
                  </a:lnTo>
                  <a:lnTo>
                    <a:pt x="376" y="110"/>
                  </a:lnTo>
                  <a:cubicBezTo>
                    <a:pt x="370" y="124"/>
                    <a:pt x="366" y="140"/>
                    <a:pt x="365" y="155"/>
                  </a:cubicBezTo>
                  <a:lnTo>
                    <a:pt x="334" y="161"/>
                  </a:lnTo>
                  <a:lnTo>
                    <a:pt x="343" y="215"/>
                  </a:lnTo>
                  <a:lnTo>
                    <a:pt x="374" y="210"/>
                  </a:lnTo>
                  <a:cubicBezTo>
                    <a:pt x="380" y="225"/>
                    <a:pt x="388" y="238"/>
                    <a:pt x="399" y="249"/>
                  </a:cubicBezTo>
                  <a:lnTo>
                    <a:pt x="380" y="275"/>
                  </a:lnTo>
                  <a:lnTo>
                    <a:pt x="425" y="308"/>
                  </a:lnTo>
                  <a:lnTo>
                    <a:pt x="444" y="282"/>
                  </a:lnTo>
                  <a:cubicBezTo>
                    <a:pt x="458" y="288"/>
                    <a:pt x="473" y="291"/>
                    <a:pt x="489" y="292"/>
                  </a:cubicBezTo>
                  <a:lnTo>
                    <a:pt x="494" y="324"/>
                  </a:lnTo>
                  <a:lnTo>
                    <a:pt x="549" y="315"/>
                  </a:lnTo>
                  <a:lnTo>
                    <a:pt x="544" y="283"/>
                  </a:lnTo>
                  <a:cubicBezTo>
                    <a:pt x="558" y="277"/>
                    <a:pt x="571" y="269"/>
                    <a:pt x="583" y="258"/>
                  </a:cubicBezTo>
                  <a:lnTo>
                    <a:pt x="609" y="277"/>
                  </a:lnTo>
                  <a:lnTo>
                    <a:pt x="641" y="232"/>
                  </a:lnTo>
                  <a:lnTo>
                    <a:pt x="615" y="213"/>
                  </a:lnTo>
                  <a:cubicBezTo>
                    <a:pt x="621" y="199"/>
                    <a:pt x="625" y="184"/>
                    <a:pt x="625" y="168"/>
                  </a:cubicBezTo>
                  <a:lnTo>
                    <a:pt x="657" y="163"/>
                  </a:lnTo>
                  <a:close/>
                  <a:moveTo>
                    <a:pt x="453" y="544"/>
                  </a:moveTo>
                  <a:cubicBezTo>
                    <a:pt x="453" y="545"/>
                    <a:pt x="453" y="546"/>
                    <a:pt x="453" y="547"/>
                  </a:cubicBezTo>
                  <a:cubicBezTo>
                    <a:pt x="452" y="548"/>
                    <a:pt x="452" y="550"/>
                    <a:pt x="452" y="552"/>
                  </a:cubicBezTo>
                  <a:cubicBezTo>
                    <a:pt x="452" y="553"/>
                    <a:pt x="451" y="554"/>
                    <a:pt x="451" y="554"/>
                  </a:cubicBezTo>
                  <a:cubicBezTo>
                    <a:pt x="451" y="557"/>
                    <a:pt x="450" y="559"/>
                    <a:pt x="450" y="562"/>
                  </a:cubicBezTo>
                  <a:cubicBezTo>
                    <a:pt x="450" y="562"/>
                    <a:pt x="450" y="562"/>
                    <a:pt x="449" y="562"/>
                  </a:cubicBezTo>
                  <a:cubicBezTo>
                    <a:pt x="449" y="565"/>
                    <a:pt x="448" y="567"/>
                    <a:pt x="448" y="569"/>
                  </a:cubicBezTo>
                  <a:cubicBezTo>
                    <a:pt x="447" y="570"/>
                    <a:pt x="447" y="570"/>
                    <a:pt x="447" y="571"/>
                  </a:cubicBezTo>
                  <a:cubicBezTo>
                    <a:pt x="447" y="573"/>
                    <a:pt x="446" y="575"/>
                    <a:pt x="445" y="576"/>
                  </a:cubicBezTo>
                  <a:cubicBezTo>
                    <a:pt x="445" y="577"/>
                    <a:pt x="445" y="578"/>
                    <a:pt x="445" y="579"/>
                  </a:cubicBezTo>
                  <a:cubicBezTo>
                    <a:pt x="440" y="591"/>
                    <a:pt x="435" y="602"/>
                    <a:pt x="428" y="612"/>
                  </a:cubicBezTo>
                  <a:cubicBezTo>
                    <a:pt x="427" y="614"/>
                    <a:pt x="426" y="616"/>
                    <a:pt x="425" y="617"/>
                  </a:cubicBezTo>
                  <a:cubicBezTo>
                    <a:pt x="424" y="617"/>
                    <a:pt x="424" y="618"/>
                    <a:pt x="424" y="618"/>
                  </a:cubicBezTo>
                  <a:cubicBezTo>
                    <a:pt x="423" y="620"/>
                    <a:pt x="422" y="621"/>
                    <a:pt x="421" y="623"/>
                  </a:cubicBezTo>
                  <a:cubicBezTo>
                    <a:pt x="421" y="623"/>
                    <a:pt x="420" y="623"/>
                    <a:pt x="420" y="623"/>
                  </a:cubicBezTo>
                  <a:cubicBezTo>
                    <a:pt x="417" y="628"/>
                    <a:pt x="413" y="632"/>
                    <a:pt x="409" y="637"/>
                  </a:cubicBezTo>
                  <a:cubicBezTo>
                    <a:pt x="409" y="637"/>
                    <a:pt x="409" y="637"/>
                    <a:pt x="408" y="637"/>
                  </a:cubicBezTo>
                  <a:cubicBezTo>
                    <a:pt x="407" y="639"/>
                    <a:pt x="406" y="640"/>
                    <a:pt x="404" y="641"/>
                  </a:cubicBezTo>
                  <a:cubicBezTo>
                    <a:pt x="404" y="641"/>
                    <a:pt x="404" y="642"/>
                    <a:pt x="404" y="642"/>
                  </a:cubicBezTo>
                  <a:cubicBezTo>
                    <a:pt x="398" y="648"/>
                    <a:pt x="392" y="653"/>
                    <a:pt x="386" y="657"/>
                  </a:cubicBezTo>
                  <a:cubicBezTo>
                    <a:pt x="385" y="657"/>
                    <a:pt x="385" y="658"/>
                    <a:pt x="385" y="658"/>
                  </a:cubicBezTo>
                  <a:cubicBezTo>
                    <a:pt x="383" y="659"/>
                    <a:pt x="382" y="660"/>
                    <a:pt x="380" y="661"/>
                  </a:cubicBezTo>
                  <a:cubicBezTo>
                    <a:pt x="380" y="661"/>
                    <a:pt x="379" y="661"/>
                    <a:pt x="379" y="662"/>
                  </a:cubicBezTo>
                  <a:cubicBezTo>
                    <a:pt x="374" y="665"/>
                    <a:pt x="369" y="668"/>
                    <a:pt x="364" y="670"/>
                  </a:cubicBezTo>
                  <a:cubicBezTo>
                    <a:pt x="364" y="671"/>
                    <a:pt x="364" y="671"/>
                    <a:pt x="363" y="671"/>
                  </a:cubicBezTo>
                  <a:cubicBezTo>
                    <a:pt x="362" y="672"/>
                    <a:pt x="360" y="672"/>
                    <a:pt x="358" y="673"/>
                  </a:cubicBezTo>
                  <a:cubicBezTo>
                    <a:pt x="358" y="673"/>
                    <a:pt x="358" y="674"/>
                    <a:pt x="357" y="674"/>
                  </a:cubicBezTo>
                  <a:cubicBezTo>
                    <a:pt x="356" y="675"/>
                    <a:pt x="354" y="675"/>
                    <a:pt x="352" y="676"/>
                  </a:cubicBezTo>
                  <a:cubicBezTo>
                    <a:pt x="343" y="680"/>
                    <a:pt x="333" y="683"/>
                    <a:pt x="323" y="685"/>
                  </a:cubicBezTo>
                  <a:cubicBezTo>
                    <a:pt x="321" y="686"/>
                    <a:pt x="318" y="686"/>
                    <a:pt x="316" y="687"/>
                  </a:cubicBezTo>
                  <a:cubicBezTo>
                    <a:pt x="315" y="687"/>
                    <a:pt x="314" y="687"/>
                    <a:pt x="313" y="687"/>
                  </a:cubicBezTo>
                  <a:cubicBezTo>
                    <a:pt x="312" y="687"/>
                    <a:pt x="310" y="688"/>
                    <a:pt x="308" y="688"/>
                  </a:cubicBezTo>
                  <a:cubicBezTo>
                    <a:pt x="307" y="688"/>
                    <a:pt x="307" y="688"/>
                    <a:pt x="306" y="688"/>
                  </a:cubicBezTo>
                  <a:cubicBezTo>
                    <a:pt x="304" y="688"/>
                    <a:pt x="301" y="689"/>
                    <a:pt x="299" y="689"/>
                  </a:cubicBezTo>
                  <a:cubicBezTo>
                    <a:pt x="299" y="689"/>
                    <a:pt x="299" y="689"/>
                    <a:pt x="298" y="689"/>
                  </a:cubicBezTo>
                  <a:cubicBezTo>
                    <a:pt x="296" y="689"/>
                    <a:pt x="293" y="689"/>
                    <a:pt x="291" y="689"/>
                  </a:cubicBezTo>
                  <a:cubicBezTo>
                    <a:pt x="290" y="689"/>
                    <a:pt x="289" y="689"/>
                    <a:pt x="289" y="689"/>
                  </a:cubicBezTo>
                  <a:cubicBezTo>
                    <a:pt x="287" y="689"/>
                    <a:pt x="285" y="689"/>
                    <a:pt x="283" y="689"/>
                  </a:cubicBezTo>
                  <a:cubicBezTo>
                    <a:pt x="282" y="689"/>
                    <a:pt x="281" y="689"/>
                    <a:pt x="281" y="689"/>
                  </a:cubicBezTo>
                  <a:cubicBezTo>
                    <a:pt x="278" y="689"/>
                    <a:pt x="276" y="689"/>
                    <a:pt x="273" y="689"/>
                  </a:cubicBezTo>
                  <a:cubicBezTo>
                    <a:pt x="270" y="688"/>
                    <a:pt x="268" y="688"/>
                    <a:pt x="265" y="688"/>
                  </a:cubicBezTo>
                  <a:cubicBezTo>
                    <a:pt x="265" y="688"/>
                    <a:pt x="264" y="687"/>
                    <a:pt x="263" y="687"/>
                  </a:cubicBezTo>
                  <a:cubicBezTo>
                    <a:pt x="261" y="687"/>
                    <a:pt x="259" y="687"/>
                    <a:pt x="257" y="686"/>
                  </a:cubicBezTo>
                  <a:cubicBezTo>
                    <a:pt x="257" y="686"/>
                    <a:pt x="256" y="686"/>
                    <a:pt x="255" y="686"/>
                  </a:cubicBezTo>
                  <a:cubicBezTo>
                    <a:pt x="253" y="686"/>
                    <a:pt x="250" y="685"/>
                    <a:pt x="248" y="684"/>
                  </a:cubicBezTo>
                  <a:cubicBezTo>
                    <a:pt x="248" y="684"/>
                    <a:pt x="247" y="684"/>
                    <a:pt x="247" y="684"/>
                  </a:cubicBezTo>
                  <a:cubicBezTo>
                    <a:pt x="245" y="684"/>
                    <a:pt x="243" y="683"/>
                    <a:pt x="241" y="683"/>
                  </a:cubicBezTo>
                  <a:cubicBezTo>
                    <a:pt x="240" y="682"/>
                    <a:pt x="239" y="682"/>
                    <a:pt x="238" y="682"/>
                  </a:cubicBezTo>
                  <a:cubicBezTo>
                    <a:pt x="237" y="681"/>
                    <a:pt x="235" y="681"/>
                    <a:pt x="233" y="680"/>
                  </a:cubicBezTo>
                  <a:cubicBezTo>
                    <a:pt x="233" y="680"/>
                    <a:pt x="232" y="680"/>
                    <a:pt x="231" y="679"/>
                  </a:cubicBezTo>
                  <a:cubicBezTo>
                    <a:pt x="229" y="679"/>
                    <a:pt x="226" y="678"/>
                    <a:pt x="224" y="677"/>
                  </a:cubicBezTo>
                  <a:cubicBezTo>
                    <a:pt x="215" y="673"/>
                    <a:pt x="206" y="668"/>
                    <a:pt x="197" y="663"/>
                  </a:cubicBezTo>
                  <a:cubicBezTo>
                    <a:pt x="196" y="662"/>
                    <a:pt x="194" y="661"/>
                    <a:pt x="192" y="660"/>
                  </a:cubicBezTo>
                  <a:cubicBezTo>
                    <a:pt x="192" y="659"/>
                    <a:pt x="192" y="659"/>
                    <a:pt x="191" y="659"/>
                  </a:cubicBezTo>
                  <a:cubicBezTo>
                    <a:pt x="190" y="658"/>
                    <a:pt x="188" y="657"/>
                    <a:pt x="187" y="656"/>
                  </a:cubicBezTo>
                  <a:cubicBezTo>
                    <a:pt x="187" y="655"/>
                    <a:pt x="187" y="655"/>
                    <a:pt x="186" y="655"/>
                  </a:cubicBezTo>
                  <a:cubicBezTo>
                    <a:pt x="182" y="652"/>
                    <a:pt x="177" y="648"/>
                    <a:pt x="173" y="644"/>
                  </a:cubicBezTo>
                  <a:cubicBezTo>
                    <a:pt x="173" y="644"/>
                    <a:pt x="172" y="643"/>
                    <a:pt x="172" y="643"/>
                  </a:cubicBezTo>
                  <a:cubicBezTo>
                    <a:pt x="171" y="642"/>
                    <a:pt x="170" y="641"/>
                    <a:pt x="168" y="639"/>
                  </a:cubicBezTo>
                  <a:cubicBezTo>
                    <a:pt x="168" y="639"/>
                    <a:pt x="168" y="639"/>
                    <a:pt x="167" y="638"/>
                  </a:cubicBezTo>
                  <a:cubicBezTo>
                    <a:pt x="162" y="633"/>
                    <a:pt x="157" y="627"/>
                    <a:pt x="152" y="620"/>
                  </a:cubicBezTo>
                  <a:cubicBezTo>
                    <a:pt x="152" y="620"/>
                    <a:pt x="152" y="620"/>
                    <a:pt x="151" y="619"/>
                  </a:cubicBezTo>
                  <a:cubicBezTo>
                    <a:pt x="150" y="618"/>
                    <a:pt x="149" y="616"/>
                    <a:pt x="148" y="615"/>
                  </a:cubicBezTo>
                  <a:cubicBezTo>
                    <a:pt x="148" y="615"/>
                    <a:pt x="148" y="614"/>
                    <a:pt x="148" y="614"/>
                  </a:cubicBezTo>
                  <a:cubicBezTo>
                    <a:pt x="145" y="609"/>
                    <a:pt x="142" y="604"/>
                    <a:pt x="139" y="599"/>
                  </a:cubicBezTo>
                  <a:cubicBezTo>
                    <a:pt x="139" y="599"/>
                    <a:pt x="139" y="598"/>
                    <a:pt x="139" y="598"/>
                  </a:cubicBezTo>
                  <a:cubicBezTo>
                    <a:pt x="138" y="597"/>
                    <a:pt x="137" y="595"/>
                    <a:pt x="136" y="593"/>
                  </a:cubicBezTo>
                  <a:cubicBezTo>
                    <a:pt x="136" y="593"/>
                    <a:pt x="136" y="592"/>
                    <a:pt x="136" y="592"/>
                  </a:cubicBezTo>
                  <a:cubicBezTo>
                    <a:pt x="135" y="590"/>
                    <a:pt x="134" y="589"/>
                    <a:pt x="133" y="587"/>
                  </a:cubicBezTo>
                  <a:cubicBezTo>
                    <a:pt x="129" y="575"/>
                    <a:pt x="125" y="563"/>
                    <a:pt x="123" y="551"/>
                  </a:cubicBezTo>
                  <a:cubicBezTo>
                    <a:pt x="123" y="550"/>
                    <a:pt x="122" y="549"/>
                    <a:pt x="122" y="548"/>
                  </a:cubicBezTo>
                  <a:cubicBezTo>
                    <a:pt x="122" y="547"/>
                    <a:pt x="122" y="545"/>
                    <a:pt x="122" y="543"/>
                  </a:cubicBezTo>
                  <a:cubicBezTo>
                    <a:pt x="122" y="542"/>
                    <a:pt x="121" y="541"/>
                    <a:pt x="121" y="541"/>
                  </a:cubicBezTo>
                  <a:cubicBezTo>
                    <a:pt x="121" y="538"/>
                    <a:pt x="121" y="536"/>
                    <a:pt x="121" y="534"/>
                  </a:cubicBezTo>
                  <a:cubicBezTo>
                    <a:pt x="121" y="534"/>
                    <a:pt x="121" y="533"/>
                    <a:pt x="121" y="533"/>
                  </a:cubicBezTo>
                  <a:cubicBezTo>
                    <a:pt x="120" y="531"/>
                    <a:pt x="120" y="528"/>
                    <a:pt x="120" y="526"/>
                  </a:cubicBezTo>
                  <a:cubicBezTo>
                    <a:pt x="120" y="525"/>
                    <a:pt x="120" y="524"/>
                    <a:pt x="120" y="523"/>
                  </a:cubicBezTo>
                  <a:cubicBezTo>
                    <a:pt x="120" y="522"/>
                    <a:pt x="120" y="520"/>
                    <a:pt x="120" y="518"/>
                  </a:cubicBezTo>
                  <a:cubicBezTo>
                    <a:pt x="120" y="517"/>
                    <a:pt x="120" y="516"/>
                    <a:pt x="120" y="515"/>
                  </a:cubicBezTo>
                  <a:cubicBezTo>
                    <a:pt x="121" y="513"/>
                    <a:pt x="121" y="510"/>
                    <a:pt x="121" y="508"/>
                  </a:cubicBezTo>
                  <a:cubicBezTo>
                    <a:pt x="121" y="505"/>
                    <a:pt x="121" y="503"/>
                    <a:pt x="122" y="500"/>
                  </a:cubicBezTo>
                  <a:cubicBezTo>
                    <a:pt x="122" y="499"/>
                    <a:pt x="122" y="499"/>
                    <a:pt x="122" y="498"/>
                  </a:cubicBezTo>
                  <a:cubicBezTo>
                    <a:pt x="122" y="496"/>
                    <a:pt x="123" y="494"/>
                    <a:pt x="123" y="492"/>
                  </a:cubicBezTo>
                  <a:cubicBezTo>
                    <a:pt x="123" y="492"/>
                    <a:pt x="123" y="491"/>
                    <a:pt x="123" y="490"/>
                  </a:cubicBezTo>
                  <a:cubicBezTo>
                    <a:pt x="124" y="488"/>
                    <a:pt x="124" y="485"/>
                    <a:pt x="125" y="483"/>
                  </a:cubicBezTo>
                  <a:cubicBezTo>
                    <a:pt x="125" y="482"/>
                    <a:pt x="125" y="482"/>
                    <a:pt x="125" y="482"/>
                  </a:cubicBezTo>
                  <a:cubicBezTo>
                    <a:pt x="126" y="480"/>
                    <a:pt x="126" y="478"/>
                    <a:pt x="127" y="475"/>
                  </a:cubicBezTo>
                  <a:cubicBezTo>
                    <a:pt x="127" y="475"/>
                    <a:pt x="127" y="474"/>
                    <a:pt x="128" y="473"/>
                  </a:cubicBezTo>
                  <a:cubicBezTo>
                    <a:pt x="128" y="471"/>
                    <a:pt x="129" y="470"/>
                    <a:pt x="129" y="468"/>
                  </a:cubicBezTo>
                  <a:cubicBezTo>
                    <a:pt x="130" y="467"/>
                    <a:pt x="130" y="467"/>
                    <a:pt x="130" y="466"/>
                  </a:cubicBezTo>
                  <a:cubicBezTo>
                    <a:pt x="131" y="464"/>
                    <a:pt x="132" y="461"/>
                    <a:pt x="133" y="459"/>
                  </a:cubicBezTo>
                  <a:cubicBezTo>
                    <a:pt x="133" y="459"/>
                    <a:pt x="133" y="459"/>
                    <a:pt x="133" y="459"/>
                  </a:cubicBezTo>
                  <a:cubicBezTo>
                    <a:pt x="136" y="450"/>
                    <a:pt x="141" y="440"/>
                    <a:pt x="147" y="432"/>
                  </a:cubicBezTo>
                  <a:cubicBezTo>
                    <a:pt x="148" y="430"/>
                    <a:pt x="149" y="429"/>
                    <a:pt x="150" y="427"/>
                  </a:cubicBezTo>
                  <a:cubicBezTo>
                    <a:pt x="150" y="427"/>
                    <a:pt x="150" y="426"/>
                    <a:pt x="151" y="426"/>
                  </a:cubicBezTo>
                  <a:cubicBezTo>
                    <a:pt x="152" y="425"/>
                    <a:pt x="153" y="423"/>
                    <a:pt x="154" y="422"/>
                  </a:cubicBezTo>
                  <a:cubicBezTo>
                    <a:pt x="154" y="422"/>
                    <a:pt x="154" y="421"/>
                    <a:pt x="154" y="421"/>
                  </a:cubicBezTo>
                  <a:cubicBezTo>
                    <a:pt x="158" y="416"/>
                    <a:pt x="162" y="412"/>
                    <a:pt x="166" y="408"/>
                  </a:cubicBezTo>
                  <a:cubicBezTo>
                    <a:pt x="166" y="407"/>
                    <a:pt x="166" y="407"/>
                    <a:pt x="166" y="407"/>
                  </a:cubicBezTo>
                  <a:cubicBezTo>
                    <a:pt x="168" y="406"/>
                    <a:pt x="169" y="404"/>
                    <a:pt x="170" y="403"/>
                  </a:cubicBezTo>
                  <a:cubicBezTo>
                    <a:pt x="170" y="403"/>
                    <a:pt x="171" y="403"/>
                    <a:pt x="171" y="402"/>
                  </a:cubicBezTo>
                  <a:cubicBezTo>
                    <a:pt x="177" y="397"/>
                    <a:pt x="183" y="392"/>
                    <a:pt x="189" y="387"/>
                  </a:cubicBezTo>
                  <a:cubicBezTo>
                    <a:pt x="189" y="387"/>
                    <a:pt x="190" y="387"/>
                    <a:pt x="190" y="386"/>
                  </a:cubicBezTo>
                  <a:cubicBezTo>
                    <a:pt x="192" y="385"/>
                    <a:pt x="193" y="384"/>
                    <a:pt x="195" y="383"/>
                  </a:cubicBezTo>
                  <a:cubicBezTo>
                    <a:pt x="195" y="383"/>
                    <a:pt x="195" y="383"/>
                    <a:pt x="195" y="383"/>
                  </a:cubicBezTo>
                  <a:cubicBezTo>
                    <a:pt x="200" y="379"/>
                    <a:pt x="205" y="377"/>
                    <a:pt x="211" y="374"/>
                  </a:cubicBezTo>
                  <a:cubicBezTo>
                    <a:pt x="211" y="374"/>
                    <a:pt x="211" y="374"/>
                    <a:pt x="211" y="373"/>
                  </a:cubicBezTo>
                  <a:cubicBezTo>
                    <a:pt x="213" y="373"/>
                    <a:pt x="215" y="372"/>
                    <a:pt x="216" y="371"/>
                  </a:cubicBezTo>
                  <a:cubicBezTo>
                    <a:pt x="217" y="371"/>
                    <a:pt x="217" y="371"/>
                    <a:pt x="217" y="371"/>
                  </a:cubicBezTo>
                  <a:cubicBezTo>
                    <a:pt x="219" y="370"/>
                    <a:pt x="221" y="369"/>
                    <a:pt x="223" y="368"/>
                  </a:cubicBezTo>
                  <a:cubicBezTo>
                    <a:pt x="232" y="364"/>
                    <a:pt x="242" y="361"/>
                    <a:pt x="252" y="359"/>
                  </a:cubicBezTo>
                  <a:cubicBezTo>
                    <a:pt x="254" y="358"/>
                    <a:pt x="256" y="358"/>
                    <a:pt x="259" y="358"/>
                  </a:cubicBezTo>
                  <a:cubicBezTo>
                    <a:pt x="260" y="357"/>
                    <a:pt x="260" y="357"/>
                    <a:pt x="261" y="357"/>
                  </a:cubicBezTo>
                  <a:cubicBezTo>
                    <a:pt x="263" y="357"/>
                    <a:pt x="265" y="357"/>
                    <a:pt x="266" y="356"/>
                  </a:cubicBezTo>
                  <a:cubicBezTo>
                    <a:pt x="267" y="356"/>
                    <a:pt x="268" y="356"/>
                    <a:pt x="269" y="356"/>
                  </a:cubicBezTo>
                  <a:cubicBezTo>
                    <a:pt x="271" y="356"/>
                    <a:pt x="273" y="356"/>
                    <a:pt x="276" y="356"/>
                  </a:cubicBezTo>
                  <a:cubicBezTo>
                    <a:pt x="276" y="355"/>
                    <a:pt x="276" y="355"/>
                    <a:pt x="276" y="355"/>
                  </a:cubicBezTo>
                  <a:cubicBezTo>
                    <a:pt x="279" y="355"/>
                    <a:pt x="281" y="355"/>
                    <a:pt x="284" y="355"/>
                  </a:cubicBezTo>
                  <a:cubicBezTo>
                    <a:pt x="285" y="355"/>
                    <a:pt x="285" y="355"/>
                    <a:pt x="286" y="355"/>
                  </a:cubicBezTo>
                  <a:cubicBezTo>
                    <a:pt x="288" y="355"/>
                    <a:pt x="290" y="355"/>
                    <a:pt x="292" y="355"/>
                  </a:cubicBezTo>
                  <a:cubicBezTo>
                    <a:pt x="292" y="355"/>
                    <a:pt x="293" y="355"/>
                    <a:pt x="294" y="355"/>
                  </a:cubicBezTo>
                  <a:cubicBezTo>
                    <a:pt x="297" y="355"/>
                    <a:pt x="299" y="356"/>
                    <a:pt x="302" y="356"/>
                  </a:cubicBezTo>
                  <a:cubicBezTo>
                    <a:pt x="304" y="356"/>
                    <a:pt x="307" y="356"/>
                    <a:pt x="309" y="357"/>
                  </a:cubicBezTo>
                  <a:cubicBezTo>
                    <a:pt x="310" y="357"/>
                    <a:pt x="311" y="357"/>
                    <a:pt x="312" y="357"/>
                  </a:cubicBezTo>
                  <a:cubicBezTo>
                    <a:pt x="314" y="357"/>
                    <a:pt x="315" y="357"/>
                    <a:pt x="317" y="358"/>
                  </a:cubicBezTo>
                  <a:cubicBezTo>
                    <a:pt x="318" y="358"/>
                    <a:pt x="319" y="358"/>
                    <a:pt x="319" y="358"/>
                  </a:cubicBezTo>
                  <a:cubicBezTo>
                    <a:pt x="322" y="359"/>
                    <a:pt x="324" y="359"/>
                    <a:pt x="327" y="360"/>
                  </a:cubicBezTo>
                  <a:cubicBezTo>
                    <a:pt x="327" y="360"/>
                    <a:pt x="327" y="360"/>
                    <a:pt x="328" y="360"/>
                  </a:cubicBezTo>
                  <a:cubicBezTo>
                    <a:pt x="330" y="361"/>
                    <a:pt x="332" y="361"/>
                    <a:pt x="334" y="362"/>
                  </a:cubicBezTo>
                  <a:cubicBezTo>
                    <a:pt x="335" y="362"/>
                    <a:pt x="336" y="362"/>
                    <a:pt x="336" y="363"/>
                  </a:cubicBezTo>
                  <a:cubicBezTo>
                    <a:pt x="338" y="363"/>
                    <a:pt x="340" y="363"/>
                    <a:pt x="341" y="364"/>
                  </a:cubicBezTo>
                  <a:cubicBezTo>
                    <a:pt x="342" y="364"/>
                    <a:pt x="343" y="365"/>
                    <a:pt x="344" y="365"/>
                  </a:cubicBezTo>
                  <a:cubicBezTo>
                    <a:pt x="346" y="366"/>
                    <a:pt x="348" y="367"/>
                    <a:pt x="350" y="367"/>
                  </a:cubicBezTo>
                  <a:cubicBezTo>
                    <a:pt x="360" y="371"/>
                    <a:pt x="369" y="376"/>
                    <a:pt x="378" y="382"/>
                  </a:cubicBezTo>
                  <a:cubicBezTo>
                    <a:pt x="379" y="383"/>
                    <a:pt x="381" y="384"/>
                    <a:pt x="382" y="385"/>
                  </a:cubicBezTo>
                  <a:cubicBezTo>
                    <a:pt x="383" y="385"/>
                    <a:pt x="383" y="385"/>
                    <a:pt x="383" y="385"/>
                  </a:cubicBezTo>
                  <a:cubicBezTo>
                    <a:pt x="385" y="387"/>
                    <a:pt x="386" y="388"/>
                    <a:pt x="388" y="389"/>
                  </a:cubicBezTo>
                  <a:cubicBezTo>
                    <a:pt x="388" y="389"/>
                    <a:pt x="388" y="389"/>
                    <a:pt x="388" y="389"/>
                  </a:cubicBezTo>
                  <a:cubicBezTo>
                    <a:pt x="393" y="393"/>
                    <a:pt x="398" y="397"/>
                    <a:pt x="402" y="401"/>
                  </a:cubicBezTo>
                  <a:cubicBezTo>
                    <a:pt x="402" y="401"/>
                    <a:pt x="402" y="401"/>
                    <a:pt x="402" y="401"/>
                  </a:cubicBezTo>
                  <a:cubicBezTo>
                    <a:pt x="404" y="402"/>
                    <a:pt x="405" y="404"/>
                    <a:pt x="406" y="405"/>
                  </a:cubicBezTo>
                  <a:cubicBezTo>
                    <a:pt x="407" y="405"/>
                    <a:pt x="407" y="406"/>
                    <a:pt x="407" y="406"/>
                  </a:cubicBezTo>
                  <a:cubicBezTo>
                    <a:pt x="413" y="412"/>
                    <a:pt x="418" y="418"/>
                    <a:pt x="422" y="424"/>
                  </a:cubicBezTo>
                  <a:cubicBezTo>
                    <a:pt x="423" y="424"/>
                    <a:pt x="423" y="425"/>
                    <a:pt x="423" y="425"/>
                  </a:cubicBezTo>
                  <a:cubicBezTo>
                    <a:pt x="424" y="426"/>
                    <a:pt x="425" y="428"/>
                    <a:pt x="426" y="429"/>
                  </a:cubicBezTo>
                  <a:cubicBezTo>
                    <a:pt x="426" y="430"/>
                    <a:pt x="427" y="430"/>
                    <a:pt x="427" y="430"/>
                  </a:cubicBezTo>
                  <a:cubicBezTo>
                    <a:pt x="430" y="435"/>
                    <a:pt x="433" y="440"/>
                    <a:pt x="436" y="445"/>
                  </a:cubicBezTo>
                  <a:cubicBezTo>
                    <a:pt x="436" y="446"/>
                    <a:pt x="436" y="446"/>
                    <a:pt x="436" y="446"/>
                  </a:cubicBezTo>
                  <a:cubicBezTo>
                    <a:pt x="437" y="448"/>
                    <a:pt x="438" y="449"/>
                    <a:pt x="438" y="451"/>
                  </a:cubicBezTo>
                  <a:cubicBezTo>
                    <a:pt x="439" y="451"/>
                    <a:pt x="439" y="452"/>
                    <a:pt x="439" y="452"/>
                  </a:cubicBezTo>
                  <a:cubicBezTo>
                    <a:pt x="440" y="454"/>
                    <a:pt x="441" y="456"/>
                    <a:pt x="441" y="457"/>
                  </a:cubicBezTo>
                  <a:cubicBezTo>
                    <a:pt x="445" y="467"/>
                    <a:pt x="448" y="476"/>
                    <a:pt x="451" y="487"/>
                  </a:cubicBezTo>
                  <a:cubicBezTo>
                    <a:pt x="451" y="489"/>
                    <a:pt x="452" y="491"/>
                    <a:pt x="452" y="494"/>
                  </a:cubicBezTo>
                  <a:cubicBezTo>
                    <a:pt x="452" y="494"/>
                    <a:pt x="452" y="495"/>
                    <a:pt x="452" y="496"/>
                  </a:cubicBezTo>
                  <a:cubicBezTo>
                    <a:pt x="453" y="498"/>
                    <a:pt x="453" y="499"/>
                    <a:pt x="453" y="501"/>
                  </a:cubicBezTo>
                  <a:cubicBezTo>
                    <a:pt x="453" y="502"/>
                    <a:pt x="453" y="503"/>
                    <a:pt x="453" y="504"/>
                  </a:cubicBezTo>
                  <a:cubicBezTo>
                    <a:pt x="454" y="506"/>
                    <a:pt x="454" y="508"/>
                    <a:pt x="454" y="510"/>
                  </a:cubicBezTo>
                  <a:cubicBezTo>
                    <a:pt x="454" y="511"/>
                    <a:pt x="454" y="511"/>
                    <a:pt x="454" y="511"/>
                  </a:cubicBezTo>
                  <a:cubicBezTo>
                    <a:pt x="454" y="514"/>
                    <a:pt x="454" y="516"/>
                    <a:pt x="454" y="519"/>
                  </a:cubicBezTo>
                  <a:lnTo>
                    <a:pt x="454" y="521"/>
                  </a:lnTo>
                  <a:cubicBezTo>
                    <a:pt x="454" y="523"/>
                    <a:pt x="454" y="525"/>
                    <a:pt x="454" y="527"/>
                  </a:cubicBezTo>
                  <a:cubicBezTo>
                    <a:pt x="454" y="527"/>
                    <a:pt x="454" y="528"/>
                    <a:pt x="454" y="529"/>
                  </a:cubicBezTo>
                  <a:cubicBezTo>
                    <a:pt x="454" y="531"/>
                    <a:pt x="454" y="534"/>
                    <a:pt x="454" y="537"/>
                  </a:cubicBezTo>
                  <a:cubicBezTo>
                    <a:pt x="454" y="539"/>
                    <a:pt x="453" y="542"/>
                    <a:pt x="453" y="544"/>
                  </a:cubicBezTo>
                  <a:close/>
                  <a:moveTo>
                    <a:pt x="566" y="596"/>
                  </a:moveTo>
                  <a:lnTo>
                    <a:pt x="575" y="497"/>
                  </a:lnTo>
                  <a:lnTo>
                    <a:pt x="518" y="492"/>
                  </a:lnTo>
                  <a:cubicBezTo>
                    <a:pt x="514" y="464"/>
                    <a:pt x="506" y="438"/>
                    <a:pt x="493" y="414"/>
                  </a:cubicBezTo>
                  <a:lnTo>
                    <a:pt x="537" y="377"/>
                  </a:lnTo>
                  <a:lnTo>
                    <a:pt x="473" y="301"/>
                  </a:lnTo>
                  <a:lnTo>
                    <a:pt x="429" y="338"/>
                  </a:lnTo>
                  <a:cubicBezTo>
                    <a:pt x="408" y="321"/>
                    <a:pt x="383" y="308"/>
                    <a:pt x="356" y="300"/>
                  </a:cubicBezTo>
                  <a:lnTo>
                    <a:pt x="361" y="243"/>
                  </a:lnTo>
                  <a:lnTo>
                    <a:pt x="262" y="235"/>
                  </a:lnTo>
                  <a:lnTo>
                    <a:pt x="258" y="291"/>
                  </a:lnTo>
                  <a:cubicBezTo>
                    <a:pt x="230" y="295"/>
                    <a:pt x="203" y="304"/>
                    <a:pt x="179" y="316"/>
                  </a:cubicBezTo>
                  <a:lnTo>
                    <a:pt x="142" y="273"/>
                  </a:lnTo>
                  <a:lnTo>
                    <a:pt x="66" y="336"/>
                  </a:lnTo>
                  <a:lnTo>
                    <a:pt x="103" y="380"/>
                  </a:lnTo>
                  <a:cubicBezTo>
                    <a:pt x="87" y="402"/>
                    <a:pt x="73" y="426"/>
                    <a:pt x="65" y="453"/>
                  </a:cubicBezTo>
                  <a:lnTo>
                    <a:pt x="8" y="448"/>
                  </a:lnTo>
                  <a:lnTo>
                    <a:pt x="0" y="547"/>
                  </a:lnTo>
                  <a:lnTo>
                    <a:pt x="57" y="552"/>
                  </a:lnTo>
                  <a:cubicBezTo>
                    <a:pt x="60" y="580"/>
                    <a:pt x="69" y="606"/>
                    <a:pt x="82" y="631"/>
                  </a:cubicBezTo>
                  <a:lnTo>
                    <a:pt x="38" y="667"/>
                  </a:lnTo>
                  <a:lnTo>
                    <a:pt x="102" y="743"/>
                  </a:lnTo>
                  <a:lnTo>
                    <a:pt x="145" y="706"/>
                  </a:lnTo>
                  <a:cubicBezTo>
                    <a:pt x="167" y="723"/>
                    <a:pt x="192" y="736"/>
                    <a:pt x="219" y="744"/>
                  </a:cubicBezTo>
                  <a:lnTo>
                    <a:pt x="214" y="801"/>
                  </a:lnTo>
                  <a:lnTo>
                    <a:pt x="312" y="810"/>
                  </a:lnTo>
                  <a:lnTo>
                    <a:pt x="317" y="753"/>
                  </a:lnTo>
                  <a:cubicBezTo>
                    <a:pt x="345" y="749"/>
                    <a:pt x="372" y="741"/>
                    <a:pt x="396" y="728"/>
                  </a:cubicBezTo>
                  <a:lnTo>
                    <a:pt x="432" y="772"/>
                  </a:lnTo>
                  <a:lnTo>
                    <a:pt x="508" y="708"/>
                  </a:lnTo>
                  <a:lnTo>
                    <a:pt x="471" y="664"/>
                  </a:lnTo>
                  <a:cubicBezTo>
                    <a:pt x="488" y="643"/>
                    <a:pt x="501" y="618"/>
                    <a:pt x="509" y="591"/>
                  </a:cubicBezTo>
                  <a:lnTo>
                    <a:pt x="566" y="596"/>
                  </a:lnTo>
                  <a:close/>
                  <a:moveTo>
                    <a:pt x="863" y="462"/>
                  </a:moveTo>
                  <a:cubicBezTo>
                    <a:pt x="863" y="462"/>
                    <a:pt x="862" y="463"/>
                    <a:pt x="862" y="463"/>
                  </a:cubicBezTo>
                  <a:cubicBezTo>
                    <a:pt x="862" y="465"/>
                    <a:pt x="862" y="466"/>
                    <a:pt x="862" y="467"/>
                  </a:cubicBezTo>
                  <a:cubicBezTo>
                    <a:pt x="862" y="468"/>
                    <a:pt x="862" y="468"/>
                    <a:pt x="861" y="469"/>
                  </a:cubicBezTo>
                  <a:cubicBezTo>
                    <a:pt x="861" y="470"/>
                    <a:pt x="861" y="472"/>
                    <a:pt x="860" y="474"/>
                  </a:cubicBezTo>
                  <a:cubicBezTo>
                    <a:pt x="860" y="474"/>
                    <a:pt x="860" y="474"/>
                    <a:pt x="860" y="474"/>
                  </a:cubicBezTo>
                  <a:cubicBezTo>
                    <a:pt x="860" y="476"/>
                    <a:pt x="859" y="477"/>
                    <a:pt x="859" y="479"/>
                  </a:cubicBezTo>
                  <a:cubicBezTo>
                    <a:pt x="859" y="479"/>
                    <a:pt x="859" y="480"/>
                    <a:pt x="858" y="481"/>
                  </a:cubicBezTo>
                  <a:cubicBezTo>
                    <a:pt x="858" y="482"/>
                    <a:pt x="858" y="483"/>
                    <a:pt x="857" y="484"/>
                  </a:cubicBezTo>
                  <a:cubicBezTo>
                    <a:pt x="857" y="485"/>
                    <a:pt x="857" y="485"/>
                    <a:pt x="857" y="486"/>
                  </a:cubicBezTo>
                  <a:cubicBezTo>
                    <a:pt x="854" y="494"/>
                    <a:pt x="850" y="502"/>
                    <a:pt x="845" y="510"/>
                  </a:cubicBezTo>
                  <a:cubicBezTo>
                    <a:pt x="844" y="511"/>
                    <a:pt x="844" y="512"/>
                    <a:pt x="843" y="513"/>
                  </a:cubicBezTo>
                  <a:cubicBezTo>
                    <a:pt x="843" y="513"/>
                    <a:pt x="842" y="513"/>
                    <a:pt x="842" y="513"/>
                  </a:cubicBezTo>
                  <a:cubicBezTo>
                    <a:pt x="842" y="515"/>
                    <a:pt x="841" y="516"/>
                    <a:pt x="840" y="517"/>
                  </a:cubicBezTo>
                  <a:cubicBezTo>
                    <a:pt x="840" y="517"/>
                    <a:pt x="840" y="517"/>
                    <a:pt x="840" y="517"/>
                  </a:cubicBezTo>
                  <a:cubicBezTo>
                    <a:pt x="837" y="520"/>
                    <a:pt x="835" y="524"/>
                    <a:pt x="832" y="527"/>
                  </a:cubicBezTo>
                  <a:cubicBezTo>
                    <a:pt x="832" y="527"/>
                    <a:pt x="831" y="527"/>
                    <a:pt x="831" y="527"/>
                  </a:cubicBezTo>
                  <a:cubicBezTo>
                    <a:pt x="830" y="528"/>
                    <a:pt x="829" y="529"/>
                    <a:pt x="829" y="530"/>
                  </a:cubicBezTo>
                  <a:cubicBezTo>
                    <a:pt x="828" y="530"/>
                    <a:pt x="828" y="530"/>
                    <a:pt x="828" y="530"/>
                  </a:cubicBezTo>
                  <a:cubicBezTo>
                    <a:pt x="824" y="534"/>
                    <a:pt x="820" y="538"/>
                    <a:pt x="815" y="541"/>
                  </a:cubicBezTo>
                  <a:cubicBezTo>
                    <a:pt x="815" y="541"/>
                    <a:pt x="815" y="541"/>
                    <a:pt x="815" y="541"/>
                  </a:cubicBezTo>
                  <a:cubicBezTo>
                    <a:pt x="814" y="542"/>
                    <a:pt x="812" y="543"/>
                    <a:pt x="811" y="544"/>
                  </a:cubicBezTo>
                  <a:cubicBezTo>
                    <a:pt x="811" y="544"/>
                    <a:pt x="811" y="544"/>
                    <a:pt x="811" y="544"/>
                  </a:cubicBezTo>
                  <a:cubicBezTo>
                    <a:pt x="807" y="546"/>
                    <a:pt x="804" y="548"/>
                    <a:pt x="800" y="550"/>
                  </a:cubicBezTo>
                  <a:cubicBezTo>
                    <a:pt x="800" y="550"/>
                    <a:pt x="800" y="550"/>
                    <a:pt x="800" y="551"/>
                  </a:cubicBezTo>
                  <a:cubicBezTo>
                    <a:pt x="799" y="551"/>
                    <a:pt x="797" y="552"/>
                    <a:pt x="796" y="552"/>
                  </a:cubicBezTo>
                  <a:cubicBezTo>
                    <a:pt x="796" y="552"/>
                    <a:pt x="796" y="552"/>
                    <a:pt x="795" y="553"/>
                  </a:cubicBezTo>
                  <a:cubicBezTo>
                    <a:pt x="794" y="553"/>
                    <a:pt x="793" y="554"/>
                    <a:pt x="792" y="554"/>
                  </a:cubicBezTo>
                  <a:cubicBezTo>
                    <a:pt x="785" y="557"/>
                    <a:pt x="778" y="559"/>
                    <a:pt x="771" y="561"/>
                  </a:cubicBezTo>
                  <a:cubicBezTo>
                    <a:pt x="770" y="561"/>
                    <a:pt x="768" y="561"/>
                    <a:pt x="766" y="562"/>
                  </a:cubicBezTo>
                  <a:cubicBezTo>
                    <a:pt x="766" y="562"/>
                    <a:pt x="765" y="562"/>
                    <a:pt x="765" y="562"/>
                  </a:cubicBezTo>
                  <a:cubicBezTo>
                    <a:pt x="763" y="562"/>
                    <a:pt x="762" y="562"/>
                    <a:pt x="761" y="562"/>
                  </a:cubicBezTo>
                  <a:cubicBezTo>
                    <a:pt x="760" y="563"/>
                    <a:pt x="760" y="563"/>
                    <a:pt x="759" y="563"/>
                  </a:cubicBezTo>
                  <a:cubicBezTo>
                    <a:pt x="758" y="563"/>
                    <a:pt x="756" y="563"/>
                    <a:pt x="755" y="563"/>
                  </a:cubicBezTo>
                  <a:cubicBezTo>
                    <a:pt x="754" y="563"/>
                    <a:pt x="754" y="563"/>
                    <a:pt x="754" y="563"/>
                  </a:cubicBezTo>
                  <a:cubicBezTo>
                    <a:pt x="752" y="563"/>
                    <a:pt x="751" y="563"/>
                    <a:pt x="749" y="563"/>
                  </a:cubicBezTo>
                  <a:cubicBezTo>
                    <a:pt x="748" y="563"/>
                    <a:pt x="748" y="563"/>
                    <a:pt x="747" y="563"/>
                  </a:cubicBezTo>
                  <a:cubicBezTo>
                    <a:pt x="746" y="563"/>
                    <a:pt x="745" y="563"/>
                    <a:pt x="743" y="563"/>
                  </a:cubicBezTo>
                  <a:cubicBezTo>
                    <a:pt x="743" y="563"/>
                    <a:pt x="742" y="563"/>
                    <a:pt x="742" y="563"/>
                  </a:cubicBezTo>
                  <a:cubicBezTo>
                    <a:pt x="740" y="563"/>
                    <a:pt x="738" y="563"/>
                    <a:pt x="736" y="563"/>
                  </a:cubicBezTo>
                  <a:cubicBezTo>
                    <a:pt x="734" y="563"/>
                    <a:pt x="733" y="563"/>
                    <a:pt x="731" y="562"/>
                  </a:cubicBezTo>
                  <a:cubicBezTo>
                    <a:pt x="730" y="562"/>
                    <a:pt x="730" y="562"/>
                    <a:pt x="729" y="562"/>
                  </a:cubicBezTo>
                  <a:cubicBezTo>
                    <a:pt x="728" y="562"/>
                    <a:pt x="727" y="562"/>
                    <a:pt x="725" y="562"/>
                  </a:cubicBezTo>
                  <a:cubicBezTo>
                    <a:pt x="725" y="561"/>
                    <a:pt x="724" y="561"/>
                    <a:pt x="724" y="561"/>
                  </a:cubicBezTo>
                  <a:cubicBezTo>
                    <a:pt x="722" y="561"/>
                    <a:pt x="720" y="561"/>
                    <a:pt x="719" y="560"/>
                  </a:cubicBezTo>
                  <a:cubicBezTo>
                    <a:pt x="718" y="560"/>
                    <a:pt x="718" y="560"/>
                    <a:pt x="718" y="560"/>
                  </a:cubicBezTo>
                  <a:cubicBezTo>
                    <a:pt x="717" y="560"/>
                    <a:pt x="715" y="559"/>
                    <a:pt x="714" y="559"/>
                  </a:cubicBezTo>
                  <a:cubicBezTo>
                    <a:pt x="713" y="559"/>
                    <a:pt x="712" y="558"/>
                    <a:pt x="712" y="558"/>
                  </a:cubicBezTo>
                  <a:cubicBezTo>
                    <a:pt x="711" y="558"/>
                    <a:pt x="710" y="558"/>
                    <a:pt x="708" y="557"/>
                  </a:cubicBezTo>
                  <a:cubicBezTo>
                    <a:pt x="708" y="557"/>
                    <a:pt x="707" y="557"/>
                    <a:pt x="707" y="557"/>
                  </a:cubicBezTo>
                  <a:cubicBezTo>
                    <a:pt x="705" y="556"/>
                    <a:pt x="704" y="555"/>
                    <a:pt x="702" y="555"/>
                  </a:cubicBezTo>
                  <a:cubicBezTo>
                    <a:pt x="695" y="552"/>
                    <a:pt x="689" y="549"/>
                    <a:pt x="683" y="545"/>
                  </a:cubicBezTo>
                  <a:cubicBezTo>
                    <a:pt x="682" y="544"/>
                    <a:pt x="681" y="543"/>
                    <a:pt x="680" y="543"/>
                  </a:cubicBezTo>
                  <a:cubicBezTo>
                    <a:pt x="679" y="542"/>
                    <a:pt x="679" y="542"/>
                    <a:pt x="679" y="542"/>
                  </a:cubicBezTo>
                  <a:cubicBezTo>
                    <a:pt x="678" y="541"/>
                    <a:pt x="677" y="541"/>
                    <a:pt x="676" y="540"/>
                  </a:cubicBezTo>
                  <a:cubicBezTo>
                    <a:pt x="676" y="540"/>
                    <a:pt x="676" y="540"/>
                    <a:pt x="675" y="539"/>
                  </a:cubicBezTo>
                  <a:cubicBezTo>
                    <a:pt x="672" y="537"/>
                    <a:pt x="669" y="534"/>
                    <a:pt x="666" y="531"/>
                  </a:cubicBezTo>
                  <a:cubicBezTo>
                    <a:pt x="666" y="531"/>
                    <a:pt x="666" y="531"/>
                    <a:pt x="665" y="531"/>
                  </a:cubicBezTo>
                  <a:cubicBezTo>
                    <a:pt x="665" y="530"/>
                    <a:pt x="664" y="529"/>
                    <a:pt x="663" y="528"/>
                  </a:cubicBezTo>
                  <a:cubicBezTo>
                    <a:pt x="663" y="528"/>
                    <a:pt x="662" y="528"/>
                    <a:pt x="662" y="528"/>
                  </a:cubicBezTo>
                  <a:cubicBezTo>
                    <a:pt x="658" y="524"/>
                    <a:pt x="655" y="520"/>
                    <a:pt x="651" y="515"/>
                  </a:cubicBezTo>
                  <a:cubicBezTo>
                    <a:pt x="651" y="515"/>
                    <a:pt x="651" y="515"/>
                    <a:pt x="651" y="514"/>
                  </a:cubicBezTo>
                  <a:cubicBezTo>
                    <a:pt x="650" y="513"/>
                    <a:pt x="649" y="512"/>
                    <a:pt x="649" y="511"/>
                  </a:cubicBezTo>
                  <a:cubicBezTo>
                    <a:pt x="649" y="511"/>
                    <a:pt x="649" y="511"/>
                    <a:pt x="648" y="511"/>
                  </a:cubicBezTo>
                  <a:cubicBezTo>
                    <a:pt x="646" y="507"/>
                    <a:pt x="644" y="504"/>
                    <a:pt x="642" y="500"/>
                  </a:cubicBezTo>
                  <a:cubicBezTo>
                    <a:pt x="642" y="500"/>
                    <a:pt x="642" y="500"/>
                    <a:pt x="642" y="500"/>
                  </a:cubicBezTo>
                  <a:cubicBezTo>
                    <a:pt x="641" y="498"/>
                    <a:pt x="641" y="497"/>
                    <a:pt x="640" y="496"/>
                  </a:cubicBezTo>
                  <a:cubicBezTo>
                    <a:pt x="640" y="496"/>
                    <a:pt x="640" y="495"/>
                    <a:pt x="640" y="495"/>
                  </a:cubicBezTo>
                  <a:cubicBezTo>
                    <a:pt x="639" y="494"/>
                    <a:pt x="639" y="493"/>
                    <a:pt x="638" y="492"/>
                  </a:cubicBezTo>
                  <a:cubicBezTo>
                    <a:pt x="635" y="484"/>
                    <a:pt x="632" y="475"/>
                    <a:pt x="631" y="466"/>
                  </a:cubicBezTo>
                  <a:cubicBezTo>
                    <a:pt x="631" y="466"/>
                    <a:pt x="631" y="465"/>
                    <a:pt x="630" y="464"/>
                  </a:cubicBezTo>
                  <a:cubicBezTo>
                    <a:pt x="630" y="463"/>
                    <a:pt x="630" y="462"/>
                    <a:pt x="630" y="461"/>
                  </a:cubicBezTo>
                  <a:cubicBezTo>
                    <a:pt x="630" y="460"/>
                    <a:pt x="630" y="460"/>
                    <a:pt x="630" y="459"/>
                  </a:cubicBezTo>
                  <a:cubicBezTo>
                    <a:pt x="630" y="458"/>
                    <a:pt x="629" y="456"/>
                    <a:pt x="629" y="454"/>
                  </a:cubicBezTo>
                  <a:cubicBezTo>
                    <a:pt x="629" y="454"/>
                    <a:pt x="629" y="454"/>
                    <a:pt x="629" y="454"/>
                  </a:cubicBezTo>
                  <a:cubicBezTo>
                    <a:pt x="629" y="452"/>
                    <a:pt x="629" y="450"/>
                    <a:pt x="629" y="449"/>
                  </a:cubicBezTo>
                  <a:cubicBezTo>
                    <a:pt x="629" y="448"/>
                    <a:pt x="629" y="448"/>
                    <a:pt x="629" y="447"/>
                  </a:cubicBezTo>
                  <a:cubicBezTo>
                    <a:pt x="629" y="446"/>
                    <a:pt x="629" y="444"/>
                    <a:pt x="629" y="443"/>
                  </a:cubicBezTo>
                  <a:cubicBezTo>
                    <a:pt x="629" y="443"/>
                    <a:pt x="629" y="442"/>
                    <a:pt x="629" y="441"/>
                  </a:cubicBezTo>
                  <a:cubicBezTo>
                    <a:pt x="629" y="440"/>
                    <a:pt x="629" y="438"/>
                    <a:pt x="629" y="436"/>
                  </a:cubicBezTo>
                  <a:cubicBezTo>
                    <a:pt x="630" y="434"/>
                    <a:pt x="630" y="432"/>
                    <a:pt x="630" y="431"/>
                  </a:cubicBezTo>
                  <a:cubicBezTo>
                    <a:pt x="630" y="430"/>
                    <a:pt x="630" y="430"/>
                    <a:pt x="630" y="429"/>
                  </a:cubicBezTo>
                  <a:cubicBezTo>
                    <a:pt x="630" y="428"/>
                    <a:pt x="631" y="426"/>
                    <a:pt x="631" y="425"/>
                  </a:cubicBezTo>
                  <a:cubicBezTo>
                    <a:pt x="631" y="425"/>
                    <a:pt x="631" y="424"/>
                    <a:pt x="631" y="424"/>
                  </a:cubicBezTo>
                  <a:cubicBezTo>
                    <a:pt x="632" y="422"/>
                    <a:pt x="632" y="420"/>
                    <a:pt x="632" y="418"/>
                  </a:cubicBezTo>
                  <a:cubicBezTo>
                    <a:pt x="632" y="418"/>
                    <a:pt x="632" y="418"/>
                    <a:pt x="632" y="418"/>
                  </a:cubicBezTo>
                  <a:cubicBezTo>
                    <a:pt x="633" y="416"/>
                    <a:pt x="633" y="415"/>
                    <a:pt x="634" y="413"/>
                  </a:cubicBezTo>
                  <a:cubicBezTo>
                    <a:pt x="634" y="413"/>
                    <a:pt x="634" y="412"/>
                    <a:pt x="634" y="412"/>
                  </a:cubicBezTo>
                  <a:cubicBezTo>
                    <a:pt x="635" y="410"/>
                    <a:pt x="635" y="409"/>
                    <a:pt x="635" y="408"/>
                  </a:cubicBezTo>
                  <a:cubicBezTo>
                    <a:pt x="635" y="408"/>
                    <a:pt x="636" y="407"/>
                    <a:pt x="636" y="407"/>
                  </a:cubicBezTo>
                  <a:cubicBezTo>
                    <a:pt x="636" y="405"/>
                    <a:pt x="637" y="403"/>
                    <a:pt x="638" y="402"/>
                  </a:cubicBezTo>
                  <a:cubicBezTo>
                    <a:pt x="638" y="402"/>
                    <a:pt x="638" y="402"/>
                    <a:pt x="638" y="402"/>
                  </a:cubicBezTo>
                  <a:cubicBezTo>
                    <a:pt x="640" y="395"/>
                    <a:pt x="644" y="389"/>
                    <a:pt x="648" y="383"/>
                  </a:cubicBezTo>
                  <a:cubicBezTo>
                    <a:pt x="648" y="382"/>
                    <a:pt x="649" y="380"/>
                    <a:pt x="650" y="379"/>
                  </a:cubicBezTo>
                  <a:cubicBezTo>
                    <a:pt x="650" y="379"/>
                    <a:pt x="650" y="379"/>
                    <a:pt x="650" y="379"/>
                  </a:cubicBezTo>
                  <a:cubicBezTo>
                    <a:pt x="651" y="378"/>
                    <a:pt x="652" y="377"/>
                    <a:pt x="653" y="376"/>
                  </a:cubicBezTo>
                  <a:cubicBezTo>
                    <a:pt x="653" y="375"/>
                    <a:pt x="653" y="375"/>
                    <a:pt x="653" y="375"/>
                  </a:cubicBezTo>
                  <a:cubicBezTo>
                    <a:pt x="655" y="372"/>
                    <a:pt x="658" y="369"/>
                    <a:pt x="661" y="366"/>
                  </a:cubicBezTo>
                  <a:cubicBezTo>
                    <a:pt x="661" y="366"/>
                    <a:pt x="661" y="365"/>
                    <a:pt x="661" y="365"/>
                  </a:cubicBezTo>
                  <a:cubicBezTo>
                    <a:pt x="662" y="364"/>
                    <a:pt x="663" y="363"/>
                    <a:pt x="664" y="363"/>
                  </a:cubicBezTo>
                  <a:cubicBezTo>
                    <a:pt x="664" y="362"/>
                    <a:pt x="664" y="362"/>
                    <a:pt x="665" y="362"/>
                  </a:cubicBezTo>
                  <a:cubicBezTo>
                    <a:pt x="669" y="358"/>
                    <a:pt x="673" y="355"/>
                    <a:pt x="677" y="351"/>
                  </a:cubicBezTo>
                  <a:cubicBezTo>
                    <a:pt x="678" y="351"/>
                    <a:pt x="678" y="351"/>
                    <a:pt x="678" y="351"/>
                  </a:cubicBezTo>
                  <a:cubicBezTo>
                    <a:pt x="679" y="350"/>
                    <a:pt x="680" y="349"/>
                    <a:pt x="681" y="349"/>
                  </a:cubicBezTo>
                  <a:cubicBezTo>
                    <a:pt x="681" y="348"/>
                    <a:pt x="682" y="348"/>
                    <a:pt x="682" y="348"/>
                  </a:cubicBezTo>
                  <a:cubicBezTo>
                    <a:pt x="685" y="346"/>
                    <a:pt x="689" y="344"/>
                    <a:pt x="692" y="342"/>
                  </a:cubicBezTo>
                  <a:cubicBezTo>
                    <a:pt x="693" y="342"/>
                    <a:pt x="693" y="342"/>
                    <a:pt x="693" y="342"/>
                  </a:cubicBezTo>
                  <a:cubicBezTo>
                    <a:pt x="694" y="341"/>
                    <a:pt x="695" y="341"/>
                    <a:pt x="696" y="340"/>
                  </a:cubicBezTo>
                  <a:cubicBezTo>
                    <a:pt x="697" y="340"/>
                    <a:pt x="697" y="340"/>
                    <a:pt x="697" y="340"/>
                  </a:cubicBezTo>
                  <a:cubicBezTo>
                    <a:pt x="698" y="339"/>
                    <a:pt x="700" y="339"/>
                    <a:pt x="701" y="338"/>
                  </a:cubicBezTo>
                  <a:cubicBezTo>
                    <a:pt x="707" y="335"/>
                    <a:pt x="714" y="333"/>
                    <a:pt x="721" y="331"/>
                  </a:cubicBezTo>
                  <a:cubicBezTo>
                    <a:pt x="723" y="331"/>
                    <a:pt x="725" y="331"/>
                    <a:pt x="726" y="331"/>
                  </a:cubicBezTo>
                  <a:cubicBezTo>
                    <a:pt x="727" y="330"/>
                    <a:pt x="727" y="330"/>
                    <a:pt x="728" y="330"/>
                  </a:cubicBezTo>
                  <a:cubicBezTo>
                    <a:pt x="729" y="330"/>
                    <a:pt x="730" y="330"/>
                    <a:pt x="732" y="330"/>
                  </a:cubicBezTo>
                  <a:cubicBezTo>
                    <a:pt x="732" y="330"/>
                    <a:pt x="733" y="330"/>
                    <a:pt x="733" y="330"/>
                  </a:cubicBezTo>
                  <a:cubicBezTo>
                    <a:pt x="735" y="329"/>
                    <a:pt x="736" y="329"/>
                    <a:pt x="738" y="329"/>
                  </a:cubicBezTo>
                  <a:cubicBezTo>
                    <a:pt x="738" y="329"/>
                    <a:pt x="738" y="329"/>
                    <a:pt x="739" y="329"/>
                  </a:cubicBezTo>
                  <a:cubicBezTo>
                    <a:pt x="740" y="329"/>
                    <a:pt x="742" y="329"/>
                    <a:pt x="744" y="329"/>
                  </a:cubicBezTo>
                  <a:cubicBezTo>
                    <a:pt x="744" y="329"/>
                    <a:pt x="745" y="329"/>
                    <a:pt x="745" y="329"/>
                  </a:cubicBezTo>
                  <a:cubicBezTo>
                    <a:pt x="747" y="329"/>
                    <a:pt x="748" y="329"/>
                    <a:pt x="749" y="329"/>
                  </a:cubicBezTo>
                  <a:cubicBezTo>
                    <a:pt x="750" y="329"/>
                    <a:pt x="750" y="329"/>
                    <a:pt x="751" y="329"/>
                  </a:cubicBezTo>
                  <a:cubicBezTo>
                    <a:pt x="753" y="329"/>
                    <a:pt x="755" y="329"/>
                    <a:pt x="756" y="329"/>
                  </a:cubicBezTo>
                  <a:cubicBezTo>
                    <a:pt x="758" y="329"/>
                    <a:pt x="760" y="330"/>
                    <a:pt x="762" y="330"/>
                  </a:cubicBezTo>
                  <a:cubicBezTo>
                    <a:pt x="762" y="330"/>
                    <a:pt x="763" y="330"/>
                    <a:pt x="763" y="330"/>
                  </a:cubicBezTo>
                  <a:cubicBezTo>
                    <a:pt x="765" y="330"/>
                    <a:pt x="766" y="330"/>
                    <a:pt x="767" y="331"/>
                  </a:cubicBezTo>
                  <a:cubicBezTo>
                    <a:pt x="768" y="331"/>
                    <a:pt x="768" y="331"/>
                    <a:pt x="769" y="331"/>
                  </a:cubicBezTo>
                  <a:cubicBezTo>
                    <a:pt x="771" y="331"/>
                    <a:pt x="772" y="332"/>
                    <a:pt x="774" y="332"/>
                  </a:cubicBezTo>
                  <a:cubicBezTo>
                    <a:pt x="774" y="332"/>
                    <a:pt x="774" y="332"/>
                    <a:pt x="775" y="332"/>
                  </a:cubicBezTo>
                  <a:cubicBezTo>
                    <a:pt x="776" y="333"/>
                    <a:pt x="778" y="333"/>
                    <a:pt x="779" y="333"/>
                  </a:cubicBezTo>
                  <a:cubicBezTo>
                    <a:pt x="780" y="334"/>
                    <a:pt x="780" y="334"/>
                    <a:pt x="781" y="334"/>
                  </a:cubicBezTo>
                  <a:cubicBezTo>
                    <a:pt x="782" y="334"/>
                    <a:pt x="783" y="335"/>
                    <a:pt x="784" y="335"/>
                  </a:cubicBezTo>
                  <a:cubicBezTo>
                    <a:pt x="785" y="335"/>
                    <a:pt x="785" y="335"/>
                    <a:pt x="786" y="336"/>
                  </a:cubicBezTo>
                  <a:cubicBezTo>
                    <a:pt x="787" y="336"/>
                    <a:pt x="789" y="337"/>
                    <a:pt x="791" y="337"/>
                  </a:cubicBezTo>
                  <a:cubicBezTo>
                    <a:pt x="797" y="340"/>
                    <a:pt x="804" y="344"/>
                    <a:pt x="810" y="347"/>
                  </a:cubicBezTo>
                  <a:cubicBezTo>
                    <a:pt x="811" y="348"/>
                    <a:pt x="812" y="349"/>
                    <a:pt x="813" y="350"/>
                  </a:cubicBezTo>
                  <a:cubicBezTo>
                    <a:pt x="813" y="350"/>
                    <a:pt x="813" y="350"/>
                    <a:pt x="814" y="350"/>
                  </a:cubicBezTo>
                  <a:cubicBezTo>
                    <a:pt x="815" y="351"/>
                    <a:pt x="816" y="352"/>
                    <a:pt x="817" y="352"/>
                  </a:cubicBezTo>
                  <a:cubicBezTo>
                    <a:pt x="817" y="353"/>
                    <a:pt x="817" y="353"/>
                    <a:pt x="817" y="353"/>
                  </a:cubicBezTo>
                  <a:cubicBezTo>
                    <a:pt x="821" y="355"/>
                    <a:pt x="824" y="358"/>
                    <a:pt x="827" y="361"/>
                  </a:cubicBezTo>
                  <a:cubicBezTo>
                    <a:pt x="827" y="361"/>
                    <a:pt x="827" y="361"/>
                    <a:pt x="827" y="361"/>
                  </a:cubicBezTo>
                  <a:cubicBezTo>
                    <a:pt x="828" y="362"/>
                    <a:pt x="829" y="363"/>
                    <a:pt x="830" y="364"/>
                  </a:cubicBezTo>
                  <a:cubicBezTo>
                    <a:pt x="830" y="364"/>
                    <a:pt x="830" y="364"/>
                    <a:pt x="831" y="364"/>
                  </a:cubicBezTo>
                  <a:cubicBezTo>
                    <a:pt x="834" y="368"/>
                    <a:pt x="838" y="373"/>
                    <a:pt x="841" y="377"/>
                  </a:cubicBezTo>
                  <a:cubicBezTo>
                    <a:pt x="841" y="377"/>
                    <a:pt x="842" y="378"/>
                    <a:pt x="842" y="378"/>
                  </a:cubicBezTo>
                  <a:cubicBezTo>
                    <a:pt x="842" y="379"/>
                    <a:pt x="843" y="380"/>
                    <a:pt x="844" y="381"/>
                  </a:cubicBezTo>
                  <a:cubicBezTo>
                    <a:pt x="844" y="381"/>
                    <a:pt x="844" y="381"/>
                    <a:pt x="844" y="382"/>
                  </a:cubicBezTo>
                  <a:cubicBezTo>
                    <a:pt x="847" y="385"/>
                    <a:pt x="849" y="389"/>
                    <a:pt x="851" y="392"/>
                  </a:cubicBezTo>
                  <a:cubicBezTo>
                    <a:pt x="851" y="392"/>
                    <a:pt x="851" y="393"/>
                    <a:pt x="851" y="393"/>
                  </a:cubicBezTo>
                  <a:cubicBezTo>
                    <a:pt x="851" y="394"/>
                    <a:pt x="852" y="395"/>
                    <a:pt x="852" y="396"/>
                  </a:cubicBezTo>
                  <a:cubicBezTo>
                    <a:pt x="853" y="396"/>
                    <a:pt x="853" y="397"/>
                    <a:pt x="853" y="397"/>
                  </a:cubicBezTo>
                  <a:cubicBezTo>
                    <a:pt x="853" y="398"/>
                    <a:pt x="854" y="399"/>
                    <a:pt x="854" y="401"/>
                  </a:cubicBezTo>
                  <a:cubicBezTo>
                    <a:pt x="857" y="407"/>
                    <a:pt x="859" y="414"/>
                    <a:pt x="861" y="421"/>
                  </a:cubicBezTo>
                  <a:cubicBezTo>
                    <a:pt x="861" y="423"/>
                    <a:pt x="862" y="424"/>
                    <a:pt x="862" y="426"/>
                  </a:cubicBezTo>
                  <a:cubicBezTo>
                    <a:pt x="862" y="427"/>
                    <a:pt x="862" y="427"/>
                    <a:pt x="862" y="428"/>
                  </a:cubicBezTo>
                  <a:cubicBezTo>
                    <a:pt x="862" y="429"/>
                    <a:pt x="863" y="430"/>
                    <a:pt x="863" y="431"/>
                  </a:cubicBezTo>
                  <a:cubicBezTo>
                    <a:pt x="863" y="432"/>
                    <a:pt x="863" y="433"/>
                    <a:pt x="863" y="433"/>
                  </a:cubicBezTo>
                  <a:cubicBezTo>
                    <a:pt x="863" y="435"/>
                    <a:pt x="863" y="436"/>
                    <a:pt x="863" y="438"/>
                  </a:cubicBezTo>
                  <a:cubicBezTo>
                    <a:pt x="863" y="438"/>
                    <a:pt x="863" y="438"/>
                    <a:pt x="863" y="438"/>
                  </a:cubicBezTo>
                  <a:cubicBezTo>
                    <a:pt x="863" y="440"/>
                    <a:pt x="864" y="442"/>
                    <a:pt x="864" y="444"/>
                  </a:cubicBezTo>
                  <a:lnTo>
                    <a:pt x="864" y="445"/>
                  </a:lnTo>
                  <a:cubicBezTo>
                    <a:pt x="864" y="447"/>
                    <a:pt x="864" y="448"/>
                    <a:pt x="864" y="449"/>
                  </a:cubicBezTo>
                  <a:cubicBezTo>
                    <a:pt x="864" y="450"/>
                    <a:pt x="864" y="450"/>
                    <a:pt x="864" y="451"/>
                  </a:cubicBezTo>
                  <a:cubicBezTo>
                    <a:pt x="863" y="453"/>
                    <a:pt x="863" y="454"/>
                    <a:pt x="863" y="456"/>
                  </a:cubicBezTo>
                  <a:cubicBezTo>
                    <a:pt x="863" y="458"/>
                    <a:pt x="863" y="460"/>
                    <a:pt x="863" y="462"/>
                  </a:cubicBezTo>
                  <a:close/>
                  <a:moveTo>
                    <a:pt x="942" y="498"/>
                  </a:moveTo>
                  <a:lnTo>
                    <a:pt x="948" y="429"/>
                  </a:lnTo>
                  <a:lnTo>
                    <a:pt x="908" y="425"/>
                  </a:lnTo>
                  <a:cubicBezTo>
                    <a:pt x="906" y="406"/>
                    <a:pt x="900" y="387"/>
                    <a:pt x="891" y="370"/>
                  </a:cubicBezTo>
                  <a:lnTo>
                    <a:pt x="922" y="344"/>
                  </a:lnTo>
                  <a:lnTo>
                    <a:pt x="877" y="291"/>
                  </a:lnTo>
                  <a:lnTo>
                    <a:pt x="846" y="317"/>
                  </a:lnTo>
                  <a:cubicBezTo>
                    <a:pt x="831" y="305"/>
                    <a:pt x="814" y="296"/>
                    <a:pt x="795" y="290"/>
                  </a:cubicBezTo>
                  <a:lnTo>
                    <a:pt x="798" y="250"/>
                  </a:lnTo>
                  <a:lnTo>
                    <a:pt x="729" y="244"/>
                  </a:lnTo>
                  <a:lnTo>
                    <a:pt x="725" y="284"/>
                  </a:lnTo>
                  <a:cubicBezTo>
                    <a:pt x="706" y="287"/>
                    <a:pt x="687" y="293"/>
                    <a:pt x="670" y="302"/>
                  </a:cubicBezTo>
                  <a:lnTo>
                    <a:pt x="644" y="271"/>
                  </a:lnTo>
                  <a:lnTo>
                    <a:pt x="591" y="316"/>
                  </a:lnTo>
                  <a:lnTo>
                    <a:pt x="617" y="346"/>
                  </a:lnTo>
                  <a:cubicBezTo>
                    <a:pt x="605" y="362"/>
                    <a:pt x="596" y="379"/>
                    <a:pt x="590" y="398"/>
                  </a:cubicBezTo>
                  <a:lnTo>
                    <a:pt x="550" y="394"/>
                  </a:lnTo>
                  <a:lnTo>
                    <a:pt x="544" y="464"/>
                  </a:lnTo>
                  <a:lnTo>
                    <a:pt x="584" y="467"/>
                  </a:lnTo>
                  <a:cubicBezTo>
                    <a:pt x="587" y="487"/>
                    <a:pt x="593" y="505"/>
                    <a:pt x="602" y="522"/>
                  </a:cubicBezTo>
                  <a:lnTo>
                    <a:pt x="571" y="548"/>
                  </a:lnTo>
                  <a:lnTo>
                    <a:pt x="616" y="601"/>
                  </a:lnTo>
                  <a:lnTo>
                    <a:pt x="647" y="575"/>
                  </a:lnTo>
                  <a:cubicBezTo>
                    <a:pt x="662" y="587"/>
                    <a:pt x="679" y="596"/>
                    <a:pt x="698" y="602"/>
                  </a:cubicBezTo>
                  <a:lnTo>
                    <a:pt x="694" y="642"/>
                  </a:lnTo>
                  <a:lnTo>
                    <a:pt x="764" y="648"/>
                  </a:lnTo>
                  <a:lnTo>
                    <a:pt x="767" y="608"/>
                  </a:lnTo>
                  <a:cubicBezTo>
                    <a:pt x="787" y="606"/>
                    <a:pt x="805" y="600"/>
                    <a:pt x="822" y="591"/>
                  </a:cubicBezTo>
                  <a:lnTo>
                    <a:pt x="848" y="621"/>
                  </a:lnTo>
                  <a:lnTo>
                    <a:pt x="901" y="577"/>
                  </a:lnTo>
                  <a:lnTo>
                    <a:pt x="876" y="546"/>
                  </a:lnTo>
                  <a:cubicBezTo>
                    <a:pt x="887" y="531"/>
                    <a:pt x="896" y="513"/>
                    <a:pt x="902" y="494"/>
                  </a:cubicBezTo>
                  <a:lnTo>
                    <a:pt x="942" y="498"/>
                  </a:lnTo>
                  <a:close/>
                </a:path>
              </a:pathLst>
            </a:custGeom>
            <a:solidFill>
              <a:srgbClr val="FFFFFF"/>
            </a:solidFill>
            <a:ln w="9525">
              <a:noFill/>
              <a:round/>
              <a:headEnd/>
              <a:tailEnd/>
            </a:ln>
          </p:spPr>
          <p:txBody>
            <a:bodyPr/>
            <a:lstStyle/>
            <a:p>
              <a:endParaRPr lang="zh-CN" altLang="en-US"/>
            </a:p>
          </p:txBody>
        </p:sp>
      </p:grpSp>
      <p:grpSp>
        <p:nvGrpSpPr>
          <p:cNvPr id="7176" name="组合 22"/>
          <p:cNvGrpSpPr>
            <a:grpSpLocks/>
          </p:cNvGrpSpPr>
          <p:nvPr/>
        </p:nvGrpSpPr>
        <p:grpSpPr bwMode="auto">
          <a:xfrm>
            <a:off x="6170613" y="2613793"/>
            <a:ext cx="576262" cy="576263"/>
            <a:chOff x="6170389" y="3371639"/>
            <a:chExt cx="576064" cy="576064"/>
          </a:xfrm>
        </p:grpSpPr>
        <p:sp>
          <p:nvSpPr>
            <p:cNvPr id="7201" name="圆角矩形 11"/>
            <p:cNvSpPr>
              <a:spLocks noChangeArrowheads="1"/>
            </p:cNvSpPr>
            <p:nvPr/>
          </p:nvSpPr>
          <p:spPr bwMode="auto">
            <a:xfrm>
              <a:off x="6170389" y="3371639"/>
              <a:ext cx="576064" cy="576064"/>
            </a:xfrm>
            <a:prstGeom prst="roundRect">
              <a:avLst>
                <a:gd name="adj" fmla="val 16667"/>
              </a:avLst>
            </a:prstGeom>
            <a:solidFill>
              <a:srgbClr val="113E6A"/>
            </a:solidFill>
            <a:ln w="9525" algn="ctr">
              <a:noFill/>
              <a:round/>
              <a:headEnd/>
              <a:tailEnd/>
            </a:ln>
          </p:spPr>
          <p:txBody>
            <a:bodyPr/>
            <a:lstStyle/>
            <a:p>
              <a:pPr eaLnBrk="1" hangingPunct="1"/>
              <a:endParaRPr lang="zh-CN" altLang="en-US"/>
            </a:p>
          </p:txBody>
        </p:sp>
        <p:sp>
          <p:nvSpPr>
            <p:cNvPr id="7202" name="Freeform 13"/>
            <p:cNvSpPr>
              <a:spLocks noEditPoints="1"/>
            </p:cNvSpPr>
            <p:nvPr/>
          </p:nvSpPr>
          <p:spPr bwMode="auto">
            <a:xfrm>
              <a:off x="6293383" y="3504805"/>
              <a:ext cx="330076" cy="309733"/>
            </a:xfrm>
            <a:custGeom>
              <a:avLst/>
              <a:gdLst>
                <a:gd name="T0" fmla="*/ 0 w 957"/>
                <a:gd name="T1" fmla="*/ 2147483646 h 885"/>
                <a:gd name="T2" fmla="*/ 2147483646 w 957"/>
                <a:gd name="T3" fmla="*/ 2147483646 h 885"/>
                <a:gd name="T4" fmla="*/ 2147483646 w 957"/>
                <a:gd name="T5" fmla="*/ 2147483646 h 885"/>
                <a:gd name="T6" fmla="*/ 2147483646 w 957"/>
                <a:gd name="T7" fmla="*/ 2147483646 h 885"/>
                <a:gd name="T8" fmla="*/ 2147483646 w 957"/>
                <a:gd name="T9" fmla="*/ 2147483646 h 885"/>
                <a:gd name="T10" fmla="*/ 2147483646 w 957"/>
                <a:gd name="T11" fmla="*/ 2147483646 h 885"/>
                <a:gd name="T12" fmla="*/ 2147483646 w 957"/>
                <a:gd name="T13" fmla="*/ 2147483646 h 885"/>
                <a:gd name="T14" fmla="*/ 2147483646 w 957"/>
                <a:gd name="T15" fmla="*/ 2147483646 h 885"/>
                <a:gd name="T16" fmla="*/ 2147483646 w 957"/>
                <a:gd name="T17" fmla="*/ 2147483646 h 885"/>
                <a:gd name="T18" fmla="*/ 2147483646 w 957"/>
                <a:gd name="T19" fmla="*/ 2147483646 h 885"/>
                <a:gd name="T20" fmla="*/ 0 w 957"/>
                <a:gd name="T21" fmla="*/ 2147483646 h 885"/>
                <a:gd name="T22" fmla="*/ 2147483646 w 957"/>
                <a:gd name="T23" fmla="*/ 2147483646 h 885"/>
                <a:gd name="T24" fmla="*/ 2147483646 w 957"/>
                <a:gd name="T25" fmla="*/ 2147483646 h 885"/>
                <a:gd name="T26" fmla="*/ 2147483646 w 957"/>
                <a:gd name="T27" fmla="*/ 2147483646 h 885"/>
                <a:gd name="T28" fmla="*/ 2147483646 w 957"/>
                <a:gd name="T29" fmla="*/ 2147483646 h 885"/>
                <a:gd name="T30" fmla="*/ 2147483646 w 957"/>
                <a:gd name="T31" fmla="*/ 2147483646 h 885"/>
                <a:gd name="T32" fmla="*/ 2147483646 w 957"/>
                <a:gd name="T33" fmla="*/ 2147483646 h 885"/>
                <a:gd name="T34" fmla="*/ 2147483646 w 957"/>
                <a:gd name="T35" fmla="*/ 2147483646 h 885"/>
                <a:gd name="T36" fmla="*/ 2147483646 w 957"/>
                <a:gd name="T37" fmla="*/ 2147483646 h 885"/>
                <a:gd name="T38" fmla="*/ 2147483646 w 957"/>
                <a:gd name="T39" fmla="*/ 2147483646 h 885"/>
                <a:gd name="T40" fmla="*/ 2147483646 w 957"/>
                <a:gd name="T41" fmla="*/ 2147483646 h 885"/>
                <a:gd name="T42" fmla="*/ 2147483646 w 957"/>
                <a:gd name="T43" fmla="*/ 2147483646 h 885"/>
                <a:gd name="T44" fmla="*/ 2147483646 w 957"/>
                <a:gd name="T45" fmla="*/ 2147483646 h 885"/>
                <a:gd name="T46" fmla="*/ 2147483646 w 957"/>
                <a:gd name="T47" fmla="*/ 2147483646 h 885"/>
                <a:gd name="T48" fmla="*/ 2147483646 w 957"/>
                <a:gd name="T49" fmla="*/ 2147483646 h 885"/>
                <a:gd name="T50" fmla="*/ 2147483646 w 957"/>
                <a:gd name="T51" fmla="*/ 2147483646 h 885"/>
                <a:gd name="T52" fmla="*/ 2147483646 w 957"/>
                <a:gd name="T53" fmla="*/ 2147483646 h 885"/>
                <a:gd name="T54" fmla="*/ 2147483646 w 957"/>
                <a:gd name="T55" fmla="*/ 2147483646 h 885"/>
                <a:gd name="T56" fmla="*/ 2147483646 w 957"/>
                <a:gd name="T57" fmla="*/ 2147483646 h 885"/>
                <a:gd name="T58" fmla="*/ 2147483646 w 957"/>
                <a:gd name="T59" fmla="*/ 2147483646 h 885"/>
                <a:gd name="T60" fmla="*/ 2147483646 w 957"/>
                <a:gd name="T61" fmla="*/ 2147483646 h 885"/>
                <a:gd name="T62" fmla="*/ 2147483646 w 957"/>
                <a:gd name="T63" fmla="*/ 2147483646 h 885"/>
                <a:gd name="T64" fmla="*/ 2147483646 w 957"/>
                <a:gd name="T65" fmla="*/ 2147483646 h 885"/>
                <a:gd name="T66" fmla="*/ 2147483646 w 957"/>
                <a:gd name="T67" fmla="*/ 2147483646 h 885"/>
                <a:gd name="T68" fmla="*/ 2147483646 w 957"/>
                <a:gd name="T69" fmla="*/ 2147483646 h 885"/>
                <a:gd name="T70" fmla="*/ 2147483646 w 957"/>
                <a:gd name="T71" fmla="*/ 2147483646 h 885"/>
                <a:gd name="T72" fmla="*/ 2147483646 w 957"/>
                <a:gd name="T73" fmla="*/ 2147483646 h 885"/>
                <a:gd name="T74" fmla="*/ 2147483646 w 957"/>
                <a:gd name="T75" fmla="*/ 2147483646 h 885"/>
                <a:gd name="T76" fmla="*/ 2147483646 w 957"/>
                <a:gd name="T77" fmla="*/ 2147483646 h 885"/>
                <a:gd name="T78" fmla="*/ 2147483646 w 957"/>
                <a:gd name="T79" fmla="*/ 2147483646 h 885"/>
                <a:gd name="T80" fmla="*/ 2147483646 w 957"/>
                <a:gd name="T81" fmla="*/ 2147483646 h 885"/>
                <a:gd name="T82" fmla="*/ 2147483646 w 957"/>
                <a:gd name="T83" fmla="*/ 2147483646 h 885"/>
                <a:gd name="T84" fmla="*/ 2147483646 w 957"/>
                <a:gd name="T85" fmla="*/ 2147483646 h 885"/>
                <a:gd name="T86" fmla="*/ 2147483646 w 957"/>
                <a:gd name="T87" fmla="*/ 2147483646 h 885"/>
                <a:gd name="T88" fmla="*/ 2147483646 w 957"/>
                <a:gd name="T89" fmla="*/ 2147483646 h 885"/>
                <a:gd name="T90" fmla="*/ 2147483646 w 957"/>
                <a:gd name="T91" fmla="*/ 2147483646 h 885"/>
                <a:gd name="T92" fmla="*/ 2147483646 w 957"/>
                <a:gd name="T93" fmla="*/ 2147483646 h 88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957" h="885">
                  <a:moveTo>
                    <a:pt x="0" y="155"/>
                  </a:moveTo>
                  <a:cubicBezTo>
                    <a:pt x="0" y="278"/>
                    <a:pt x="0" y="400"/>
                    <a:pt x="0" y="523"/>
                  </a:cubicBezTo>
                  <a:cubicBezTo>
                    <a:pt x="0" y="533"/>
                    <a:pt x="161" y="687"/>
                    <a:pt x="181" y="707"/>
                  </a:cubicBezTo>
                  <a:cubicBezTo>
                    <a:pt x="202" y="728"/>
                    <a:pt x="355" y="885"/>
                    <a:pt x="368" y="885"/>
                  </a:cubicBezTo>
                  <a:cubicBezTo>
                    <a:pt x="442" y="885"/>
                    <a:pt x="516" y="885"/>
                    <a:pt x="589" y="885"/>
                  </a:cubicBezTo>
                  <a:cubicBezTo>
                    <a:pt x="620" y="885"/>
                    <a:pt x="632" y="856"/>
                    <a:pt x="645" y="837"/>
                  </a:cubicBezTo>
                  <a:cubicBezTo>
                    <a:pt x="645" y="684"/>
                    <a:pt x="645" y="532"/>
                    <a:pt x="645" y="380"/>
                  </a:cubicBezTo>
                  <a:cubicBezTo>
                    <a:pt x="631" y="385"/>
                    <a:pt x="590" y="368"/>
                    <a:pt x="582" y="391"/>
                  </a:cubicBezTo>
                  <a:cubicBezTo>
                    <a:pt x="577" y="401"/>
                    <a:pt x="582" y="573"/>
                    <a:pt x="582" y="608"/>
                  </a:cubicBezTo>
                  <a:cubicBezTo>
                    <a:pt x="582" y="643"/>
                    <a:pt x="592" y="822"/>
                    <a:pt x="567" y="822"/>
                  </a:cubicBezTo>
                  <a:cubicBezTo>
                    <a:pt x="507" y="822"/>
                    <a:pt x="447" y="822"/>
                    <a:pt x="387" y="822"/>
                  </a:cubicBezTo>
                  <a:cubicBezTo>
                    <a:pt x="368" y="822"/>
                    <a:pt x="376" y="760"/>
                    <a:pt x="376" y="741"/>
                  </a:cubicBezTo>
                  <a:cubicBezTo>
                    <a:pt x="376" y="710"/>
                    <a:pt x="376" y="679"/>
                    <a:pt x="376" y="649"/>
                  </a:cubicBezTo>
                  <a:cubicBezTo>
                    <a:pt x="376" y="565"/>
                    <a:pt x="376" y="551"/>
                    <a:pt x="324" y="516"/>
                  </a:cubicBezTo>
                  <a:cubicBezTo>
                    <a:pt x="300" y="516"/>
                    <a:pt x="301" y="509"/>
                    <a:pt x="280" y="509"/>
                  </a:cubicBezTo>
                  <a:cubicBezTo>
                    <a:pt x="209" y="509"/>
                    <a:pt x="137" y="509"/>
                    <a:pt x="66" y="509"/>
                  </a:cubicBezTo>
                  <a:cubicBezTo>
                    <a:pt x="66" y="398"/>
                    <a:pt x="66" y="287"/>
                    <a:pt x="66" y="177"/>
                  </a:cubicBezTo>
                  <a:cubicBezTo>
                    <a:pt x="66" y="168"/>
                    <a:pt x="69" y="169"/>
                    <a:pt x="74" y="162"/>
                  </a:cubicBezTo>
                  <a:cubicBezTo>
                    <a:pt x="155" y="162"/>
                    <a:pt x="236" y="162"/>
                    <a:pt x="317" y="162"/>
                  </a:cubicBezTo>
                  <a:cubicBezTo>
                    <a:pt x="333" y="151"/>
                    <a:pt x="375" y="115"/>
                    <a:pt x="376" y="92"/>
                  </a:cubicBezTo>
                  <a:cubicBezTo>
                    <a:pt x="274" y="92"/>
                    <a:pt x="172" y="92"/>
                    <a:pt x="70" y="92"/>
                  </a:cubicBezTo>
                  <a:cubicBezTo>
                    <a:pt x="42" y="92"/>
                    <a:pt x="0" y="131"/>
                    <a:pt x="0" y="155"/>
                  </a:cubicBezTo>
                  <a:close/>
                  <a:moveTo>
                    <a:pt x="505" y="215"/>
                  </a:moveTo>
                  <a:lnTo>
                    <a:pt x="538" y="182"/>
                  </a:lnTo>
                  <a:lnTo>
                    <a:pt x="505" y="149"/>
                  </a:lnTo>
                  <a:cubicBezTo>
                    <a:pt x="504" y="148"/>
                    <a:pt x="504" y="146"/>
                    <a:pt x="505" y="145"/>
                  </a:cubicBezTo>
                  <a:lnTo>
                    <a:pt x="527" y="123"/>
                  </a:lnTo>
                  <a:cubicBezTo>
                    <a:pt x="528" y="122"/>
                    <a:pt x="530" y="122"/>
                    <a:pt x="531" y="123"/>
                  </a:cubicBezTo>
                  <a:lnTo>
                    <a:pt x="564" y="156"/>
                  </a:lnTo>
                  <a:lnTo>
                    <a:pt x="597" y="123"/>
                  </a:lnTo>
                  <a:cubicBezTo>
                    <a:pt x="599" y="122"/>
                    <a:pt x="601" y="122"/>
                    <a:pt x="602" y="123"/>
                  </a:cubicBezTo>
                  <a:lnTo>
                    <a:pt x="624" y="145"/>
                  </a:lnTo>
                  <a:cubicBezTo>
                    <a:pt x="625" y="146"/>
                    <a:pt x="625" y="148"/>
                    <a:pt x="624" y="149"/>
                  </a:cubicBezTo>
                  <a:lnTo>
                    <a:pt x="591" y="182"/>
                  </a:lnTo>
                  <a:lnTo>
                    <a:pt x="624" y="215"/>
                  </a:lnTo>
                  <a:cubicBezTo>
                    <a:pt x="625" y="217"/>
                    <a:pt x="625" y="219"/>
                    <a:pt x="624" y="220"/>
                  </a:cubicBezTo>
                  <a:lnTo>
                    <a:pt x="602" y="242"/>
                  </a:lnTo>
                  <a:cubicBezTo>
                    <a:pt x="601" y="243"/>
                    <a:pt x="599" y="243"/>
                    <a:pt x="597" y="242"/>
                  </a:cubicBezTo>
                  <a:lnTo>
                    <a:pt x="564" y="209"/>
                  </a:lnTo>
                  <a:lnTo>
                    <a:pt x="531" y="242"/>
                  </a:lnTo>
                  <a:cubicBezTo>
                    <a:pt x="530" y="243"/>
                    <a:pt x="528" y="243"/>
                    <a:pt x="527" y="242"/>
                  </a:cubicBezTo>
                  <a:lnTo>
                    <a:pt x="505" y="220"/>
                  </a:lnTo>
                  <a:cubicBezTo>
                    <a:pt x="504" y="219"/>
                    <a:pt x="504" y="217"/>
                    <a:pt x="505" y="215"/>
                  </a:cubicBezTo>
                  <a:close/>
                  <a:moveTo>
                    <a:pt x="780" y="332"/>
                  </a:moveTo>
                  <a:lnTo>
                    <a:pt x="944" y="496"/>
                  </a:lnTo>
                  <a:cubicBezTo>
                    <a:pt x="957" y="509"/>
                    <a:pt x="957" y="530"/>
                    <a:pt x="944" y="543"/>
                  </a:cubicBezTo>
                  <a:lnTo>
                    <a:pt x="925" y="562"/>
                  </a:lnTo>
                  <a:cubicBezTo>
                    <a:pt x="912" y="575"/>
                    <a:pt x="891" y="575"/>
                    <a:pt x="878" y="562"/>
                  </a:cubicBezTo>
                  <a:lnTo>
                    <a:pt x="714" y="398"/>
                  </a:lnTo>
                  <a:lnTo>
                    <a:pt x="780" y="332"/>
                  </a:lnTo>
                  <a:close/>
                  <a:moveTo>
                    <a:pt x="447" y="65"/>
                  </a:moveTo>
                  <a:cubicBezTo>
                    <a:pt x="512" y="0"/>
                    <a:pt x="617" y="0"/>
                    <a:pt x="682" y="65"/>
                  </a:cubicBezTo>
                  <a:cubicBezTo>
                    <a:pt x="740" y="123"/>
                    <a:pt x="747" y="213"/>
                    <a:pt x="701" y="278"/>
                  </a:cubicBezTo>
                  <a:lnTo>
                    <a:pt x="754" y="331"/>
                  </a:lnTo>
                  <a:cubicBezTo>
                    <a:pt x="756" y="333"/>
                    <a:pt x="756" y="337"/>
                    <a:pt x="754" y="339"/>
                  </a:cubicBezTo>
                  <a:lnTo>
                    <a:pt x="721" y="372"/>
                  </a:lnTo>
                  <a:cubicBezTo>
                    <a:pt x="719" y="374"/>
                    <a:pt x="715" y="374"/>
                    <a:pt x="713" y="372"/>
                  </a:cubicBezTo>
                  <a:lnTo>
                    <a:pt x="660" y="319"/>
                  </a:lnTo>
                  <a:cubicBezTo>
                    <a:pt x="595" y="364"/>
                    <a:pt x="505" y="358"/>
                    <a:pt x="447" y="300"/>
                  </a:cubicBezTo>
                  <a:cubicBezTo>
                    <a:pt x="382" y="235"/>
                    <a:pt x="382" y="130"/>
                    <a:pt x="447" y="65"/>
                  </a:cubicBezTo>
                  <a:close/>
                  <a:moveTo>
                    <a:pt x="486" y="104"/>
                  </a:moveTo>
                  <a:cubicBezTo>
                    <a:pt x="529" y="60"/>
                    <a:pt x="600" y="60"/>
                    <a:pt x="643" y="104"/>
                  </a:cubicBezTo>
                  <a:cubicBezTo>
                    <a:pt x="687" y="147"/>
                    <a:pt x="687" y="218"/>
                    <a:pt x="643" y="261"/>
                  </a:cubicBezTo>
                  <a:cubicBezTo>
                    <a:pt x="600" y="305"/>
                    <a:pt x="529" y="305"/>
                    <a:pt x="486" y="261"/>
                  </a:cubicBezTo>
                  <a:cubicBezTo>
                    <a:pt x="442" y="218"/>
                    <a:pt x="442" y="147"/>
                    <a:pt x="486" y="104"/>
                  </a:cubicBezTo>
                  <a:close/>
                  <a:moveTo>
                    <a:pt x="306" y="770"/>
                  </a:moveTo>
                  <a:cubicBezTo>
                    <a:pt x="304" y="706"/>
                    <a:pt x="303" y="643"/>
                    <a:pt x="302" y="579"/>
                  </a:cubicBezTo>
                  <a:cubicBezTo>
                    <a:pt x="241" y="579"/>
                    <a:pt x="179" y="579"/>
                    <a:pt x="118" y="579"/>
                  </a:cubicBezTo>
                  <a:cubicBezTo>
                    <a:pt x="117" y="580"/>
                    <a:pt x="116" y="581"/>
                    <a:pt x="115" y="581"/>
                  </a:cubicBezTo>
                  <a:cubicBezTo>
                    <a:pt x="179" y="644"/>
                    <a:pt x="242" y="707"/>
                    <a:pt x="306" y="770"/>
                  </a:cubicBezTo>
                  <a:close/>
                  <a:moveTo>
                    <a:pt x="110" y="225"/>
                  </a:moveTo>
                  <a:cubicBezTo>
                    <a:pt x="110" y="233"/>
                    <a:pt x="110" y="242"/>
                    <a:pt x="110" y="250"/>
                  </a:cubicBezTo>
                  <a:cubicBezTo>
                    <a:pt x="110" y="259"/>
                    <a:pt x="116" y="265"/>
                    <a:pt x="125" y="265"/>
                  </a:cubicBezTo>
                  <a:cubicBezTo>
                    <a:pt x="209" y="265"/>
                    <a:pt x="292" y="265"/>
                    <a:pt x="376" y="265"/>
                  </a:cubicBezTo>
                  <a:cubicBezTo>
                    <a:pt x="399" y="265"/>
                    <a:pt x="394" y="228"/>
                    <a:pt x="387" y="214"/>
                  </a:cubicBezTo>
                  <a:cubicBezTo>
                    <a:pt x="338" y="214"/>
                    <a:pt x="288" y="214"/>
                    <a:pt x="239" y="214"/>
                  </a:cubicBezTo>
                  <a:cubicBezTo>
                    <a:pt x="209" y="214"/>
                    <a:pt x="110" y="206"/>
                    <a:pt x="110" y="225"/>
                  </a:cubicBezTo>
                  <a:close/>
                  <a:moveTo>
                    <a:pt x="110" y="405"/>
                  </a:moveTo>
                  <a:cubicBezTo>
                    <a:pt x="110" y="416"/>
                    <a:pt x="110" y="427"/>
                    <a:pt x="110" y="439"/>
                  </a:cubicBezTo>
                  <a:cubicBezTo>
                    <a:pt x="110" y="447"/>
                    <a:pt x="113" y="450"/>
                    <a:pt x="121" y="450"/>
                  </a:cubicBezTo>
                  <a:cubicBezTo>
                    <a:pt x="211" y="450"/>
                    <a:pt x="301" y="450"/>
                    <a:pt x="390" y="450"/>
                  </a:cubicBezTo>
                  <a:cubicBezTo>
                    <a:pt x="392" y="440"/>
                    <a:pt x="400" y="402"/>
                    <a:pt x="379" y="402"/>
                  </a:cubicBezTo>
                  <a:cubicBezTo>
                    <a:pt x="296" y="402"/>
                    <a:pt x="212" y="402"/>
                    <a:pt x="129" y="402"/>
                  </a:cubicBezTo>
                  <a:cubicBezTo>
                    <a:pt x="123" y="402"/>
                    <a:pt x="115" y="404"/>
                    <a:pt x="110" y="405"/>
                  </a:cubicBezTo>
                  <a:close/>
                  <a:moveTo>
                    <a:pt x="110" y="328"/>
                  </a:moveTo>
                  <a:cubicBezTo>
                    <a:pt x="110" y="333"/>
                    <a:pt x="110" y="338"/>
                    <a:pt x="110" y="343"/>
                  </a:cubicBezTo>
                  <a:cubicBezTo>
                    <a:pt x="110" y="351"/>
                    <a:pt x="113" y="351"/>
                    <a:pt x="118" y="357"/>
                  </a:cubicBezTo>
                  <a:cubicBezTo>
                    <a:pt x="205" y="357"/>
                    <a:pt x="292" y="357"/>
                    <a:pt x="379" y="357"/>
                  </a:cubicBezTo>
                  <a:cubicBezTo>
                    <a:pt x="384" y="355"/>
                    <a:pt x="389" y="353"/>
                    <a:pt x="394" y="350"/>
                  </a:cubicBezTo>
                  <a:cubicBezTo>
                    <a:pt x="394" y="344"/>
                    <a:pt x="394" y="338"/>
                    <a:pt x="394" y="332"/>
                  </a:cubicBezTo>
                  <a:cubicBezTo>
                    <a:pt x="394" y="320"/>
                    <a:pt x="390" y="317"/>
                    <a:pt x="387" y="309"/>
                  </a:cubicBezTo>
                  <a:cubicBezTo>
                    <a:pt x="336" y="309"/>
                    <a:pt x="286" y="309"/>
                    <a:pt x="236" y="309"/>
                  </a:cubicBezTo>
                  <a:cubicBezTo>
                    <a:pt x="211" y="309"/>
                    <a:pt x="187" y="309"/>
                    <a:pt x="162" y="309"/>
                  </a:cubicBezTo>
                  <a:cubicBezTo>
                    <a:pt x="131" y="310"/>
                    <a:pt x="110" y="299"/>
                    <a:pt x="110" y="328"/>
                  </a:cubicBezTo>
                  <a:close/>
                </a:path>
              </a:pathLst>
            </a:custGeom>
            <a:solidFill>
              <a:srgbClr val="FFFFFF"/>
            </a:solidFill>
            <a:ln w="9525">
              <a:noFill/>
              <a:round/>
              <a:headEnd/>
              <a:tailEnd/>
            </a:ln>
          </p:spPr>
          <p:txBody>
            <a:bodyPr/>
            <a:lstStyle/>
            <a:p>
              <a:endParaRPr lang="zh-CN" altLang="en-US"/>
            </a:p>
          </p:txBody>
        </p:sp>
      </p:grpSp>
      <p:grpSp>
        <p:nvGrpSpPr>
          <p:cNvPr id="7177" name="组合 21"/>
          <p:cNvGrpSpPr>
            <a:grpSpLocks/>
          </p:cNvGrpSpPr>
          <p:nvPr/>
        </p:nvGrpSpPr>
        <p:grpSpPr bwMode="auto">
          <a:xfrm>
            <a:off x="6170613" y="1043831"/>
            <a:ext cx="576262" cy="576262"/>
            <a:chOff x="6170389" y="2579551"/>
            <a:chExt cx="576064" cy="576064"/>
          </a:xfrm>
        </p:grpSpPr>
        <p:sp>
          <p:nvSpPr>
            <p:cNvPr id="7199" name="圆角矩形 10"/>
            <p:cNvSpPr>
              <a:spLocks noChangeArrowheads="1"/>
            </p:cNvSpPr>
            <p:nvPr/>
          </p:nvSpPr>
          <p:spPr bwMode="auto">
            <a:xfrm>
              <a:off x="6170389" y="2579551"/>
              <a:ext cx="576064" cy="576064"/>
            </a:xfrm>
            <a:prstGeom prst="roundRect">
              <a:avLst>
                <a:gd name="adj" fmla="val 16667"/>
              </a:avLst>
            </a:prstGeom>
            <a:solidFill>
              <a:srgbClr val="113E6A"/>
            </a:solidFill>
            <a:ln w="9525" algn="ctr">
              <a:noFill/>
              <a:round/>
              <a:headEnd/>
              <a:tailEnd/>
            </a:ln>
          </p:spPr>
          <p:txBody>
            <a:bodyPr/>
            <a:lstStyle/>
            <a:p>
              <a:pPr eaLnBrk="1" hangingPunct="1"/>
              <a:endParaRPr lang="zh-CN" altLang="en-US"/>
            </a:p>
          </p:txBody>
        </p:sp>
        <p:sp>
          <p:nvSpPr>
            <p:cNvPr id="7200" name="Freeform 27"/>
            <p:cNvSpPr>
              <a:spLocks noEditPoints="1"/>
            </p:cNvSpPr>
            <p:nvPr/>
          </p:nvSpPr>
          <p:spPr bwMode="auto">
            <a:xfrm>
              <a:off x="6344742" y="2711328"/>
              <a:ext cx="312142" cy="334857"/>
            </a:xfrm>
            <a:custGeom>
              <a:avLst/>
              <a:gdLst>
                <a:gd name="T0" fmla="*/ 2147483646 w 812"/>
                <a:gd name="T1" fmla="*/ 0 h 858"/>
                <a:gd name="T2" fmla="*/ 2147483646 w 812"/>
                <a:gd name="T3" fmla="*/ 2147483646 h 858"/>
                <a:gd name="T4" fmla="*/ 2147483646 w 812"/>
                <a:gd name="T5" fmla="*/ 2147483646 h 858"/>
                <a:gd name="T6" fmla="*/ 2147483646 w 812"/>
                <a:gd name="T7" fmla="*/ 2147483646 h 858"/>
                <a:gd name="T8" fmla="*/ 2147483646 w 812"/>
                <a:gd name="T9" fmla="*/ 2147483646 h 858"/>
                <a:gd name="T10" fmla="*/ 2147483646 w 812"/>
                <a:gd name="T11" fmla="*/ 2147483646 h 858"/>
                <a:gd name="T12" fmla="*/ 2147483646 w 812"/>
                <a:gd name="T13" fmla="*/ 2147483646 h 858"/>
                <a:gd name="T14" fmla="*/ 2147483646 w 812"/>
                <a:gd name="T15" fmla="*/ 2147483646 h 858"/>
                <a:gd name="T16" fmla="*/ 0 w 812"/>
                <a:gd name="T17" fmla="*/ 2147483646 h 858"/>
                <a:gd name="T18" fmla="*/ 2147483646 w 812"/>
                <a:gd name="T19" fmla="*/ 2147483646 h 858"/>
                <a:gd name="T20" fmla="*/ 2147483646 w 812"/>
                <a:gd name="T21" fmla="*/ 2147483646 h 858"/>
                <a:gd name="T22" fmla="*/ 2147483646 w 812"/>
                <a:gd name="T23" fmla="*/ 2147483646 h 858"/>
                <a:gd name="T24" fmla="*/ 2147483646 w 812"/>
                <a:gd name="T25" fmla="*/ 2147483646 h 858"/>
                <a:gd name="T26" fmla="*/ 2147483646 w 812"/>
                <a:gd name="T27" fmla="*/ 2147483646 h 858"/>
                <a:gd name="T28" fmla="*/ 2147483646 w 812"/>
                <a:gd name="T29" fmla="*/ 2147483646 h 858"/>
                <a:gd name="T30" fmla="*/ 2147483646 w 812"/>
                <a:gd name="T31" fmla="*/ 2147483646 h 858"/>
                <a:gd name="T32" fmla="*/ 2147483646 w 812"/>
                <a:gd name="T33" fmla="*/ 2147483646 h 858"/>
                <a:gd name="T34" fmla="*/ 2147483646 w 812"/>
                <a:gd name="T35" fmla="*/ 2147483646 h 858"/>
                <a:gd name="T36" fmla="*/ 2147483646 w 812"/>
                <a:gd name="T37" fmla="*/ 2147483646 h 858"/>
                <a:gd name="T38" fmla="*/ 2147483646 w 812"/>
                <a:gd name="T39" fmla="*/ 2147483646 h 858"/>
                <a:gd name="T40" fmla="*/ 2147483646 w 812"/>
                <a:gd name="T41" fmla="*/ 2147483646 h 858"/>
                <a:gd name="T42" fmla="*/ 2147483646 w 812"/>
                <a:gd name="T43" fmla="*/ 2147483646 h 858"/>
                <a:gd name="T44" fmla="*/ 2147483646 w 812"/>
                <a:gd name="T45" fmla="*/ 2147483646 h 858"/>
                <a:gd name="T46" fmla="*/ 2147483646 w 812"/>
                <a:gd name="T47" fmla="*/ 2147483646 h 858"/>
                <a:gd name="T48" fmla="*/ 2147483646 w 812"/>
                <a:gd name="T49" fmla="*/ 2147483646 h 858"/>
                <a:gd name="T50" fmla="*/ 2147483646 w 812"/>
                <a:gd name="T51" fmla="*/ 2147483646 h 858"/>
                <a:gd name="T52" fmla="*/ 2147483646 w 812"/>
                <a:gd name="T53" fmla="*/ 2147483646 h 858"/>
                <a:gd name="T54" fmla="*/ 2147483646 w 812"/>
                <a:gd name="T55" fmla="*/ 2147483646 h 858"/>
                <a:gd name="T56" fmla="*/ 2147483646 w 812"/>
                <a:gd name="T57" fmla="*/ 2147483646 h 858"/>
                <a:gd name="T58" fmla="*/ 2147483646 w 812"/>
                <a:gd name="T59" fmla="*/ 2147483646 h 858"/>
                <a:gd name="T60" fmla="*/ 2147483646 w 812"/>
                <a:gd name="T61" fmla="*/ 2147483646 h 858"/>
                <a:gd name="T62" fmla="*/ 2147483646 w 812"/>
                <a:gd name="T63" fmla="*/ 2147483646 h 858"/>
                <a:gd name="T64" fmla="*/ 2147483646 w 812"/>
                <a:gd name="T65" fmla="*/ 2147483646 h 858"/>
                <a:gd name="T66" fmla="*/ 2147483646 w 812"/>
                <a:gd name="T67" fmla="*/ 2147483646 h 858"/>
                <a:gd name="T68" fmla="*/ 2147483646 w 812"/>
                <a:gd name="T69" fmla="*/ 2147483646 h 85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812" h="858">
                  <a:moveTo>
                    <a:pt x="179" y="0"/>
                  </a:moveTo>
                  <a:lnTo>
                    <a:pt x="507" y="0"/>
                  </a:lnTo>
                  <a:cubicBezTo>
                    <a:pt x="569" y="0"/>
                    <a:pt x="620" y="51"/>
                    <a:pt x="620" y="113"/>
                  </a:cubicBezTo>
                  <a:lnTo>
                    <a:pt x="620" y="264"/>
                  </a:lnTo>
                  <a:cubicBezTo>
                    <a:pt x="584" y="292"/>
                    <a:pt x="563" y="318"/>
                    <a:pt x="535" y="356"/>
                  </a:cubicBezTo>
                  <a:lnTo>
                    <a:pt x="535" y="113"/>
                  </a:lnTo>
                  <a:cubicBezTo>
                    <a:pt x="535" y="98"/>
                    <a:pt x="522" y="85"/>
                    <a:pt x="507" y="85"/>
                  </a:cubicBezTo>
                  <a:lnTo>
                    <a:pt x="247" y="85"/>
                  </a:lnTo>
                  <a:lnTo>
                    <a:pt x="247" y="204"/>
                  </a:lnTo>
                  <a:cubicBezTo>
                    <a:pt x="247" y="216"/>
                    <a:pt x="237" y="226"/>
                    <a:pt x="225" y="226"/>
                  </a:cubicBezTo>
                  <a:lnTo>
                    <a:pt x="86" y="226"/>
                  </a:lnTo>
                  <a:lnTo>
                    <a:pt x="86" y="643"/>
                  </a:lnTo>
                  <a:cubicBezTo>
                    <a:pt x="86" y="658"/>
                    <a:pt x="98" y="670"/>
                    <a:pt x="113" y="670"/>
                  </a:cubicBezTo>
                  <a:lnTo>
                    <a:pt x="375" y="670"/>
                  </a:lnTo>
                  <a:cubicBezTo>
                    <a:pt x="366" y="699"/>
                    <a:pt x="358" y="727"/>
                    <a:pt x="353" y="756"/>
                  </a:cubicBezTo>
                  <a:lnTo>
                    <a:pt x="113" y="756"/>
                  </a:lnTo>
                  <a:cubicBezTo>
                    <a:pt x="51" y="756"/>
                    <a:pt x="0" y="705"/>
                    <a:pt x="0" y="643"/>
                  </a:cubicBezTo>
                  <a:lnTo>
                    <a:pt x="0" y="178"/>
                  </a:lnTo>
                  <a:lnTo>
                    <a:pt x="179" y="0"/>
                  </a:lnTo>
                  <a:close/>
                  <a:moveTo>
                    <a:pt x="721" y="277"/>
                  </a:moveTo>
                  <a:cubicBezTo>
                    <a:pt x="733" y="283"/>
                    <a:pt x="740" y="295"/>
                    <a:pt x="743" y="310"/>
                  </a:cubicBezTo>
                  <a:cubicBezTo>
                    <a:pt x="765" y="316"/>
                    <a:pt x="786" y="330"/>
                    <a:pt x="802" y="358"/>
                  </a:cubicBezTo>
                  <a:cubicBezTo>
                    <a:pt x="812" y="382"/>
                    <a:pt x="808" y="417"/>
                    <a:pt x="794" y="442"/>
                  </a:cubicBezTo>
                  <a:cubicBezTo>
                    <a:pt x="770" y="487"/>
                    <a:pt x="736" y="543"/>
                    <a:pt x="707" y="588"/>
                  </a:cubicBezTo>
                  <a:cubicBezTo>
                    <a:pt x="688" y="595"/>
                    <a:pt x="692" y="556"/>
                    <a:pt x="699" y="546"/>
                  </a:cubicBezTo>
                  <a:cubicBezTo>
                    <a:pt x="723" y="510"/>
                    <a:pt x="743" y="477"/>
                    <a:pt x="762" y="413"/>
                  </a:cubicBezTo>
                  <a:cubicBezTo>
                    <a:pt x="766" y="382"/>
                    <a:pt x="752" y="368"/>
                    <a:pt x="743" y="355"/>
                  </a:cubicBezTo>
                  <a:cubicBezTo>
                    <a:pt x="742" y="358"/>
                    <a:pt x="742" y="360"/>
                    <a:pt x="741" y="363"/>
                  </a:cubicBezTo>
                  <a:cubicBezTo>
                    <a:pt x="723" y="355"/>
                    <a:pt x="706" y="346"/>
                    <a:pt x="688" y="337"/>
                  </a:cubicBezTo>
                  <a:cubicBezTo>
                    <a:pt x="670" y="327"/>
                    <a:pt x="653" y="314"/>
                    <a:pt x="636" y="302"/>
                  </a:cubicBezTo>
                  <a:cubicBezTo>
                    <a:pt x="669" y="274"/>
                    <a:pt x="698" y="264"/>
                    <a:pt x="721" y="277"/>
                  </a:cubicBezTo>
                  <a:close/>
                  <a:moveTo>
                    <a:pt x="734" y="395"/>
                  </a:moveTo>
                  <a:cubicBezTo>
                    <a:pt x="719" y="445"/>
                    <a:pt x="690" y="508"/>
                    <a:pt x="649" y="579"/>
                  </a:cubicBezTo>
                  <a:cubicBezTo>
                    <a:pt x="628" y="615"/>
                    <a:pt x="604" y="650"/>
                    <a:pt x="580" y="681"/>
                  </a:cubicBezTo>
                  <a:cubicBezTo>
                    <a:pt x="557" y="670"/>
                    <a:pt x="535" y="658"/>
                    <a:pt x="512" y="646"/>
                  </a:cubicBezTo>
                  <a:cubicBezTo>
                    <a:pt x="488" y="633"/>
                    <a:pt x="465" y="617"/>
                    <a:pt x="442" y="601"/>
                  </a:cubicBezTo>
                  <a:cubicBezTo>
                    <a:pt x="457" y="565"/>
                    <a:pt x="475" y="527"/>
                    <a:pt x="496" y="491"/>
                  </a:cubicBezTo>
                  <a:cubicBezTo>
                    <a:pt x="536" y="420"/>
                    <a:pt x="576" y="363"/>
                    <a:pt x="612" y="325"/>
                  </a:cubicBezTo>
                  <a:cubicBezTo>
                    <a:pt x="631" y="338"/>
                    <a:pt x="650" y="351"/>
                    <a:pt x="671" y="363"/>
                  </a:cubicBezTo>
                  <a:cubicBezTo>
                    <a:pt x="691" y="375"/>
                    <a:pt x="712" y="384"/>
                    <a:pt x="734" y="395"/>
                  </a:cubicBezTo>
                  <a:close/>
                  <a:moveTo>
                    <a:pt x="560" y="707"/>
                  </a:moveTo>
                  <a:cubicBezTo>
                    <a:pt x="486" y="797"/>
                    <a:pt x="410" y="858"/>
                    <a:pt x="392" y="848"/>
                  </a:cubicBezTo>
                  <a:cubicBezTo>
                    <a:pt x="375" y="838"/>
                    <a:pt x="389" y="742"/>
                    <a:pt x="430" y="632"/>
                  </a:cubicBezTo>
                  <a:cubicBezTo>
                    <a:pt x="451" y="645"/>
                    <a:pt x="472" y="659"/>
                    <a:pt x="494" y="672"/>
                  </a:cubicBezTo>
                  <a:cubicBezTo>
                    <a:pt x="516" y="685"/>
                    <a:pt x="538" y="695"/>
                    <a:pt x="560" y="707"/>
                  </a:cubicBezTo>
                  <a:close/>
                  <a:moveTo>
                    <a:pt x="294" y="149"/>
                  </a:moveTo>
                  <a:lnTo>
                    <a:pt x="482" y="149"/>
                  </a:lnTo>
                  <a:lnTo>
                    <a:pt x="482" y="193"/>
                  </a:lnTo>
                  <a:lnTo>
                    <a:pt x="294" y="193"/>
                  </a:lnTo>
                  <a:lnTo>
                    <a:pt x="294" y="149"/>
                  </a:lnTo>
                  <a:close/>
                  <a:moveTo>
                    <a:pt x="148" y="437"/>
                  </a:moveTo>
                  <a:lnTo>
                    <a:pt x="258" y="437"/>
                  </a:lnTo>
                  <a:lnTo>
                    <a:pt x="258" y="480"/>
                  </a:lnTo>
                  <a:lnTo>
                    <a:pt x="148" y="480"/>
                  </a:lnTo>
                  <a:lnTo>
                    <a:pt x="148" y="437"/>
                  </a:lnTo>
                  <a:close/>
                  <a:moveTo>
                    <a:pt x="148" y="337"/>
                  </a:moveTo>
                  <a:lnTo>
                    <a:pt x="482" y="337"/>
                  </a:lnTo>
                  <a:lnTo>
                    <a:pt x="482" y="381"/>
                  </a:lnTo>
                  <a:lnTo>
                    <a:pt x="148" y="381"/>
                  </a:lnTo>
                  <a:lnTo>
                    <a:pt x="148" y="337"/>
                  </a:lnTo>
                  <a:close/>
                  <a:moveTo>
                    <a:pt x="148" y="245"/>
                  </a:moveTo>
                  <a:lnTo>
                    <a:pt x="482" y="245"/>
                  </a:lnTo>
                  <a:lnTo>
                    <a:pt x="482" y="288"/>
                  </a:lnTo>
                  <a:lnTo>
                    <a:pt x="148" y="288"/>
                  </a:lnTo>
                  <a:lnTo>
                    <a:pt x="148" y="245"/>
                  </a:lnTo>
                  <a:close/>
                  <a:moveTo>
                    <a:pt x="111" y="187"/>
                  </a:moveTo>
                  <a:lnTo>
                    <a:pt x="193" y="187"/>
                  </a:lnTo>
                  <a:cubicBezTo>
                    <a:pt x="201" y="187"/>
                    <a:pt x="208" y="181"/>
                    <a:pt x="208" y="173"/>
                  </a:cubicBezTo>
                  <a:lnTo>
                    <a:pt x="208" y="91"/>
                  </a:lnTo>
                  <a:lnTo>
                    <a:pt x="111" y="187"/>
                  </a:lnTo>
                  <a:close/>
                </a:path>
              </a:pathLst>
            </a:custGeom>
            <a:solidFill>
              <a:srgbClr val="FFFFFF"/>
            </a:solidFill>
            <a:ln w="9525">
              <a:noFill/>
              <a:round/>
              <a:headEnd/>
              <a:tailEnd/>
            </a:ln>
          </p:spPr>
          <p:txBody>
            <a:bodyPr/>
            <a:lstStyle/>
            <a:p>
              <a:endParaRPr lang="zh-CN" altLang="en-US"/>
            </a:p>
          </p:txBody>
        </p:sp>
      </p:grpSp>
      <p:grpSp>
        <p:nvGrpSpPr>
          <p:cNvPr id="7178" name="组合 25"/>
          <p:cNvGrpSpPr>
            <a:grpSpLocks/>
          </p:cNvGrpSpPr>
          <p:nvPr/>
        </p:nvGrpSpPr>
        <p:grpSpPr bwMode="auto">
          <a:xfrm>
            <a:off x="6170613" y="4212481"/>
            <a:ext cx="576262" cy="576262"/>
            <a:chOff x="6170389" y="5747903"/>
            <a:chExt cx="576064" cy="576064"/>
          </a:xfrm>
        </p:grpSpPr>
        <p:sp>
          <p:nvSpPr>
            <p:cNvPr id="7197" name="圆角矩形 14"/>
            <p:cNvSpPr>
              <a:spLocks noChangeArrowheads="1"/>
            </p:cNvSpPr>
            <p:nvPr/>
          </p:nvSpPr>
          <p:spPr bwMode="auto">
            <a:xfrm>
              <a:off x="6170389" y="5747903"/>
              <a:ext cx="576064" cy="576064"/>
            </a:xfrm>
            <a:prstGeom prst="roundRect">
              <a:avLst>
                <a:gd name="adj" fmla="val 16667"/>
              </a:avLst>
            </a:prstGeom>
            <a:solidFill>
              <a:srgbClr val="113E6A"/>
            </a:solidFill>
            <a:ln w="9525" algn="ctr">
              <a:noFill/>
              <a:round/>
              <a:headEnd/>
              <a:tailEnd/>
            </a:ln>
          </p:spPr>
          <p:txBody>
            <a:bodyPr/>
            <a:lstStyle/>
            <a:p>
              <a:pPr eaLnBrk="1" hangingPunct="1"/>
              <a:endParaRPr lang="zh-CN" altLang="en-US"/>
            </a:p>
          </p:txBody>
        </p:sp>
        <p:sp>
          <p:nvSpPr>
            <p:cNvPr id="7198" name="Freeform 28"/>
            <p:cNvSpPr>
              <a:spLocks noEditPoints="1"/>
            </p:cNvSpPr>
            <p:nvPr/>
          </p:nvSpPr>
          <p:spPr bwMode="auto">
            <a:xfrm>
              <a:off x="6293383" y="5910861"/>
              <a:ext cx="295907" cy="250148"/>
            </a:xfrm>
            <a:custGeom>
              <a:avLst/>
              <a:gdLst>
                <a:gd name="T0" fmla="*/ 2147483646 w 923"/>
                <a:gd name="T1" fmla="*/ 0 h 771"/>
                <a:gd name="T2" fmla="*/ 2147483646 w 923"/>
                <a:gd name="T3" fmla="*/ 2147483646 h 771"/>
                <a:gd name="T4" fmla="*/ 2147483646 w 923"/>
                <a:gd name="T5" fmla="*/ 2147483646 h 771"/>
                <a:gd name="T6" fmla="*/ 2147483646 w 923"/>
                <a:gd name="T7" fmla="*/ 2147483646 h 771"/>
                <a:gd name="T8" fmla="*/ 2147483646 w 923"/>
                <a:gd name="T9" fmla="*/ 2147483646 h 771"/>
                <a:gd name="T10" fmla="*/ 2147483646 w 923"/>
                <a:gd name="T11" fmla="*/ 2147483646 h 771"/>
                <a:gd name="T12" fmla="*/ 2147483646 w 923"/>
                <a:gd name="T13" fmla="*/ 2147483646 h 771"/>
                <a:gd name="T14" fmla="*/ 2147483646 w 923"/>
                <a:gd name="T15" fmla="*/ 2147483646 h 771"/>
                <a:gd name="T16" fmla="*/ 2147483646 w 923"/>
                <a:gd name="T17" fmla="*/ 2147483646 h 771"/>
                <a:gd name="T18" fmla="*/ 2147483646 w 923"/>
                <a:gd name="T19" fmla="*/ 2147483646 h 771"/>
                <a:gd name="T20" fmla="*/ 2147483646 w 923"/>
                <a:gd name="T21" fmla="*/ 2147483646 h 771"/>
                <a:gd name="T22" fmla="*/ 2147483646 w 923"/>
                <a:gd name="T23" fmla="*/ 2147483646 h 771"/>
                <a:gd name="T24" fmla="*/ 2147483646 w 923"/>
                <a:gd name="T25" fmla="*/ 2147483646 h 771"/>
                <a:gd name="T26" fmla="*/ 2147483646 w 923"/>
                <a:gd name="T27" fmla="*/ 2147483646 h 771"/>
                <a:gd name="T28" fmla="*/ 2147483646 w 923"/>
                <a:gd name="T29" fmla="*/ 2147483646 h 771"/>
                <a:gd name="T30" fmla="*/ 2147483646 w 923"/>
                <a:gd name="T31" fmla="*/ 2147483646 h 771"/>
                <a:gd name="T32" fmla="*/ 2147483646 w 923"/>
                <a:gd name="T33" fmla="*/ 2147483646 h 771"/>
                <a:gd name="T34" fmla="*/ 2147483646 w 923"/>
                <a:gd name="T35" fmla="*/ 2147483646 h 771"/>
                <a:gd name="T36" fmla="*/ 2147483646 w 923"/>
                <a:gd name="T37" fmla="*/ 2147483646 h 771"/>
                <a:gd name="T38" fmla="*/ 2147483646 w 923"/>
                <a:gd name="T39" fmla="*/ 2147483646 h 771"/>
                <a:gd name="T40" fmla="*/ 2147483646 w 923"/>
                <a:gd name="T41" fmla="*/ 2147483646 h 771"/>
                <a:gd name="T42" fmla="*/ 2147483646 w 923"/>
                <a:gd name="T43" fmla="*/ 2147483646 h 771"/>
                <a:gd name="T44" fmla="*/ 2147483646 w 923"/>
                <a:gd name="T45" fmla="*/ 2147483646 h 771"/>
                <a:gd name="T46" fmla="*/ 2147483646 w 923"/>
                <a:gd name="T47" fmla="*/ 2147483646 h 771"/>
                <a:gd name="T48" fmla="*/ 2147483646 w 923"/>
                <a:gd name="T49" fmla="*/ 2147483646 h 771"/>
                <a:gd name="T50" fmla="*/ 2147483646 w 923"/>
                <a:gd name="T51" fmla="*/ 2147483646 h 771"/>
                <a:gd name="T52" fmla="*/ 2147483646 w 923"/>
                <a:gd name="T53" fmla="*/ 2147483646 h 771"/>
                <a:gd name="T54" fmla="*/ 2147483646 w 923"/>
                <a:gd name="T55" fmla="*/ 2147483646 h 771"/>
                <a:gd name="T56" fmla="*/ 2147483646 w 923"/>
                <a:gd name="T57" fmla="*/ 2147483646 h 771"/>
                <a:gd name="T58" fmla="*/ 2147483646 w 923"/>
                <a:gd name="T59" fmla="*/ 2147483646 h 771"/>
                <a:gd name="T60" fmla="*/ 2147483646 w 923"/>
                <a:gd name="T61" fmla="*/ 2147483646 h 771"/>
                <a:gd name="T62" fmla="*/ 2147483646 w 923"/>
                <a:gd name="T63" fmla="*/ 2147483646 h 771"/>
                <a:gd name="T64" fmla="*/ 2147483646 w 923"/>
                <a:gd name="T65" fmla="*/ 2147483646 h 771"/>
                <a:gd name="T66" fmla="*/ 2147483646 w 923"/>
                <a:gd name="T67" fmla="*/ 2147483646 h 771"/>
                <a:gd name="T68" fmla="*/ 2147483646 w 923"/>
                <a:gd name="T69" fmla="*/ 2147483646 h 771"/>
                <a:gd name="T70" fmla="*/ 2147483646 w 923"/>
                <a:gd name="T71" fmla="*/ 2147483646 h 771"/>
                <a:gd name="T72" fmla="*/ 2147483646 w 923"/>
                <a:gd name="T73" fmla="*/ 2147483646 h 771"/>
                <a:gd name="T74" fmla="*/ 2147483646 w 923"/>
                <a:gd name="T75" fmla="*/ 2147483646 h 771"/>
                <a:gd name="T76" fmla="*/ 0 w 923"/>
                <a:gd name="T77" fmla="*/ 2147483646 h 771"/>
                <a:gd name="T78" fmla="*/ 2147483646 w 923"/>
                <a:gd name="T79" fmla="*/ 2147483646 h 77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923" h="771">
                  <a:moveTo>
                    <a:pt x="303" y="0"/>
                  </a:moveTo>
                  <a:lnTo>
                    <a:pt x="819" y="0"/>
                  </a:lnTo>
                  <a:cubicBezTo>
                    <a:pt x="848" y="0"/>
                    <a:pt x="873" y="12"/>
                    <a:pt x="892" y="31"/>
                  </a:cubicBezTo>
                  <a:cubicBezTo>
                    <a:pt x="911" y="50"/>
                    <a:pt x="923" y="76"/>
                    <a:pt x="923" y="104"/>
                  </a:cubicBezTo>
                  <a:lnTo>
                    <a:pt x="923" y="313"/>
                  </a:lnTo>
                  <a:cubicBezTo>
                    <a:pt x="923" y="341"/>
                    <a:pt x="911" y="367"/>
                    <a:pt x="892" y="386"/>
                  </a:cubicBezTo>
                  <a:cubicBezTo>
                    <a:pt x="873" y="405"/>
                    <a:pt x="848" y="416"/>
                    <a:pt x="819" y="416"/>
                  </a:cubicBezTo>
                  <a:lnTo>
                    <a:pt x="737" y="416"/>
                  </a:lnTo>
                  <a:lnTo>
                    <a:pt x="626" y="553"/>
                  </a:lnTo>
                  <a:lnTo>
                    <a:pt x="584" y="605"/>
                  </a:lnTo>
                  <a:lnTo>
                    <a:pt x="584" y="537"/>
                  </a:lnTo>
                  <a:lnTo>
                    <a:pt x="584" y="416"/>
                  </a:lnTo>
                  <a:lnTo>
                    <a:pt x="494" y="416"/>
                  </a:lnTo>
                  <a:cubicBezTo>
                    <a:pt x="499" y="401"/>
                    <a:pt x="502" y="385"/>
                    <a:pt x="502" y="368"/>
                  </a:cubicBezTo>
                  <a:lnTo>
                    <a:pt x="608" y="368"/>
                  </a:lnTo>
                  <a:lnTo>
                    <a:pt x="632" y="368"/>
                  </a:lnTo>
                  <a:lnTo>
                    <a:pt x="632" y="392"/>
                  </a:lnTo>
                  <a:lnTo>
                    <a:pt x="632" y="470"/>
                  </a:lnTo>
                  <a:lnTo>
                    <a:pt x="707" y="377"/>
                  </a:lnTo>
                  <a:lnTo>
                    <a:pt x="714" y="368"/>
                  </a:lnTo>
                  <a:lnTo>
                    <a:pt x="726" y="368"/>
                  </a:lnTo>
                  <a:lnTo>
                    <a:pt x="819" y="368"/>
                  </a:lnTo>
                  <a:cubicBezTo>
                    <a:pt x="834" y="368"/>
                    <a:pt x="848" y="362"/>
                    <a:pt x="858" y="352"/>
                  </a:cubicBezTo>
                  <a:cubicBezTo>
                    <a:pt x="868" y="342"/>
                    <a:pt x="875" y="328"/>
                    <a:pt x="875" y="313"/>
                  </a:cubicBezTo>
                  <a:lnTo>
                    <a:pt x="875" y="104"/>
                  </a:lnTo>
                  <a:cubicBezTo>
                    <a:pt x="875" y="89"/>
                    <a:pt x="868" y="75"/>
                    <a:pt x="858" y="65"/>
                  </a:cubicBezTo>
                  <a:cubicBezTo>
                    <a:pt x="848" y="55"/>
                    <a:pt x="834" y="48"/>
                    <a:pt x="819" y="48"/>
                  </a:cubicBezTo>
                  <a:lnTo>
                    <a:pt x="303" y="48"/>
                  </a:lnTo>
                  <a:cubicBezTo>
                    <a:pt x="288" y="48"/>
                    <a:pt x="274" y="55"/>
                    <a:pt x="264" y="65"/>
                  </a:cubicBezTo>
                  <a:cubicBezTo>
                    <a:pt x="253" y="75"/>
                    <a:pt x="247" y="89"/>
                    <a:pt x="247" y="104"/>
                  </a:cubicBezTo>
                  <a:lnTo>
                    <a:pt x="247" y="293"/>
                  </a:lnTo>
                  <a:cubicBezTo>
                    <a:pt x="235" y="311"/>
                    <a:pt x="228" y="333"/>
                    <a:pt x="226" y="356"/>
                  </a:cubicBezTo>
                  <a:cubicBezTo>
                    <a:pt x="219" y="347"/>
                    <a:pt x="210" y="338"/>
                    <a:pt x="201" y="332"/>
                  </a:cubicBezTo>
                  <a:cubicBezTo>
                    <a:pt x="200" y="325"/>
                    <a:pt x="199" y="319"/>
                    <a:pt x="199" y="313"/>
                  </a:cubicBezTo>
                  <a:lnTo>
                    <a:pt x="199" y="104"/>
                  </a:lnTo>
                  <a:cubicBezTo>
                    <a:pt x="199" y="76"/>
                    <a:pt x="211" y="50"/>
                    <a:pt x="230" y="31"/>
                  </a:cubicBezTo>
                  <a:cubicBezTo>
                    <a:pt x="248" y="12"/>
                    <a:pt x="274" y="0"/>
                    <a:pt x="303" y="0"/>
                  </a:cubicBezTo>
                  <a:close/>
                  <a:moveTo>
                    <a:pt x="130" y="344"/>
                  </a:moveTo>
                  <a:lnTo>
                    <a:pt x="130" y="344"/>
                  </a:lnTo>
                  <a:cubicBezTo>
                    <a:pt x="83" y="344"/>
                    <a:pt x="45" y="382"/>
                    <a:pt x="45" y="429"/>
                  </a:cubicBezTo>
                  <a:cubicBezTo>
                    <a:pt x="45" y="476"/>
                    <a:pt x="83" y="514"/>
                    <a:pt x="130" y="514"/>
                  </a:cubicBezTo>
                  <a:cubicBezTo>
                    <a:pt x="177" y="514"/>
                    <a:pt x="215" y="476"/>
                    <a:pt x="215" y="429"/>
                  </a:cubicBezTo>
                  <a:cubicBezTo>
                    <a:pt x="215" y="382"/>
                    <a:pt x="177" y="344"/>
                    <a:pt x="130" y="344"/>
                  </a:cubicBezTo>
                  <a:close/>
                  <a:moveTo>
                    <a:pt x="364" y="265"/>
                  </a:moveTo>
                  <a:lnTo>
                    <a:pt x="364" y="265"/>
                  </a:lnTo>
                  <a:cubicBezTo>
                    <a:pt x="307" y="265"/>
                    <a:pt x="261" y="311"/>
                    <a:pt x="261" y="368"/>
                  </a:cubicBezTo>
                  <a:cubicBezTo>
                    <a:pt x="261" y="425"/>
                    <a:pt x="307" y="471"/>
                    <a:pt x="364" y="471"/>
                  </a:cubicBezTo>
                  <a:cubicBezTo>
                    <a:pt x="420" y="471"/>
                    <a:pt x="466" y="425"/>
                    <a:pt x="466" y="368"/>
                  </a:cubicBezTo>
                  <a:cubicBezTo>
                    <a:pt x="466" y="311"/>
                    <a:pt x="420" y="265"/>
                    <a:pt x="364" y="265"/>
                  </a:cubicBezTo>
                  <a:close/>
                  <a:moveTo>
                    <a:pt x="274" y="748"/>
                  </a:moveTo>
                  <a:lnTo>
                    <a:pt x="274" y="748"/>
                  </a:lnTo>
                  <a:lnTo>
                    <a:pt x="274" y="601"/>
                  </a:lnTo>
                  <a:lnTo>
                    <a:pt x="285" y="601"/>
                  </a:lnTo>
                  <a:lnTo>
                    <a:pt x="285" y="748"/>
                  </a:lnTo>
                  <a:lnTo>
                    <a:pt x="285" y="771"/>
                  </a:lnTo>
                  <a:lnTo>
                    <a:pt x="446" y="771"/>
                  </a:lnTo>
                  <a:lnTo>
                    <a:pt x="446" y="748"/>
                  </a:lnTo>
                  <a:lnTo>
                    <a:pt x="446" y="601"/>
                  </a:lnTo>
                  <a:lnTo>
                    <a:pt x="457" y="601"/>
                  </a:lnTo>
                  <a:lnTo>
                    <a:pt x="457" y="748"/>
                  </a:lnTo>
                  <a:lnTo>
                    <a:pt x="522" y="748"/>
                  </a:lnTo>
                  <a:lnTo>
                    <a:pt x="522" y="548"/>
                  </a:lnTo>
                  <a:cubicBezTo>
                    <a:pt x="522" y="512"/>
                    <a:pt x="493" y="483"/>
                    <a:pt x="458" y="483"/>
                  </a:cubicBezTo>
                  <a:cubicBezTo>
                    <a:pt x="262" y="483"/>
                    <a:pt x="468" y="483"/>
                    <a:pt x="271" y="483"/>
                  </a:cubicBezTo>
                  <a:cubicBezTo>
                    <a:pt x="236" y="483"/>
                    <a:pt x="207" y="512"/>
                    <a:pt x="207" y="548"/>
                  </a:cubicBezTo>
                  <a:lnTo>
                    <a:pt x="207" y="748"/>
                  </a:lnTo>
                  <a:cubicBezTo>
                    <a:pt x="218" y="748"/>
                    <a:pt x="245" y="748"/>
                    <a:pt x="274" y="748"/>
                  </a:cubicBezTo>
                  <a:close/>
                  <a:moveTo>
                    <a:pt x="55" y="743"/>
                  </a:moveTo>
                  <a:lnTo>
                    <a:pt x="55" y="743"/>
                  </a:lnTo>
                  <a:lnTo>
                    <a:pt x="55" y="622"/>
                  </a:lnTo>
                  <a:lnTo>
                    <a:pt x="65" y="622"/>
                  </a:lnTo>
                  <a:lnTo>
                    <a:pt x="65" y="743"/>
                  </a:lnTo>
                  <a:lnTo>
                    <a:pt x="65" y="757"/>
                  </a:lnTo>
                  <a:lnTo>
                    <a:pt x="174" y="757"/>
                  </a:lnTo>
                  <a:lnTo>
                    <a:pt x="174" y="548"/>
                  </a:lnTo>
                  <a:cubicBezTo>
                    <a:pt x="174" y="540"/>
                    <a:pt x="175" y="532"/>
                    <a:pt x="177" y="524"/>
                  </a:cubicBezTo>
                  <a:lnTo>
                    <a:pt x="53" y="524"/>
                  </a:lnTo>
                  <a:cubicBezTo>
                    <a:pt x="24" y="524"/>
                    <a:pt x="0" y="548"/>
                    <a:pt x="0" y="577"/>
                  </a:cubicBezTo>
                  <a:lnTo>
                    <a:pt x="0" y="743"/>
                  </a:lnTo>
                  <a:cubicBezTo>
                    <a:pt x="10" y="743"/>
                    <a:pt x="32" y="743"/>
                    <a:pt x="55" y="743"/>
                  </a:cubicBezTo>
                  <a:close/>
                </a:path>
              </a:pathLst>
            </a:custGeom>
            <a:solidFill>
              <a:srgbClr val="FFFFFF"/>
            </a:solidFill>
            <a:ln w="9525">
              <a:noFill/>
              <a:round/>
              <a:headEnd/>
              <a:tailEnd/>
            </a:ln>
          </p:spPr>
          <p:txBody>
            <a:bodyPr/>
            <a:lstStyle/>
            <a:p>
              <a:endParaRPr lang="zh-CN" altLang="en-US"/>
            </a:p>
          </p:txBody>
        </p:sp>
      </p:grpSp>
      <p:sp>
        <p:nvSpPr>
          <p:cNvPr id="7179" name="矩形 20"/>
          <p:cNvSpPr>
            <a:spLocks noChangeArrowheads="1"/>
          </p:cNvSpPr>
          <p:nvPr/>
        </p:nvSpPr>
        <p:spPr bwMode="auto">
          <a:xfrm>
            <a:off x="0" y="3155950"/>
            <a:ext cx="5522913" cy="542925"/>
          </a:xfrm>
          <a:prstGeom prst="rect">
            <a:avLst/>
          </a:prstGeom>
          <a:solidFill>
            <a:srgbClr val="F8F8F8"/>
          </a:solidFill>
          <a:ln w="9525">
            <a:noFill/>
            <a:miter lim="800000"/>
            <a:headEnd/>
            <a:tailEnd/>
          </a:ln>
        </p:spPr>
        <p:txBody>
          <a:bodyPr/>
          <a:lstStyle/>
          <a:p>
            <a:pPr eaLnBrk="1" hangingPunct="1"/>
            <a:endParaRPr lang="zh-CN" altLang="en-US"/>
          </a:p>
        </p:txBody>
      </p:sp>
      <p:sp>
        <p:nvSpPr>
          <p:cNvPr id="9" name="Text Box 5"/>
          <p:cNvSpPr txBox="1">
            <a:spLocks noChangeArrowheads="1"/>
          </p:cNvSpPr>
          <p:nvPr/>
        </p:nvSpPr>
        <p:spPr bwMode="auto">
          <a:xfrm>
            <a:off x="1849438" y="3197225"/>
            <a:ext cx="1692275" cy="461963"/>
          </a:xfrm>
          <a:prstGeom prst="rect">
            <a:avLst/>
          </a:prstGeom>
          <a:noFill/>
          <a:ln w="9525">
            <a:noFill/>
            <a:miter lim="800000"/>
            <a:headEnd/>
            <a:tailEnd/>
          </a:ln>
          <a:effectLst/>
        </p:spPr>
        <p:txBody>
          <a:bodyPr>
            <a:spAutoFit/>
          </a:bodyPr>
          <a:lstStyle/>
          <a:p>
            <a:pPr algn="ctr" eaLnBrk="1" hangingPunct="1"/>
            <a:r>
              <a:rPr lang="en-US" altLang="zh-CN" sz="2400">
                <a:solidFill>
                  <a:srgbClr val="113E6A"/>
                </a:solidFill>
                <a:ea typeface="微软雅黑" pitchFamily="34" charset="-122"/>
              </a:rPr>
              <a:t>C</a:t>
            </a:r>
            <a:r>
              <a:rPr lang="zh-CN" altLang="en-US" sz="2400">
                <a:solidFill>
                  <a:srgbClr val="113E6A"/>
                </a:solidFill>
                <a:ea typeface="微软雅黑" pitchFamily="34" charset="-122"/>
              </a:rPr>
              <a:t>ontents</a:t>
            </a:r>
          </a:p>
        </p:txBody>
      </p:sp>
      <p:sp>
        <p:nvSpPr>
          <p:cNvPr id="7181" name="矩形 27"/>
          <p:cNvSpPr>
            <a:spLocks noChangeArrowheads="1"/>
          </p:cNvSpPr>
          <p:nvPr/>
        </p:nvSpPr>
        <p:spPr bwMode="auto">
          <a:xfrm>
            <a:off x="6889750" y="1043831"/>
            <a:ext cx="4681538" cy="576262"/>
          </a:xfrm>
          <a:prstGeom prst="rect">
            <a:avLst/>
          </a:prstGeom>
          <a:solidFill>
            <a:schemeClr val="accent2"/>
          </a:solidFill>
          <a:ln w="9525" algn="ctr">
            <a:solidFill>
              <a:srgbClr val="113E6A"/>
            </a:solidFill>
            <a:round/>
            <a:headEnd/>
            <a:tailEnd/>
          </a:ln>
        </p:spPr>
        <p:txBody>
          <a:bodyPr/>
          <a:lstStyle/>
          <a:p>
            <a:pPr eaLnBrk="1" hangingPunct="1"/>
            <a:endParaRPr lang="zh-CN" altLang="en-US"/>
          </a:p>
        </p:txBody>
      </p:sp>
      <p:sp>
        <p:nvSpPr>
          <p:cNvPr id="7182" name="矩形 28"/>
          <p:cNvSpPr>
            <a:spLocks noChangeArrowheads="1"/>
          </p:cNvSpPr>
          <p:nvPr/>
        </p:nvSpPr>
        <p:spPr bwMode="auto">
          <a:xfrm>
            <a:off x="6889750" y="2612206"/>
            <a:ext cx="4681538" cy="576262"/>
          </a:xfrm>
          <a:prstGeom prst="rect">
            <a:avLst/>
          </a:prstGeom>
          <a:solidFill>
            <a:schemeClr val="accent2"/>
          </a:solidFill>
          <a:ln w="9525" algn="ctr">
            <a:solidFill>
              <a:srgbClr val="113E6A"/>
            </a:solidFill>
            <a:round/>
            <a:headEnd/>
            <a:tailEnd/>
          </a:ln>
        </p:spPr>
        <p:txBody>
          <a:bodyPr/>
          <a:lstStyle/>
          <a:p>
            <a:pPr eaLnBrk="1" hangingPunct="1"/>
            <a:endParaRPr lang="zh-CN" altLang="en-US"/>
          </a:p>
        </p:txBody>
      </p:sp>
      <p:sp>
        <p:nvSpPr>
          <p:cNvPr id="7184" name="矩形 30"/>
          <p:cNvSpPr>
            <a:spLocks noChangeArrowheads="1"/>
          </p:cNvSpPr>
          <p:nvPr/>
        </p:nvSpPr>
        <p:spPr bwMode="auto">
          <a:xfrm>
            <a:off x="6889750" y="3413968"/>
            <a:ext cx="4681538" cy="576263"/>
          </a:xfrm>
          <a:prstGeom prst="rect">
            <a:avLst/>
          </a:prstGeom>
          <a:solidFill>
            <a:schemeClr val="accent2"/>
          </a:solidFill>
          <a:ln w="9525" algn="ctr">
            <a:solidFill>
              <a:srgbClr val="113E6A"/>
            </a:solidFill>
            <a:round/>
            <a:headEnd/>
            <a:tailEnd/>
          </a:ln>
        </p:spPr>
        <p:txBody>
          <a:bodyPr/>
          <a:lstStyle/>
          <a:p>
            <a:pPr eaLnBrk="1" hangingPunct="1"/>
            <a:endParaRPr lang="zh-CN" altLang="en-US"/>
          </a:p>
        </p:txBody>
      </p:sp>
      <p:sp>
        <p:nvSpPr>
          <p:cNvPr id="7185" name="矩形 31"/>
          <p:cNvSpPr>
            <a:spLocks noChangeArrowheads="1"/>
          </p:cNvSpPr>
          <p:nvPr/>
        </p:nvSpPr>
        <p:spPr bwMode="auto">
          <a:xfrm>
            <a:off x="6889750" y="4204543"/>
            <a:ext cx="4681538" cy="576263"/>
          </a:xfrm>
          <a:prstGeom prst="rect">
            <a:avLst/>
          </a:prstGeom>
          <a:solidFill>
            <a:schemeClr val="accent2"/>
          </a:solidFill>
          <a:ln w="9525" algn="ctr">
            <a:solidFill>
              <a:srgbClr val="113E6A"/>
            </a:solidFill>
            <a:round/>
            <a:headEnd/>
            <a:tailEnd/>
          </a:ln>
        </p:spPr>
        <p:txBody>
          <a:bodyPr/>
          <a:lstStyle/>
          <a:p>
            <a:pPr eaLnBrk="1" hangingPunct="1"/>
            <a:endParaRPr lang="zh-CN" altLang="en-US"/>
          </a:p>
        </p:txBody>
      </p:sp>
      <p:sp>
        <p:nvSpPr>
          <p:cNvPr id="33" name="矩形 32"/>
          <p:cNvSpPr/>
          <p:nvPr/>
        </p:nvSpPr>
        <p:spPr bwMode="auto">
          <a:xfrm>
            <a:off x="6890469" y="1044463"/>
            <a:ext cx="949816" cy="576064"/>
          </a:xfrm>
          <a:prstGeom prst="rect">
            <a:avLst/>
          </a:prstGeom>
          <a:solidFill>
            <a:srgbClr val="113E6A"/>
          </a:solidFill>
          <a:ln w="9525" cap="flat" cmpd="sng" algn="ctr">
            <a:solidFill>
              <a:srgbClr val="113E6A"/>
            </a:solidFill>
            <a:prstDash val="solid"/>
            <a:round/>
            <a:headEnd type="none" w="med" len="med"/>
            <a:tailEnd type="none" w="med" len="med"/>
          </a:ln>
          <a:effectLst/>
        </p:spPr>
        <p:txBody>
          <a:bodyPr/>
          <a:lstStyle/>
          <a:p>
            <a:pPr eaLnBrk="1" hangingPunct="1">
              <a:buFont typeface="Arial" panose="020B0604020202020204" pitchFamily="34" charset="0"/>
              <a:buNone/>
              <a:defRPr/>
            </a:pPr>
            <a:endParaRPr lang="zh-CN" altLang="en-US"/>
          </a:p>
        </p:txBody>
      </p:sp>
      <p:sp>
        <p:nvSpPr>
          <p:cNvPr id="34" name="矩形 33"/>
          <p:cNvSpPr/>
          <p:nvPr/>
        </p:nvSpPr>
        <p:spPr bwMode="auto">
          <a:xfrm>
            <a:off x="6890469" y="1834403"/>
            <a:ext cx="949816" cy="576064"/>
          </a:xfrm>
          <a:prstGeom prst="rect">
            <a:avLst/>
          </a:prstGeom>
          <a:solidFill>
            <a:srgbClr val="113E6A"/>
          </a:solidFill>
          <a:ln w="9525" cap="flat" cmpd="sng" algn="ctr">
            <a:solidFill>
              <a:srgbClr val="113E6A"/>
            </a:solidFill>
            <a:prstDash val="solid"/>
            <a:round/>
            <a:headEnd type="none" w="med" len="med"/>
            <a:tailEnd type="none" w="med" len="med"/>
          </a:ln>
          <a:effectLst/>
        </p:spPr>
        <p:txBody>
          <a:bodyPr/>
          <a:lstStyle/>
          <a:p>
            <a:pPr eaLnBrk="1" hangingPunct="1">
              <a:buFont typeface="Arial" panose="020B0604020202020204" pitchFamily="34" charset="0"/>
              <a:buNone/>
              <a:defRPr/>
            </a:pPr>
            <a:endParaRPr lang="zh-CN" altLang="en-US"/>
          </a:p>
        </p:txBody>
      </p:sp>
      <p:sp>
        <p:nvSpPr>
          <p:cNvPr id="35" name="矩形 34"/>
          <p:cNvSpPr/>
          <p:nvPr/>
        </p:nvSpPr>
        <p:spPr bwMode="auto">
          <a:xfrm>
            <a:off x="6890469" y="2624343"/>
            <a:ext cx="949816" cy="576064"/>
          </a:xfrm>
          <a:prstGeom prst="rect">
            <a:avLst/>
          </a:prstGeom>
          <a:solidFill>
            <a:srgbClr val="113E6A"/>
          </a:solidFill>
          <a:ln w="9525" cap="flat" cmpd="sng" algn="ctr">
            <a:solidFill>
              <a:srgbClr val="113E6A"/>
            </a:solidFill>
            <a:prstDash val="solid"/>
            <a:round/>
            <a:headEnd type="none" w="med" len="med"/>
            <a:tailEnd type="none" w="med" len="med"/>
          </a:ln>
          <a:effectLst/>
        </p:spPr>
        <p:txBody>
          <a:bodyPr/>
          <a:lstStyle/>
          <a:p>
            <a:pPr eaLnBrk="1" hangingPunct="1">
              <a:buFont typeface="Arial" panose="020B0604020202020204" pitchFamily="34" charset="0"/>
              <a:buNone/>
              <a:defRPr/>
            </a:pPr>
            <a:endParaRPr lang="zh-CN" altLang="en-US"/>
          </a:p>
        </p:txBody>
      </p:sp>
      <p:sp>
        <p:nvSpPr>
          <p:cNvPr id="36" name="矩形 35"/>
          <p:cNvSpPr/>
          <p:nvPr/>
        </p:nvSpPr>
        <p:spPr bwMode="auto">
          <a:xfrm>
            <a:off x="6890469" y="3414283"/>
            <a:ext cx="949816" cy="576064"/>
          </a:xfrm>
          <a:prstGeom prst="rect">
            <a:avLst/>
          </a:prstGeom>
          <a:solidFill>
            <a:srgbClr val="113E6A"/>
          </a:solidFill>
          <a:ln w="9525" cap="flat" cmpd="sng" algn="ctr">
            <a:solidFill>
              <a:srgbClr val="113E6A"/>
            </a:solidFill>
            <a:prstDash val="solid"/>
            <a:round/>
            <a:headEnd type="none" w="med" len="med"/>
            <a:tailEnd type="none" w="med" len="med"/>
          </a:ln>
          <a:effectLst/>
        </p:spPr>
        <p:txBody>
          <a:bodyPr/>
          <a:lstStyle/>
          <a:p>
            <a:pPr eaLnBrk="1" hangingPunct="1">
              <a:buFont typeface="Arial" panose="020B0604020202020204" pitchFamily="34" charset="0"/>
              <a:buNone/>
              <a:defRPr/>
            </a:pPr>
            <a:endParaRPr lang="zh-CN" altLang="en-US"/>
          </a:p>
        </p:txBody>
      </p:sp>
      <p:sp>
        <p:nvSpPr>
          <p:cNvPr id="37" name="矩形 36"/>
          <p:cNvSpPr/>
          <p:nvPr/>
        </p:nvSpPr>
        <p:spPr bwMode="auto">
          <a:xfrm>
            <a:off x="6890469" y="4204223"/>
            <a:ext cx="949816" cy="576064"/>
          </a:xfrm>
          <a:prstGeom prst="rect">
            <a:avLst/>
          </a:prstGeom>
          <a:solidFill>
            <a:srgbClr val="113E6A"/>
          </a:solidFill>
          <a:ln w="9525" cap="flat" cmpd="sng" algn="ctr">
            <a:solidFill>
              <a:srgbClr val="113E6A"/>
            </a:solidFill>
            <a:prstDash val="solid"/>
            <a:round/>
            <a:headEnd type="none" w="med" len="med"/>
            <a:tailEnd type="none" w="med" len="med"/>
          </a:ln>
          <a:effectLst/>
        </p:spPr>
        <p:txBody>
          <a:bodyPr/>
          <a:lstStyle/>
          <a:p>
            <a:pPr eaLnBrk="1" hangingPunct="1">
              <a:buFont typeface="Arial" panose="020B0604020202020204" pitchFamily="34" charset="0"/>
              <a:buNone/>
              <a:defRPr/>
            </a:pPr>
            <a:endParaRPr lang="zh-CN" altLang="en-US"/>
          </a:p>
        </p:txBody>
      </p:sp>
      <p:sp>
        <p:nvSpPr>
          <p:cNvPr id="7187" name="Rectangle 14"/>
          <p:cNvSpPr>
            <a:spLocks noChangeArrowheads="1"/>
          </p:cNvSpPr>
          <p:nvPr/>
        </p:nvSpPr>
        <p:spPr bwMode="auto">
          <a:xfrm>
            <a:off x="7077075" y="1208931"/>
            <a:ext cx="576263" cy="246062"/>
          </a:xfrm>
          <a:prstGeom prst="rect">
            <a:avLst/>
          </a:prstGeom>
          <a:noFill/>
          <a:ln w="9525">
            <a:noFill/>
            <a:miter lim="800000"/>
            <a:headEnd/>
            <a:tailEnd/>
          </a:ln>
        </p:spPr>
        <p:txBody>
          <a:bodyPr wrap="none" lIns="0" tIns="0" rIns="0" bIns="0">
            <a:spAutoFit/>
          </a:bodyPr>
          <a:lstStyle/>
          <a:p>
            <a:pPr eaLnBrk="1" hangingPunct="1"/>
            <a:r>
              <a:rPr lang="zh-CN" altLang="en-US" sz="1600">
                <a:solidFill>
                  <a:srgbClr val="FFFFFF"/>
                </a:solidFill>
                <a:latin typeface="微软雅黑" pitchFamily="34" charset="-122"/>
                <a:ea typeface="微软雅黑" pitchFamily="34" charset="-122"/>
              </a:rPr>
              <a:t>Part 1</a:t>
            </a:r>
            <a:endParaRPr lang="zh-CN" altLang="en-US">
              <a:latin typeface="微软雅黑" pitchFamily="34" charset="-122"/>
              <a:ea typeface="微软雅黑" pitchFamily="34" charset="-122"/>
            </a:endParaRPr>
          </a:p>
        </p:txBody>
      </p:sp>
      <p:sp>
        <p:nvSpPr>
          <p:cNvPr id="7188" name="Rectangle 14"/>
          <p:cNvSpPr>
            <a:spLocks noChangeArrowheads="1"/>
          </p:cNvSpPr>
          <p:nvPr/>
        </p:nvSpPr>
        <p:spPr bwMode="auto">
          <a:xfrm>
            <a:off x="7077075" y="2769368"/>
            <a:ext cx="574773" cy="246221"/>
          </a:xfrm>
          <a:prstGeom prst="rect">
            <a:avLst/>
          </a:prstGeom>
          <a:noFill/>
          <a:ln w="9525">
            <a:noFill/>
            <a:miter lim="800000"/>
            <a:headEnd/>
            <a:tailEnd/>
          </a:ln>
        </p:spPr>
        <p:txBody>
          <a:bodyPr wrap="none" lIns="0" tIns="0" rIns="0" bIns="0">
            <a:spAutoFit/>
          </a:bodyPr>
          <a:lstStyle/>
          <a:p>
            <a:pPr eaLnBrk="1" hangingPunct="1"/>
            <a:r>
              <a:rPr lang="zh-CN" altLang="en-US" sz="1600" dirty="0">
                <a:solidFill>
                  <a:srgbClr val="FFFFFF"/>
                </a:solidFill>
                <a:latin typeface="微软雅黑" pitchFamily="34" charset="-122"/>
                <a:ea typeface="微软雅黑" pitchFamily="34" charset="-122"/>
              </a:rPr>
              <a:t>Part </a:t>
            </a:r>
            <a:r>
              <a:rPr lang="en-US" altLang="zh-CN" sz="1600" dirty="0" smtClean="0">
                <a:solidFill>
                  <a:srgbClr val="FFFFFF"/>
                </a:solidFill>
                <a:latin typeface="微软雅黑" pitchFamily="34" charset="-122"/>
                <a:ea typeface="微软雅黑" pitchFamily="34" charset="-122"/>
              </a:rPr>
              <a:t>3</a:t>
            </a:r>
            <a:endParaRPr lang="zh-CN" altLang="en-US" dirty="0">
              <a:latin typeface="微软雅黑" pitchFamily="34" charset="-122"/>
              <a:ea typeface="微软雅黑" pitchFamily="34" charset="-122"/>
            </a:endParaRPr>
          </a:p>
        </p:txBody>
      </p:sp>
      <p:sp>
        <p:nvSpPr>
          <p:cNvPr id="7190" name="Rectangle 14"/>
          <p:cNvSpPr>
            <a:spLocks noChangeArrowheads="1"/>
          </p:cNvSpPr>
          <p:nvPr/>
        </p:nvSpPr>
        <p:spPr bwMode="auto">
          <a:xfrm>
            <a:off x="7077075" y="3587006"/>
            <a:ext cx="576263" cy="246062"/>
          </a:xfrm>
          <a:prstGeom prst="rect">
            <a:avLst/>
          </a:prstGeom>
          <a:noFill/>
          <a:ln w="9525">
            <a:noFill/>
            <a:miter lim="800000"/>
            <a:headEnd/>
            <a:tailEnd/>
          </a:ln>
        </p:spPr>
        <p:txBody>
          <a:bodyPr wrap="none" lIns="0" tIns="0" rIns="0" bIns="0">
            <a:spAutoFit/>
          </a:bodyPr>
          <a:lstStyle/>
          <a:p>
            <a:pPr eaLnBrk="1" hangingPunct="1"/>
            <a:r>
              <a:rPr lang="zh-CN" altLang="en-US" sz="1600" dirty="0">
                <a:solidFill>
                  <a:srgbClr val="FFFFFF"/>
                </a:solidFill>
                <a:latin typeface="微软雅黑" pitchFamily="34" charset="-122"/>
                <a:ea typeface="微软雅黑" pitchFamily="34" charset="-122"/>
              </a:rPr>
              <a:t>Part </a:t>
            </a:r>
            <a:r>
              <a:rPr lang="en-US" altLang="zh-CN" sz="1600" dirty="0">
                <a:solidFill>
                  <a:srgbClr val="FFFFFF"/>
                </a:solidFill>
                <a:latin typeface="微软雅黑" pitchFamily="34" charset="-122"/>
                <a:ea typeface="微软雅黑" pitchFamily="34" charset="-122"/>
              </a:rPr>
              <a:t>4</a:t>
            </a:r>
            <a:endParaRPr lang="zh-CN" altLang="en-US" dirty="0">
              <a:latin typeface="微软雅黑" pitchFamily="34" charset="-122"/>
              <a:ea typeface="微软雅黑" pitchFamily="34" charset="-122"/>
            </a:endParaRPr>
          </a:p>
        </p:txBody>
      </p:sp>
      <p:sp>
        <p:nvSpPr>
          <p:cNvPr id="7191" name="Rectangle 14"/>
          <p:cNvSpPr>
            <a:spLocks noChangeArrowheads="1"/>
          </p:cNvSpPr>
          <p:nvPr/>
        </p:nvSpPr>
        <p:spPr bwMode="auto">
          <a:xfrm>
            <a:off x="7077075" y="4379168"/>
            <a:ext cx="576263" cy="246063"/>
          </a:xfrm>
          <a:prstGeom prst="rect">
            <a:avLst/>
          </a:prstGeom>
          <a:noFill/>
          <a:ln w="9525">
            <a:noFill/>
            <a:miter lim="800000"/>
            <a:headEnd/>
            <a:tailEnd/>
          </a:ln>
        </p:spPr>
        <p:txBody>
          <a:bodyPr wrap="none" lIns="0" tIns="0" rIns="0" bIns="0">
            <a:spAutoFit/>
          </a:bodyPr>
          <a:lstStyle/>
          <a:p>
            <a:pPr eaLnBrk="1" hangingPunct="1"/>
            <a:r>
              <a:rPr lang="zh-CN" altLang="en-US" sz="1600" dirty="0">
                <a:solidFill>
                  <a:srgbClr val="FFFFFF"/>
                </a:solidFill>
                <a:latin typeface="微软雅黑" pitchFamily="34" charset="-122"/>
                <a:ea typeface="微软雅黑" pitchFamily="34" charset="-122"/>
              </a:rPr>
              <a:t>Part </a:t>
            </a:r>
            <a:r>
              <a:rPr lang="en-US" altLang="zh-CN" sz="1600" dirty="0">
                <a:solidFill>
                  <a:srgbClr val="FFFFFF"/>
                </a:solidFill>
                <a:latin typeface="微软雅黑" pitchFamily="34" charset="-122"/>
                <a:ea typeface="微软雅黑" pitchFamily="34" charset="-122"/>
              </a:rPr>
              <a:t>5</a:t>
            </a:r>
            <a:endParaRPr lang="zh-CN" altLang="en-US" dirty="0">
              <a:latin typeface="微软雅黑" pitchFamily="34" charset="-122"/>
              <a:ea typeface="微软雅黑" pitchFamily="34" charset="-122"/>
            </a:endParaRPr>
          </a:p>
        </p:txBody>
      </p:sp>
      <p:sp>
        <p:nvSpPr>
          <p:cNvPr id="43" name="TextBox 59"/>
          <p:cNvSpPr txBox="1">
            <a:spLocks noChangeArrowheads="1"/>
          </p:cNvSpPr>
          <p:nvPr/>
        </p:nvSpPr>
        <p:spPr bwMode="auto">
          <a:xfrm>
            <a:off x="7983538" y="1126381"/>
            <a:ext cx="1947862" cy="400050"/>
          </a:xfrm>
          <a:prstGeom prst="rect">
            <a:avLst/>
          </a:prstGeom>
          <a:noFill/>
          <a:ln w="9525">
            <a:noFill/>
            <a:miter lim="800000"/>
            <a:headEnd/>
            <a:tailEnd/>
          </a:ln>
        </p:spPr>
        <p:txBody>
          <a:bodyPr>
            <a:spAutoFit/>
          </a:bodyPr>
          <a:lstStyle/>
          <a:p>
            <a:pPr eaLnBrk="1" hangingPunct="1"/>
            <a:r>
              <a:rPr lang="zh-CN" altLang="en-US" sz="2000" b="1">
                <a:solidFill>
                  <a:srgbClr val="113E6A"/>
                </a:solidFill>
                <a:latin typeface="微软雅黑" pitchFamily="34" charset="-122"/>
                <a:ea typeface="微软雅黑" pitchFamily="34" charset="-122"/>
              </a:rPr>
              <a:t>绪   论</a:t>
            </a:r>
          </a:p>
        </p:txBody>
      </p:sp>
      <p:sp>
        <p:nvSpPr>
          <p:cNvPr id="44" name="TextBox 59"/>
          <p:cNvSpPr txBox="1">
            <a:spLocks noChangeArrowheads="1"/>
          </p:cNvSpPr>
          <p:nvPr/>
        </p:nvSpPr>
        <p:spPr bwMode="auto">
          <a:xfrm>
            <a:off x="7983538" y="2693168"/>
            <a:ext cx="2416175" cy="400050"/>
          </a:xfrm>
          <a:prstGeom prst="rect">
            <a:avLst/>
          </a:prstGeom>
          <a:noFill/>
          <a:ln w="9525">
            <a:noFill/>
            <a:miter lim="800000"/>
            <a:headEnd/>
            <a:tailEnd/>
          </a:ln>
        </p:spPr>
        <p:txBody>
          <a:bodyPr>
            <a:spAutoFit/>
          </a:bodyPr>
          <a:lstStyle/>
          <a:p>
            <a:pPr eaLnBrk="1" hangingPunct="1"/>
            <a:r>
              <a:rPr lang="zh-CN" altLang="en-US" sz="2000" b="1" dirty="0">
                <a:solidFill>
                  <a:srgbClr val="113E6A"/>
                </a:solidFill>
                <a:latin typeface="微软雅黑" pitchFamily="34" charset="-122"/>
                <a:ea typeface="微软雅黑" pitchFamily="34" charset="-122"/>
              </a:rPr>
              <a:t>需求分析</a:t>
            </a:r>
          </a:p>
        </p:txBody>
      </p:sp>
      <p:sp>
        <p:nvSpPr>
          <p:cNvPr id="46" name="TextBox 59"/>
          <p:cNvSpPr txBox="1">
            <a:spLocks noChangeArrowheads="1"/>
          </p:cNvSpPr>
          <p:nvPr/>
        </p:nvSpPr>
        <p:spPr bwMode="auto">
          <a:xfrm>
            <a:off x="7983538" y="3509218"/>
            <a:ext cx="2290762" cy="400050"/>
          </a:xfrm>
          <a:prstGeom prst="rect">
            <a:avLst/>
          </a:prstGeom>
          <a:noFill/>
          <a:ln w="9525">
            <a:noFill/>
            <a:miter lim="800000"/>
            <a:headEnd/>
            <a:tailEnd/>
          </a:ln>
        </p:spPr>
        <p:txBody>
          <a:bodyPr>
            <a:spAutoFit/>
          </a:bodyPr>
          <a:lstStyle/>
          <a:p>
            <a:pPr eaLnBrk="1" hangingPunct="1"/>
            <a:r>
              <a:rPr lang="zh-CN" altLang="en-US" sz="2000" b="1" dirty="0">
                <a:solidFill>
                  <a:srgbClr val="113E6A"/>
                </a:solidFill>
                <a:latin typeface="微软雅黑" pitchFamily="34" charset="-122"/>
                <a:ea typeface="微软雅黑" pitchFamily="34" charset="-122"/>
              </a:rPr>
              <a:t>系统设计</a:t>
            </a:r>
          </a:p>
        </p:txBody>
      </p:sp>
      <p:sp>
        <p:nvSpPr>
          <p:cNvPr id="47" name="TextBox 59"/>
          <p:cNvSpPr txBox="1">
            <a:spLocks noChangeArrowheads="1"/>
          </p:cNvSpPr>
          <p:nvPr/>
        </p:nvSpPr>
        <p:spPr bwMode="auto">
          <a:xfrm>
            <a:off x="7983538" y="4283918"/>
            <a:ext cx="2940050" cy="400050"/>
          </a:xfrm>
          <a:prstGeom prst="rect">
            <a:avLst/>
          </a:prstGeom>
          <a:noFill/>
          <a:ln w="9525">
            <a:noFill/>
            <a:miter lim="800000"/>
            <a:headEnd/>
            <a:tailEnd/>
          </a:ln>
        </p:spPr>
        <p:txBody>
          <a:bodyPr>
            <a:spAutoFit/>
          </a:bodyPr>
          <a:lstStyle/>
          <a:p>
            <a:pPr eaLnBrk="1" hangingPunct="1"/>
            <a:r>
              <a:rPr lang="zh-CN" altLang="en-US" sz="2000" b="1" dirty="0">
                <a:solidFill>
                  <a:srgbClr val="113E6A"/>
                </a:solidFill>
                <a:latin typeface="微软雅黑" pitchFamily="34" charset="-122"/>
                <a:ea typeface="微软雅黑" pitchFamily="34" charset="-122"/>
              </a:rPr>
              <a:t>系统实现</a:t>
            </a:r>
          </a:p>
        </p:txBody>
      </p:sp>
      <p:sp>
        <p:nvSpPr>
          <p:cNvPr id="54" name="Rectangle 14"/>
          <p:cNvSpPr>
            <a:spLocks noChangeArrowheads="1"/>
          </p:cNvSpPr>
          <p:nvPr/>
        </p:nvSpPr>
        <p:spPr bwMode="auto">
          <a:xfrm>
            <a:off x="7082702" y="1986209"/>
            <a:ext cx="576263" cy="246063"/>
          </a:xfrm>
          <a:prstGeom prst="rect">
            <a:avLst/>
          </a:prstGeom>
          <a:noFill/>
          <a:ln w="9525">
            <a:noFill/>
            <a:miter lim="800000"/>
            <a:headEnd/>
            <a:tailEnd/>
          </a:ln>
        </p:spPr>
        <p:txBody>
          <a:bodyPr wrap="none" lIns="0" tIns="0" rIns="0" bIns="0">
            <a:spAutoFit/>
          </a:bodyPr>
          <a:lstStyle/>
          <a:p>
            <a:pPr eaLnBrk="1" hangingPunct="1"/>
            <a:r>
              <a:rPr lang="zh-CN" altLang="en-US" sz="1600" dirty="0">
                <a:solidFill>
                  <a:srgbClr val="FFFFFF"/>
                </a:solidFill>
                <a:latin typeface="微软雅黑" pitchFamily="34" charset="-122"/>
                <a:ea typeface="微软雅黑" pitchFamily="34" charset="-122"/>
              </a:rPr>
              <a:t>Part </a:t>
            </a:r>
            <a:r>
              <a:rPr lang="en-US" altLang="zh-CN" sz="1600" dirty="0">
                <a:solidFill>
                  <a:srgbClr val="FFFFFF"/>
                </a:solidFill>
                <a:latin typeface="微软雅黑" pitchFamily="34" charset="-122"/>
                <a:ea typeface="微软雅黑" pitchFamily="34" charset="-122"/>
              </a:rPr>
              <a:t>2</a:t>
            </a:r>
            <a:endParaRPr lang="zh-CN" altLang="en-US" dirty="0">
              <a:latin typeface="微软雅黑" pitchFamily="34" charset="-122"/>
              <a:ea typeface="微软雅黑" pitchFamily="34" charset="-122"/>
            </a:endParaRPr>
          </a:p>
        </p:txBody>
      </p:sp>
      <p:grpSp>
        <p:nvGrpSpPr>
          <p:cNvPr id="55" name="组合 22"/>
          <p:cNvGrpSpPr>
            <a:grpSpLocks/>
          </p:cNvGrpSpPr>
          <p:nvPr/>
        </p:nvGrpSpPr>
        <p:grpSpPr bwMode="auto">
          <a:xfrm>
            <a:off x="6170613" y="5013176"/>
            <a:ext cx="576262" cy="576263"/>
            <a:chOff x="6170389" y="3371639"/>
            <a:chExt cx="576064" cy="576064"/>
          </a:xfrm>
        </p:grpSpPr>
        <p:sp>
          <p:nvSpPr>
            <p:cNvPr id="56" name="圆角矩形 11"/>
            <p:cNvSpPr>
              <a:spLocks noChangeArrowheads="1"/>
            </p:cNvSpPr>
            <p:nvPr/>
          </p:nvSpPr>
          <p:spPr bwMode="auto">
            <a:xfrm>
              <a:off x="6170389" y="3371639"/>
              <a:ext cx="576064" cy="576064"/>
            </a:xfrm>
            <a:prstGeom prst="roundRect">
              <a:avLst>
                <a:gd name="adj" fmla="val 16667"/>
              </a:avLst>
            </a:prstGeom>
            <a:solidFill>
              <a:srgbClr val="113E6A"/>
            </a:solidFill>
            <a:ln w="9525" algn="ctr">
              <a:noFill/>
              <a:round/>
              <a:headEnd/>
              <a:tailEnd/>
            </a:ln>
          </p:spPr>
          <p:txBody>
            <a:bodyPr/>
            <a:lstStyle/>
            <a:p>
              <a:pPr eaLnBrk="1" hangingPunct="1"/>
              <a:endParaRPr lang="zh-CN" altLang="en-US"/>
            </a:p>
          </p:txBody>
        </p:sp>
        <p:sp>
          <p:nvSpPr>
            <p:cNvPr id="57" name="Freeform 13"/>
            <p:cNvSpPr>
              <a:spLocks noEditPoints="1"/>
            </p:cNvSpPr>
            <p:nvPr/>
          </p:nvSpPr>
          <p:spPr bwMode="auto">
            <a:xfrm>
              <a:off x="6293383" y="3504805"/>
              <a:ext cx="330076" cy="309733"/>
            </a:xfrm>
            <a:custGeom>
              <a:avLst/>
              <a:gdLst>
                <a:gd name="T0" fmla="*/ 0 w 957"/>
                <a:gd name="T1" fmla="*/ 2147483646 h 885"/>
                <a:gd name="T2" fmla="*/ 2147483646 w 957"/>
                <a:gd name="T3" fmla="*/ 2147483646 h 885"/>
                <a:gd name="T4" fmla="*/ 2147483646 w 957"/>
                <a:gd name="T5" fmla="*/ 2147483646 h 885"/>
                <a:gd name="T6" fmla="*/ 2147483646 w 957"/>
                <a:gd name="T7" fmla="*/ 2147483646 h 885"/>
                <a:gd name="T8" fmla="*/ 2147483646 w 957"/>
                <a:gd name="T9" fmla="*/ 2147483646 h 885"/>
                <a:gd name="T10" fmla="*/ 2147483646 w 957"/>
                <a:gd name="T11" fmla="*/ 2147483646 h 885"/>
                <a:gd name="T12" fmla="*/ 2147483646 w 957"/>
                <a:gd name="T13" fmla="*/ 2147483646 h 885"/>
                <a:gd name="T14" fmla="*/ 2147483646 w 957"/>
                <a:gd name="T15" fmla="*/ 2147483646 h 885"/>
                <a:gd name="T16" fmla="*/ 2147483646 w 957"/>
                <a:gd name="T17" fmla="*/ 2147483646 h 885"/>
                <a:gd name="T18" fmla="*/ 2147483646 w 957"/>
                <a:gd name="T19" fmla="*/ 2147483646 h 885"/>
                <a:gd name="T20" fmla="*/ 0 w 957"/>
                <a:gd name="T21" fmla="*/ 2147483646 h 885"/>
                <a:gd name="T22" fmla="*/ 2147483646 w 957"/>
                <a:gd name="T23" fmla="*/ 2147483646 h 885"/>
                <a:gd name="T24" fmla="*/ 2147483646 w 957"/>
                <a:gd name="T25" fmla="*/ 2147483646 h 885"/>
                <a:gd name="T26" fmla="*/ 2147483646 w 957"/>
                <a:gd name="T27" fmla="*/ 2147483646 h 885"/>
                <a:gd name="T28" fmla="*/ 2147483646 w 957"/>
                <a:gd name="T29" fmla="*/ 2147483646 h 885"/>
                <a:gd name="T30" fmla="*/ 2147483646 w 957"/>
                <a:gd name="T31" fmla="*/ 2147483646 h 885"/>
                <a:gd name="T32" fmla="*/ 2147483646 w 957"/>
                <a:gd name="T33" fmla="*/ 2147483646 h 885"/>
                <a:gd name="T34" fmla="*/ 2147483646 w 957"/>
                <a:gd name="T35" fmla="*/ 2147483646 h 885"/>
                <a:gd name="T36" fmla="*/ 2147483646 w 957"/>
                <a:gd name="T37" fmla="*/ 2147483646 h 885"/>
                <a:gd name="T38" fmla="*/ 2147483646 w 957"/>
                <a:gd name="T39" fmla="*/ 2147483646 h 885"/>
                <a:gd name="T40" fmla="*/ 2147483646 w 957"/>
                <a:gd name="T41" fmla="*/ 2147483646 h 885"/>
                <a:gd name="T42" fmla="*/ 2147483646 w 957"/>
                <a:gd name="T43" fmla="*/ 2147483646 h 885"/>
                <a:gd name="T44" fmla="*/ 2147483646 w 957"/>
                <a:gd name="T45" fmla="*/ 2147483646 h 885"/>
                <a:gd name="T46" fmla="*/ 2147483646 w 957"/>
                <a:gd name="T47" fmla="*/ 2147483646 h 885"/>
                <a:gd name="T48" fmla="*/ 2147483646 w 957"/>
                <a:gd name="T49" fmla="*/ 2147483646 h 885"/>
                <a:gd name="T50" fmla="*/ 2147483646 w 957"/>
                <a:gd name="T51" fmla="*/ 2147483646 h 885"/>
                <a:gd name="T52" fmla="*/ 2147483646 w 957"/>
                <a:gd name="T53" fmla="*/ 2147483646 h 885"/>
                <a:gd name="T54" fmla="*/ 2147483646 w 957"/>
                <a:gd name="T55" fmla="*/ 2147483646 h 885"/>
                <a:gd name="T56" fmla="*/ 2147483646 w 957"/>
                <a:gd name="T57" fmla="*/ 2147483646 h 885"/>
                <a:gd name="T58" fmla="*/ 2147483646 w 957"/>
                <a:gd name="T59" fmla="*/ 2147483646 h 885"/>
                <a:gd name="T60" fmla="*/ 2147483646 w 957"/>
                <a:gd name="T61" fmla="*/ 2147483646 h 885"/>
                <a:gd name="T62" fmla="*/ 2147483646 w 957"/>
                <a:gd name="T63" fmla="*/ 2147483646 h 885"/>
                <a:gd name="T64" fmla="*/ 2147483646 w 957"/>
                <a:gd name="T65" fmla="*/ 2147483646 h 885"/>
                <a:gd name="T66" fmla="*/ 2147483646 w 957"/>
                <a:gd name="T67" fmla="*/ 2147483646 h 885"/>
                <a:gd name="T68" fmla="*/ 2147483646 w 957"/>
                <a:gd name="T69" fmla="*/ 2147483646 h 885"/>
                <a:gd name="T70" fmla="*/ 2147483646 w 957"/>
                <a:gd name="T71" fmla="*/ 2147483646 h 885"/>
                <a:gd name="T72" fmla="*/ 2147483646 w 957"/>
                <a:gd name="T73" fmla="*/ 2147483646 h 885"/>
                <a:gd name="T74" fmla="*/ 2147483646 w 957"/>
                <a:gd name="T75" fmla="*/ 2147483646 h 885"/>
                <a:gd name="T76" fmla="*/ 2147483646 w 957"/>
                <a:gd name="T77" fmla="*/ 2147483646 h 885"/>
                <a:gd name="T78" fmla="*/ 2147483646 w 957"/>
                <a:gd name="T79" fmla="*/ 2147483646 h 885"/>
                <a:gd name="T80" fmla="*/ 2147483646 w 957"/>
                <a:gd name="T81" fmla="*/ 2147483646 h 885"/>
                <a:gd name="T82" fmla="*/ 2147483646 w 957"/>
                <a:gd name="T83" fmla="*/ 2147483646 h 885"/>
                <a:gd name="T84" fmla="*/ 2147483646 w 957"/>
                <a:gd name="T85" fmla="*/ 2147483646 h 885"/>
                <a:gd name="T86" fmla="*/ 2147483646 w 957"/>
                <a:gd name="T87" fmla="*/ 2147483646 h 885"/>
                <a:gd name="T88" fmla="*/ 2147483646 w 957"/>
                <a:gd name="T89" fmla="*/ 2147483646 h 885"/>
                <a:gd name="T90" fmla="*/ 2147483646 w 957"/>
                <a:gd name="T91" fmla="*/ 2147483646 h 885"/>
                <a:gd name="T92" fmla="*/ 2147483646 w 957"/>
                <a:gd name="T93" fmla="*/ 2147483646 h 88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957" h="885">
                  <a:moveTo>
                    <a:pt x="0" y="155"/>
                  </a:moveTo>
                  <a:cubicBezTo>
                    <a:pt x="0" y="278"/>
                    <a:pt x="0" y="400"/>
                    <a:pt x="0" y="523"/>
                  </a:cubicBezTo>
                  <a:cubicBezTo>
                    <a:pt x="0" y="533"/>
                    <a:pt x="161" y="687"/>
                    <a:pt x="181" y="707"/>
                  </a:cubicBezTo>
                  <a:cubicBezTo>
                    <a:pt x="202" y="728"/>
                    <a:pt x="355" y="885"/>
                    <a:pt x="368" y="885"/>
                  </a:cubicBezTo>
                  <a:cubicBezTo>
                    <a:pt x="442" y="885"/>
                    <a:pt x="516" y="885"/>
                    <a:pt x="589" y="885"/>
                  </a:cubicBezTo>
                  <a:cubicBezTo>
                    <a:pt x="620" y="885"/>
                    <a:pt x="632" y="856"/>
                    <a:pt x="645" y="837"/>
                  </a:cubicBezTo>
                  <a:cubicBezTo>
                    <a:pt x="645" y="684"/>
                    <a:pt x="645" y="532"/>
                    <a:pt x="645" y="380"/>
                  </a:cubicBezTo>
                  <a:cubicBezTo>
                    <a:pt x="631" y="385"/>
                    <a:pt x="590" y="368"/>
                    <a:pt x="582" y="391"/>
                  </a:cubicBezTo>
                  <a:cubicBezTo>
                    <a:pt x="577" y="401"/>
                    <a:pt x="582" y="573"/>
                    <a:pt x="582" y="608"/>
                  </a:cubicBezTo>
                  <a:cubicBezTo>
                    <a:pt x="582" y="643"/>
                    <a:pt x="592" y="822"/>
                    <a:pt x="567" y="822"/>
                  </a:cubicBezTo>
                  <a:cubicBezTo>
                    <a:pt x="507" y="822"/>
                    <a:pt x="447" y="822"/>
                    <a:pt x="387" y="822"/>
                  </a:cubicBezTo>
                  <a:cubicBezTo>
                    <a:pt x="368" y="822"/>
                    <a:pt x="376" y="760"/>
                    <a:pt x="376" y="741"/>
                  </a:cubicBezTo>
                  <a:cubicBezTo>
                    <a:pt x="376" y="710"/>
                    <a:pt x="376" y="679"/>
                    <a:pt x="376" y="649"/>
                  </a:cubicBezTo>
                  <a:cubicBezTo>
                    <a:pt x="376" y="565"/>
                    <a:pt x="376" y="551"/>
                    <a:pt x="324" y="516"/>
                  </a:cubicBezTo>
                  <a:cubicBezTo>
                    <a:pt x="300" y="516"/>
                    <a:pt x="301" y="509"/>
                    <a:pt x="280" y="509"/>
                  </a:cubicBezTo>
                  <a:cubicBezTo>
                    <a:pt x="209" y="509"/>
                    <a:pt x="137" y="509"/>
                    <a:pt x="66" y="509"/>
                  </a:cubicBezTo>
                  <a:cubicBezTo>
                    <a:pt x="66" y="398"/>
                    <a:pt x="66" y="287"/>
                    <a:pt x="66" y="177"/>
                  </a:cubicBezTo>
                  <a:cubicBezTo>
                    <a:pt x="66" y="168"/>
                    <a:pt x="69" y="169"/>
                    <a:pt x="74" y="162"/>
                  </a:cubicBezTo>
                  <a:cubicBezTo>
                    <a:pt x="155" y="162"/>
                    <a:pt x="236" y="162"/>
                    <a:pt x="317" y="162"/>
                  </a:cubicBezTo>
                  <a:cubicBezTo>
                    <a:pt x="333" y="151"/>
                    <a:pt x="375" y="115"/>
                    <a:pt x="376" y="92"/>
                  </a:cubicBezTo>
                  <a:cubicBezTo>
                    <a:pt x="274" y="92"/>
                    <a:pt x="172" y="92"/>
                    <a:pt x="70" y="92"/>
                  </a:cubicBezTo>
                  <a:cubicBezTo>
                    <a:pt x="42" y="92"/>
                    <a:pt x="0" y="131"/>
                    <a:pt x="0" y="155"/>
                  </a:cubicBezTo>
                  <a:close/>
                  <a:moveTo>
                    <a:pt x="505" y="215"/>
                  </a:moveTo>
                  <a:lnTo>
                    <a:pt x="538" y="182"/>
                  </a:lnTo>
                  <a:lnTo>
                    <a:pt x="505" y="149"/>
                  </a:lnTo>
                  <a:cubicBezTo>
                    <a:pt x="504" y="148"/>
                    <a:pt x="504" y="146"/>
                    <a:pt x="505" y="145"/>
                  </a:cubicBezTo>
                  <a:lnTo>
                    <a:pt x="527" y="123"/>
                  </a:lnTo>
                  <a:cubicBezTo>
                    <a:pt x="528" y="122"/>
                    <a:pt x="530" y="122"/>
                    <a:pt x="531" y="123"/>
                  </a:cubicBezTo>
                  <a:lnTo>
                    <a:pt x="564" y="156"/>
                  </a:lnTo>
                  <a:lnTo>
                    <a:pt x="597" y="123"/>
                  </a:lnTo>
                  <a:cubicBezTo>
                    <a:pt x="599" y="122"/>
                    <a:pt x="601" y="122"/>
                    <a:pt x="602" y="123"/>
                  </a:cubicBezTo>
                  <a:lnTo>
                    <a:pt x="624" y="145"/>
                  </a:lnTo>
                  <a:cubicBezTo>
                    <a:pt x="625" y="146"/>
                    <a:pt x="625" y="148"/>
                    <a:pt x="624" y="149"/>
                  </a:cubicBezTo>
                  <a:lnTo>
                    <a:pt x="591" y="182"/>
                  </a:lnTo>
                  <a:lnTo>
                    <a:pt x="624" y="215"/>
                  </a:lnTo>
                  <a:cubicBezTo>
                    <a:pt x="625" y="217"/>
                    <a:pt x="625" y="219"/>
                    <a:pt x="624" y="220"/>
                  </a:cubicBezTo>
                  <a:lnTo>
                    <a:pt x="602" y="242"/>
                  </a:lnTo>
                  <a:cubicBezTo>
                    <a:pt x="601" y="243"/>
                    <a:pt x="599" y="243"/>
                    <a:pt x="597" y="242"/>
                  </a:cubicBezTo>
                  <a:lnTo>
                    <a:pt x="564" y="209"/>
                  </a:lnTo>
                  <a:lnTo>
                    <a:pt x="531" y="242"/>
                  </a:lnTo>
                  <a:cubicBezTo>
                    <a:pt x="530" y="243"/>
                    <a:pt x="528" y="243"/>
                    <a:pt x="527" y="242"/>
                  </a:cubicBezTo>
                  <a:lnTo>
                    <a:pt x="505" y="220"/>
                  </a:lnTo>
                  <a:cubicBezTo>
                    <a:pt x="504" y="219"/>
                    <a:pt x="504" y="217"/>
                    <a:pt x="505" y="215"/>
                  </a:cubicBezTo>
                  <a:close/>
                  <a:moveTo>
                    <a:pt x="780" y="332"/>
                  </a:moveTo>
                  <a:lnTo>
                    <a:pt x="944" y="496"/>
                  </a:lnTo>
                  <a:cubicBezTo>
                    <a:pt x="957" y="509"/>
                    <a:pt x="957" y="530"/>
                    <a:pt x="944" y="543"/>
                  </a:cubicBezTo>
                  <a:lnTo>
                    <a:pt x="925" y="562"/>
                  </a:lnTo>
                  <a:cubicBezTo>
                    <a:pt x="912" y="575"/>
                    <a:pt x="891" y="575"/>
                    <a:pt x="878" y="562"/>
                  </a:cubicBezTo>
                  <a:lnTo>
                    <a:pt x="714" y="398"/>
                  </a:lnTo>
                  <a:lnTo>
                    <a:pt x="780" y="332"/>
                  </a:lnTo>
                  <a:close/>
                  <a:moveTo>
                    <a:pt x="447" y="65"/>
                  </a:moveTo>
                  <a:cubicBezTo>
                    <a:pt x="512" y="0"/>
                    <a:pt x="617" y="0"/>
                    <a:pt x="682" y="65"/>
                  </a:cubicBezTo>
                  <a:cubicBezTo>
                    <a:pt x="740" y="123"/>
                    <a:pt x="747" y="213"/>
                    <a:pt x="701" y="278"/>
                  </a:cubicBezTo>
                  <a:lnTo>
                    <a:pt x="754" y="331"/>
                  </a:lnTo>
                  <a:cubicBezTo>
                    <a:pt x="756" y="333"/>
                    <a:pt x="756" y="337"/>
                    <a:pt x="754" y="339"/>
                  </a:cubicBezTo>
                  <a:lnTo>
                    <a:pt x="721" y="372"/>
                  </a:lnTo>
                  <a:cubicBezTo>
                    <a:pt x="719" y="374"/>
                    <a:pt x="715" y="374"/>
                    <a:pt x="713" y="372"/>
                  </a:cubicBezTo>
                  <a:lnTo>
                    <a:pt x="660" y="319"/>
                  </a:lnTo>
                  <a:cubicBezTo>
                    <a:pt x="595" y="364"/>
                    <a:pt x="505" y="358"/>
                    <a:pt x="447" y="300"/>
                  </a:cubicBezTo>
                  <a:cubicBezTo>
                    <a:pt x="382" y="235"/>
                    <a:pt x="382" y="130"/>
                    <a:pt x="447" y="65"/>
                  </a:cubicBezTo>
                  <a:close/>
                  <a:moveTo>
                    <a:pt x="486" y="104"/>
                  </a:moveTo>
                  <a:cubicBezTo>
                    <a:pt x="529" y="60"/>
                    <a:pt x="600" y="60"/>
                    <a:pt x="643" y="104"/>
                  </a:cubicBezTo>
                  <a:cubicBezTo>
                    <a:pt x="687" y="147"/>
                    <a:pt x="687" y="218"/>
                    <a:pt x="643" y="261"/>
                  </a:cubicBezTo>
                  <a:cubicBezTo>
                    <a:pt x="600" y="305"/>
                    <a:pt x="529" y="305"/>
                    <a:pt x="486" y="261"/>
                  </a:cubicBezTo>
                  <a:cubicBezTo>
                    <a:pt x="442" y="218"/>
                    <a:pt x="442" y="147"/>
                    <a:pt x="486" y="104"/>
                  </a:cubicBezTo>
                  <a:close/>
                  <a:moveTo>
                    <a:pt x="306" y="770"/>
                  </a:moveTo>
                  <a:cubicBezTo>
                    <a:pt x="304" y="706"/>
                    <a:pt x="303" y="643"/>
                    <a:pt x="302" y="579"/>
                  </a:cubicBezTo>
                  <a:cubicBezTo>
                    <a:pt x="241" y="579"/>
                    <a:pt x="179" y="579"/>
                    <a:pt x="118" y="579"/>
                  </a:cubicBezTo>
                  <a:cubicBezTo>
                    <a:pt x="117" y="580"/>
                    <a:pt x="116" y="581"/>
                    <a:pt x="115" y="581"/>
                  </a:cubicBezTo>
                  <a:cubicBezTo>
                    <a:pt x="179" y="644"/>
                    <a:pt x="242" y="707"/>
                    <a:pt x="306" y="770"/>
                  </a:cubicBezTo>
                  <a:close/>
                  <a:moveTo>
                    <a:pt x="110" y="225"/>
                  </a:moveTo>
                  <a:cubicBezTo>
                    <a:pt x="110" y="233"/>
                    <a:pt x="110" y="242"/>
                    <a:pt x="110" y="250"/>
                  </a:cubicBezTo>
                  <a:cubicBezTo>
                    <a:pt x="110" y="259"/>
                    <a:pt x="116" y="265"/>
                    <a:pt x="125" y="265"/>
                  </a:cubicBezTo>
                  <a:cubicBezTo>
                    <a:pt x="209" y="265"/>
                    <a:pt x="292" y="265"/>
                    <a:pt x="376" y="265"/>
                  </a:cubicBezTo>
                  <a:cubicBezTo>
                    <a:pt x="399" y="265"/>
                    <a:pt x="394" y="228"/>
                    <a:pt x="387" y="214"/>
                  </a:cubicBezTo>
                  <a:cubicBezTo>
                    <a:pt x="338" y="214"/>
                    <a:pt x="288" y="214"/>
                    <a:pt x="239" y="214"/>
                  </a:cubicBezTo>
                  <a:cubicBezTo>
                    <a:pt x="209" y="214"/>
                    <a:pt x="110" y="206"/>
                    <a:pt x="110" y="225"/>
                  </a:cubicBezTo>
                  <a:close/>
                  <a:moveTo>
                    <a:pt x="110" y="405"/>
                  </a:moveTo>
                  <a:cubicBezTo>
                    <a:pt x="110" y="416"/>
                    <a:pt x="110" y="427"/>
                    <a:pt x="110" y="439"/>
                  </a:cubicBezTo>
                  <a:cubicBezTo>
                    <a:pt x="110" y="447"/>
                    <a:pt x="113" y="450"/>
                    <a:pt x="121" y="450"/>
                  </a:cubicBezTo>
                  <a:cubicBezTo>
                    <a:pt x="211" y="450"/>
                    <a:pt x="301" y="450"/>
                    <a:pt x="390" y="450"/>
                  </a:cubicBezTo>
                  <a:cubicBezTo>
                    <a:pt x="392" y="440"/>
                    <a:pt x="400" y="402"/>
                    <a:pt x="379" y="402"/>
                  </a:cubicBezTo>
                  <a:cubicBezTo>
                    <a:pt x="296" y="402"/>
                    <a:pt x="212" y="402"/>
                    <a:pt x="129" y="402"/>
                  </a:cubicBezTo>
                  <a:cubicBezTo>
                    <a:pt x="123" y="402"/>
                    <a:pt x="115" y="404"/>
                    <a:pt x="110" y="405"/>
                  </a:cubicBezTo>
                  <a:close/>
                  <a:moveTo>
                    <a:pt x="110" y="328"/>
                  </a:moveTo>
                  <a:cubicBezTo>
                    <a:pt x="110" y="333"/>
                    <a:pt x="110" y="338"/>
                    <a:pt x="110" y="343"/>
                  </a:cubicBezTo>
                  <a:cubicBezTo>
                    <a:pt x="110" y="351"/>
                    <a:pt x="113" y="351"/>
                    <a:pt x="118" y="357"/>
                  </a:cubicBezTo>
                  <a:cubicBezTo>
                    <a:pt x="205" y="357"/>
                    <a:pt x="292" y="357"/>
                    <a:pt x="379" y="357"/>
                  </a:cubicBezTo>
                  <a:cubicBezTo>
                    <a:pt x="384" y="355"/>
                    <a:pt x="389" y="353"/>
                    <a:pt x="394" y="350"/>
                  </a:cubicBezTo>
                  <a:cubicBezTo>
                    <a:pt x="394" y="344"/>
                    <a:pt x="394" y="338"/>
                    <a:pt x="394" y="332"/>
                  </a:cubicBezTo>
                  <a:cubicBezTo>
                    <a:pt x="394" y="320"/>
                    <a:pt x="390" y="317"/>
                    <a:pt x="387" y="309"/>
                  </a:cubicBezTo>
                  <a:cubicBezTo>
                    <a:pt x="336" y="309"/>
                    <a:pt x="286" y="309"/>
                    <a:pt x="236" y="309"/>
                  </a:cubicBezTo>
                  <a:cubicBezTo>
                    <a:pt x="211" y="309"/>
                    <a:pt x="187" y="309"/>
                    <a:pt x="162" y="309"/>
                  </a:cubicBezTo>
                  <a:cubicBezTo>
                    <a:pt x="131" y="310"/>
                    <a:pt x="110" y="299"/>
                    <a:pt x="110" y="328"/>
                  </a:cubicBezTo>
                  <a:close/>
                </a:path>
              </a:pathLst>
            </a:custGeom>
            <a:solidFill>
              <a:srgbClr val="FFFFFF"/>
            </a:solidFill>
            <a:ln w="9525">
              <a:noFill/>
              <a:round/>
              <a:headEnd/>
              <a:tailEnd/>
            </a:ln>
          </p:spPr>
          <p:txBody>
            <a:bodyPr/>
            <a:lstStyle/>
            <a:p>
              <a:endParaRPr lang="zh-CN" altLang="en-US"/>
            </a:p>
          </p:txBody>
        </p:sp>
      </p:grpSp>
      <p:sp>
        <p:nvSpPr>
          <p:cNvPr id="58" name="矩形 28"/>
          <p:cNvSpPr>
            <a:spLocks noChangeArrowheads="1"/>
          </p:cNvSpPr>
          <p:nvPr/>
        </p:nvSpPr>
        <p:spPr bwMode="auto">
          <a:xfrm>
            <a:off x="6889750" y="5011589"/>
            <a:ext cx="4681538" cy="576262"/>
          </a:xfrm>
          <a:prstGeom prst="rect">
            <a:avLst/>
          </a:prstGeom>
          <a:solidFill>
            <a:schemeClr val="accent2"/>
          </a:solidFill>
          <a:ln w="9525" algn="ctr">
            <a:solidFill>
              <a:srgbClr val="113E6A"/>
            </a:solidFill>
            <a:round/>
            <a:headEnd/>
            <a:tailEnd/>
          </a:ln>
        </p:spPr>
        <p:txBody>
          <a:bodyPr/>
          <a:lstStyle/>
          <a:p>
            <a:pPr eaLnBrk="1" hangingPunct="1"/>
            <a:endParaRPr lang="zh-CN" altLang="en-US"/>
          </a:p>
        </p:txBody>
      </p:sp>
      <p:sp>
        <p:nvSpPr>
          <p:cNvPr id="59" name="矩形 58"/>
          <p:cNvSpPr/>
          <p:nvPr/>
        </p:nvSpPr>
        <p:spPr bwMode="auto">
          <a:xfrm>
            <a:off x="6890469" y="5023726"/>
            <a:ext cx="949816" cy="576064"/>
          </a:xfrm>
          <a:prstGeom prst="rect">
            <a:avLst/>
          </a:prstGeom>
          <a:solidFill>
            <a:srgbClr val="113E6A"/>
          </a:solidFill>
          <a:ln w="9525" cap="flat" cmpd="sng" algn="ctr">
            <a:solidFill>
              <a:srgbClr val="113E6A"/>
            </a:solidFill>
            <a:prstDash val="solid"/>
            <a:round/>
            <a:headEnd type="none" w="med" len="med"/>
            <a:tailEnd type="none" w="med" len="med"/>
          </a:ln>
          <a:effectLst/>
        </p:spPr>
        <p:txBody>
          <a:bodyPr/>
          <a:lstStyle/>
          <a:p>
            <a:pPr eaLnBrk="1" hangingPunct="1">
              <a:buFont typeface="Arial" panose="020B0604020202020204" pitchFamily="34" charset="0"/>
              <a:buNone/>
              <a:defRPr/>
            </a:pPr>
            <a:endParaRPr lang="zh-CN" altLang="en-US"/>
          </a:p>
        </p:txBody>
      </p:sp>
      <p:sp>
        <p:nvSpPr>
          <p:cNvPr id="60" name="Rectangle 14"/>
          <p:cNvSpPr>
            <a:spLocks noChangeArrowheads="1"/>
          </p:cNvSpPr>
          <p:nvPr/>
        </p:nvSpPr>
        <p:spPr bwMode="auto">
          <a:xfrm>
            <a:off x="7077075" y="5168751"/>
            <a:ext cx="574773" cy="246221"/>
          </a:xfrm>
          <a:prstGeom prst="rect">
            <a:avLst/>
          </a:prstGeom>
          <a:noFill/>
          <a:ln w="9525">
            <a:noFill/>
            <a:miter lim="800000"/>
            <a:headEnd/>
            <a:tailEnd/>
          </a:ln>
        </p:spPr>
        <p:txBody>
          <a:bodyPr wrap="none" lIns="0" tIns="0" rIns="0" bIns="0">
            <a:spAutoFit/>
          </a:bodyPr>
          <a:lstStyle/>
          <a:p>
            <a:pPr eaLnBrk="1" hangingPunct="1"/>
            <a:r>
              <a:rPr lang="zh-CN" altLang="en-US" sz="1600" dirty="0">
                <a:solidFill>
                  <a:srgbClr val="FFFFFF"/>
                </a:solidFill>
                <a:latin typeface="微软雅黑" pitchFamily="34" charset="-122"/>
                <a:ea typeface="微软雅黑" pitchFamily="34" charset="-122"/>
              </a:rPr>
              <a:t>Part </a:t>
            </a:r>
            <a:r>
              <a:rPr lang="en-US" altLang="zh-CN" sz="1600" dirty="0" smtClean="0">
                <a:solidFill>
                  <a:srgbClr val="FFFFFF"/>
                </a:solidFill>
                <a:latin typeface="微软雅黑" pitchFamily="34" charset="-122"/>
                <a:ea typeface="微软雅黑" pitchFamily="34" charset="-122"/>
              </a:rPr>
              <a:t>6</a:t>
            </a:r>
            <a:endParaRPr lang="zh-CN" altLang="en-US" dirty="0">
              <a:latin typeface="微软雅黑" pitchFamily="34" charset="-122"/>
              <a:ea typeface="微软雅黑" pitchFamily="34" charset="-122"/>
            </a:endParaRPr>
          </a:p>
        </p:txBody>
      </p:sp>
      <p:sp>
        <p:nvSpPr>
          <p:cNvPr id="61" name="TextBox 59"/>
          <p:cNvSpPr txBox="1">
            <a:spLocks noChangeArrowheads="1"/>
          </p:cNvSpPr>
          <p:nvPr/>
        </p:nvSpPr>
        <p:spPr bwMode="auto">
          <a:xfrm>
            <a:off x="7983538" y="5092551"/>
            <a:ext cx="2416175" cy="400050"/>
          </a:xfrm>
          <a:prstGeom prst="rect">
            <a:avLst/>
          </a:prstGeom>
          <a:noFill/>
          <a:ln w="9525">
            <a:noFill/>
            <a:miter lim="800000"/>
            <a:headEnd/>
            <a:tailEnd/>
          </a:ln>
        </p:spPr>
        <p:txBody>
          <a:bodyPr>
            <a:spAutoFit/>
          </a:bodyPr>
          <a:lstStyle/>
          <a:p>
            <a:pPr eaLnBrk="1" hangingPunct="1"/>
            <a:r>
              <a:rPr lang="zh-CN" altLang="en-US" sz="2000" b="1" dirty="0">
                <a:solidFill>
                  <a:srgbClr val="113E6A"/>
                </a:solidFill>
                <a:latin typeface="微软雅黑" pitchFamily="34" charset="-122"/>
                <a:ea typeface="微软雅黑" pitchFamily="34" charset="-122"/>
              </a:rPr>
              <a:t>系统测试</a:t>
            </a:r>
          </a:p>
        </p:txBody>
      </p:sp>
      <p:grpSp>
        <p:nvGrpSpPr>
          <p:cNvPr id="62" name="组合 24"/>
          <p:cNvGrpSpPr>
            <a:grpSpLocks/>
          </p:cNvGrpSpPr>
          <p:nvPr/>
        </p:nvGrpSpPr>
        <p:grpSpPr bwMode="auto">
          <a:xfrm>
            <a:off x="6170613" y="5849689"/>
            <a:ext cx="576262" cy="576263"/>
            <a:chOff x="6170389" y="4955815"/>
            <a:chExt cx="576064" cy="576064"/>
          </a:xfrm>
        </p:grpSpPr>
        <p:sp>
          <p:nvSpPr>
            <p:cNvPr id="63" name="圆角矩形 13"/>
            <p:cNvSpPr>
              <a:spLocks noChangeArrowheads="1"/>
            </p:cNvSpPr>
            <p:nvPr/>
          </p:nvSpPr>
          <p:spPr bwMode="auto">
            <a:xfrm>
              <a:off x="6170389" y="4955815"/>
              <a:ext cx="576064" cy="576064"/>
            </a:xfrm>
            <a:prstGeom prst="roundRect">
              <a:avLst>
                <a:gd name="adj" fmla="val 16667"/>
              </a:avLst>
            </a:prstGeom>
            <a:solidFill>
              <a:srgbClr val="113E6A"/>
            </a:solidFill>
            <a:ln w="9525" algn="ctr">
              <a:noFill/>
              <a:round/>
              <a:headEnd/>
              <a:tailEnd/>
            </a:ln>
          </p:spPr>
          <p:txBody>
            <a:bodyPr/>
            <a:lstStyle/>
            <a:p>
              <a:pPr eaLnBrk="1" hangingPunct="1"/>
              <a:endParaRPr lang="zh-CN" altLang="en-US"/>
            </a:p>
          </p:txBody>
        </p:sp>
        <p:sp>
          <p:nvSpPr>
            <p:cNvPr id="64" name="Freeform 11"/>
            <p:cNvSpPr>
              <a:spLocks noEditPoints="1"/>
            </p:cNvSpPr>
            <p:nvPr/>
          </p:nvSpPr>
          <p:spPr bwMode="auto">
            <a:xfrm>
              <a:off x="6298628" y="5092507"/>
              <a:ext cx="315884" cy="273385"/>
            </a:xfrm>
            <a:custGeom>
              <a:avLst/>
              <a:gdLst>
                <a:gd name="T0" fmla="*/ 2147483646 w 948"/>
                <a:gd name="T1" fmla="*/ 2147483646 h 810"/>
                <a:gd name="T2" fmla="*/ 2147483646 w 948"/>
                <a:gd name="T3" fmla="*/ 2147483646 h 810"/>
                <a:gd name="T4" fmla="*/ 2147483646 w 948"/>
                <a:gd name="T5" fmla="*/ 2147483646 h 810"/>
                <a:gd name="T6" fmla="*/ 2147483646 w 948"/>
                <a:gd name="T7" fmla="*/ 2147483646 h 810"/>
                <a:gd name="T8" fmla="*/ 2147483646 w 948"/>
                <a:gd name="T9" fmla="*/ 2147483646 h 810"/>
                <a:gd name="T10" fmla="*/ 2147483646 w 948"/>
                <a:gd name="T11" fmla="*/ 2147483646 h 810"/>
                <a:gd name="T12" fmla="*/ 2147483646 w 948"/>
                <a:gd name="T13" fmla="*/ 2147483646 h 810"/>
                <a:gd name="T14" fmla="*/ 2147483646 w 948"/>
                <a:gd name="T15" fmla="*/ 2147483646 h 810"/>
                <a:gd name="T16" fmla="*/ 2147483646 w 948"/>
                <a:gd name="T17" fmla="*/ 2147483646 h 810"/>
                <a:gd name="T18" fmla="*/ 2147483646 w 948"/>
                <a:gd name="T19" fmla="*/ 2147483646 h 810"/>
                <a:gd name="T20" fmla="*/ 2147483646 w 948"/>
                <a:gd name="T21" fmla="*/ 2147483646 h 810"/>
                <a:gd name="T22" fmla="*/ 2147483646 w 948"/>
                <a:gd name="T23" fmla="*/ 2147483646 h 810"/>
                <a:gd name="T24" fmla="*/ 2147483646 w 948"/>
                <a:gd name="T25" fmla="*/ 2147483646 h 810"/>
                <a:gd name="T26" fmla="*/ 2147483646 w 948"/>
                <a:gd name="T27" fmla="*/ 2147483646 h 810"/>
                <a:gd name="T28" fmla="*/ 2147483646 w 948"/>
                <a:gd name="T29" fmla="*/ 2147483646 h 810"/>
                <a:gd name="T30" fmla="*/ 2147483646 w 948"/>
                <a:gd name="T31" fmla="*/ 2147483646 h 810"/>
                <a:gd name="T32" fmla="*/ 2147483646 w 948"/>
                <a:gd name="T33" fmla="*/ 2147483646 h 810"/>
                <a:gd name="T34" fmla="*/ 2147483646 w 948"/>
                <a:gd name="T35" fmla="*/ 2147483646 h 810"/>
                <a:gd name="T36" fmla="*/ 2147483646 w 948"/>
                <a:gd name="T37" fmla="*/ 2147483646 h 810"/>
                <a:gd name="T38" fmla="*/ 2147483646 w 948"/>
                <a:gd name="T39" fmla="*/ 2147483646 h 810"/>
                <a:gd name="T40" fmla="*/ 2147483646 w 948"/>
                <a:gd name="T41" fmla="*/ 2147483646 h 810"/>
                <a:gd name="T42" fmla="*/ 2147483646 w 948"/>
                <a:gd name="T43" fmla="*/ 2147483646 h 810"/>
                <a:gd name="T44" fmla="*/ 2147483646 w 948"/>
                <a:gd name="T45" fmla="*/ 2147483646 h 810"/>
                <a:gd name="T46" fmla="*/ 2147483646 w 948"/>
                <a:gd name="T47" fmla="*/ 2147483646 h 810"/>
                <a:gd name="T48" fmla="*/ 2147483646 w 948"/>
                <a:gd name="T49" fmla="*/ 2147483646 h 810"/>
                <a:gd name="T50" fmla="*/ 2147483646 w 948"/>
                <a:gd name="T51" fmla="*/ 2147483646 h 810"/>
                <a:gd name="T52" fmla="*/ 2147483646 w 948"/>
                <a:gd name="T53" fmla="*/ 2147483646 h 810"/>
                <a:gd name="T54" fmla="*/ 2147483646 w 948"/>
                <a:gd name="T55" fmla="*/ 2147483646 h 810"/>
                <a:gd name="T56" fmla="*/ 2147483646 w 948"/>
                <a:gd name="T57" fmla="*/ 2147483646 h 810"/>
                <a:gd name="T58" fmla="*/ 2147483646 w 948"/>
                <a:gd name="T59" fmla="*/ 2147483646 h 810"/>
                <a:gd name="T60" fmla="*/ 2147483646 w 948"/>
                <a:gd name="T61" fmla="*/ 2147483646 h 810"/>
                <a:gd name="T62" fmla="*/ 2147483646 w 948"/>
                <a:gd name="T63" fmla="*/ 2147483646 h 810"/>
                <a:gd name="T64" fmla="*/ 2147483646 w 948"/>
                <a:gd name="T65" fmla="*/ 2147483646 h 810"/>
                <a:gd name="T66" fmla="*/ 2147483646 w 948"/>
                <a:gd name="T67" fmla="*/ 2147483646 h 810"/>
                <a:gd name="T68" fmla="*/ 2147483646 w 948"/>
                <a:gd name="T69" fmla="*/ 2147483646 h 810"/>
                <a:gd name="T70" fmla="*/ 2147483646 w 948"/>
                <a:gd name="T71" fmla="*/ 2147483646 h 810"/>
                <a:gd name="T72" fmla="*/ 2147483646 w 948"/>
                <a:gd name="T73" fmla="*/ 2147483646 h 810"/>
                <a:gd name="T74" fmla="*/ 2147483646 w 948"/>
                <a:gd name="T75" fmla="*/ 2147483646 h 810"/>
                <a:gd name="T76" fmla="*/ 2147483646 w 948"/>
                <a:gd name="T77" fmla="*/ 2147483646 h 810"/>
                <a:gd name="T78" fmla="*/ 2147483646 w 948"/>
                <a:gd name="T79" fmla="*/ 2147483646 h 810"/>
                <a:gd name="T80" fmla="*/ 2147483646 w 948"/>
                <a:gd name="T81" fmla="*/ 2147483646 h 810"/>
                <a:gd name="T82" fmla="*/ 2147483646 w 948"/>
                <a:gd name="T83" fmla="*/ 2147483646 h 810"/>
                <a:gd name="T84" fmla="*/ 2147483646 w 948"/>
                <a:gd name="T85" fmla="*/ 2147483646 h 810"/>
                <a:gd name="T86" fmla="*/ 2147483646 w 948"/>
                <a:gd name="T87" fmla="*/ 2147483646 h 810"/>
                <a:gd name="T88" fmla="*/ 2147483646 w 948"/>
                <a:gd name="T89" fmla="*/ 2147483646 h 810"/>
                <a:gd name="T90" fmla="*/ 2147483646 w 948"/>
                <a:gd name="T91" fmla="*/ 2147483646 h 810"/>
                <a:gd name="T92" fmla="*/ 2147483646 w 948"/>
                <a:gd name="T93" fmla="*/ 2147483646 h 810"/>
                <a:gd name="T94" fmla="*/ 2147483646 w 948"/>
                <a:gd name="T95" fmla="*/ 2147483646 h 810"/>
                <a:gd name="T96" fmla="*/ 2147483646 w 948"/>
                <a:gd name="T97" fmla="*/ 2147483646 h 810"/>
                <a:gd name="T98" fmla="*/ 2147483646 w 948"/>
                <a:gd name="T99" fmla="*/ 2147483646 h 810"/>
                <a:gd name="T100" fmla="*/ 2147483646 w 948"/>
                <a:gd name="T101" fmla="*/ 2147483646 h 810"/>
                <a:gd name="T102" fmla="*/ 2147483646 w 948"/>
                <a:gd name="T103" fmla="*/ 2147483646 h 810"/>
                <a:gd name="T104" fmla="*/ 2147483646 w 948"/>
                <a:gd name="T105" fmla="*/ 2147483646 h 810"/>
                <a:gd name="T106" fmla="*/ 2147483646 w 948"/>
                <a:gd name="T107" fmla="*/ 2147483646 h 810"/>
                <a:gd name="T108" fmla="*/ 2147483646 w 948"/>
                <a:gd name="T109" fmla="*/ 2147483646 h 810"/>
                <a:gd name="T110" fmla="*/ 2147483646 w 948"/>
                <a:gd name="T111" fmla="*/ 2147483646 h 810"/>
                <a:gd name="T112" fmla="*/ 2147483646 w 948"/>
                <a:gd name="T113" fmla="*/ 2147483646 h 810"/>
                <a:gd name="T114" fmla="*/ 2147483646 w 948"/>
                <a:gd name="T115" fmla="*/ 2147483646 h 810"/>
                <a:gd name="T116" fmla="*/ 2147483646 w 948"/>
                <a:gd name="T117" fmla="*/ 2147483646 h 810"/>
                <a:gd name="T118" fmla="*/ 2147483646 w 948"/>
                <a:gd name="T119" fmla="*/ 2147483646 h 81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948" h="810">
                  <a:moveTo>
                    <a:pt x="588" y="151"/>
                  </a:moveTo>
                  <a:cubicBezTo>
                    <a:pt x="588" y="151"/>
                    <a:pt x="588" y="152"/>
                    <a:pt x="588" y="152"/>
                  </a:cubicBezTo>
                  <a:cubicBezTo>
                    <a:pt x="588" y="153"/>
                    <a:pt x="589" y="154"/>
                    <a:pt x="589" y="155"/>
                  </a:cubicBezTo>
                  <a:cubicBezTo>
                    <a:pt x="589" y="156"/>
                    <a:pt x="589" y="156"/>
                    <a:pt x="589" y="157"/>
                  </a:cubicBezTo>
                  <a:cubicBezTo>
                    <a:pt x="589" y="158"/>
                    <a:pt x="589" y="159"/>
                    <a:pt x="589" y="161"/>
                  </a:cubicBezTo>
                  <a:cubicBezTo>
                    <a:pt x="589" y="161"/>
                    <a:pt x="589" y="161"/>
                    <a:pt x="589" y="161"/>
                  </a:cubicBezTo>
                  <a:cubicBezTo>
                    <a:pt x="589" y="162"/>
                    <a:pt x="589" y="164"/>
                    <a:pt x="589" y="165"/>
                  </a:cubicBezTo>
                  <a:cubicBezTo>
                    <a:pt x="589" y="165"/>
                    <a:pt x="589" y="166"/>
                    <a:pt x="589" y="166"/>
                  </a:cubicBezTo>
                  <a:cubicBezTo>
                    <a:pt x="589" y="167"/>
                    <a:pt x="589" y="168"/>
                    <a:pt x="589" y="169"/>
                  </a:cubicBezTo>
                  <a:cubicBezTo>
                    <a:pt x="589" y="170"/>
                    <a:pt x="589" y="170"/>
                    <a:pt x="589" y="171"/>
                  </a:cubicBezTo>
                  <a:cubicBezTo>
                    <a:pt x="588" y="178"/>
                    <a:pt x="586" y="185"/>
                    <a:pt x="584" y="191"/>
                  </a:cubicBezTo>
                  <a:cubicBezTo>
                    <a:pt x="584" y="192"/>
                    <a:pt x="583" y="193"/>
                    <a:pt x="583" y="194"/>
                  </a:cubicBezTo>
                  <a:cubicBezTo>
                    <a:pt x="583" y="195"/>
                    <a:pt x="583" y="195"/>
                    <a:pt x="583" y="195"/>
                  </a:cubicBezTo>
                  <a:cubicBezTo>
                    <a:pt x="583" y="196"/>
                    <a:pt x="582" y="197"/>
                    <a:pt x="582" y="198"/>
                  </a:cubicBezTo>
                  <a:cubicBezTo>
                    <a:pt x="582" y="198"/>
                    <a:pt x="582" y="198"/>
                    <a:pt x="582" y="198"/>
                  </a:cubicBezTo>
                  <a:cubicBezTo>
                    <a:pt x="580" y="201"/>
                    <a:pt x="579" y="204"/>
                    <a:pt x="577" y="207"/>
                  </a:cubicBezTo>
                  <a:cubicBezTo>
                    <a:pt x="577" y="207"/>
                    <a:pt x="577" y="207"/>
                    <a:pt x="577" y="208"/>
                  </a:cubicBezTo>
                  <a:cubicBezTo>
                    <a:pt x="577" y="208"/>
                    <a:pt x="576" y="209"/>
                    <a:pt x="575" y="210"/>
                  </a:cubicBezTo>
                  <a:cubicBezTo>
                    <a:pt x="575" y="210"/>
                    <a:pt x="575" y="211"/>
                    <a:pt x="575" y="211"/>
                  </a:cubicBezTo>
                  <a:cubicBezTo>
                    <a:pt x="573" y="215"/>
                    <a:pt x="570" y="218"/>
                    <a:pt x="567" y="222"/>
                  </a:cubicBezTo>
                  <a:cubicBezTo>
                    <a:pt x="567" y="222"/>
                    <a:pt x="567" y="222"/>
                    <a:pt x="567" y="222"/>
                  </a:cubicBezTo>
                  <a:cubicBezTo>
                    <a:pt x="566" y="223"/>
                    <a:pt x="566" y="224"/>
                    <a:pt x="565" y="224"/>
                  </a:cubicBezTo>
                  <a:cubicBezTo>
                    <a:pt x="565" y="224"/>
                    <a:pt x="565" y="225"/>
                    <a:pt x="565" y="225"/>
                  </a:cubicBezTo>
                  <a:cubicBezTo>
                    <a:pt x="562" y="227"/>
                    <a:pt x="560" y="230"/>
                    <a:pt x="558" y="232"/>
                  </a:cubicBezTo>
                  <a:cubicBezTo>
                    <a:pt x="558" y="232"/>
                    <a:pt x="557" y="232"/>
                    <a:pt x="557" y="232"/>
                  </a:cubicBezTo>
                  <a:cubicBezTo>
                    <a:pt x="557" y="233"/>
                    <a:pt x="556" y="233"/>
                    <a:pt x="555" y="234"/>
                  </a:cubicBezTo>
                  <a:cubicBezTo>
                    <a:pt x="555" y="234"/>
                    <a:pt x="555" y="234"/>
                    <a:pt x="554" y="234"/>
                  </a:cubicBezTo>
                  <a:cubicBezTo>
                    <a:pt x="554" y="235"/>
                    <a:pt x="553" y="236"/>
                    <a:pt x="552" y="236"/>
                  </a:cubicBezTo>
                  <a:cubicBezTo>
                    <a:pt x="547" y="240"/>
                    <a:pt x="543" y="243"/>
                    <a:pt x="537" y="246"/>
                  </a:cubicBezTo>
                  <a:cubicBezTo>
                    <a:pt x="536" y="246"/>
                    <a:pt x="535" y="247"/>
                    <a:pt x="534" y="247"/>
                  </a:cubicBezTo>
                  <a:cubicBezTo>
                    <a:pt x="533" y="247"/>
                    <a:pt x="533" y="248"/>
                    <a:pt x="532" y="248"/>
                  </a:cubicBezTo>
                  <a:cubicBezTo>
                    <a:pt x="532" y="248"/>
                    <a:pt x="531" y="249"/>
                    <a:pt x="530" y="249"/>
                  </a:cubicBezTo>
                  <a:cubicBezTo>
                    <a:pt x="529" y="249"/>
                    <a:pt x="529" y="249"/>
                    <a:pt x="528" y="249"/>
                  </a:cubicBezTo>
                  <a:cubicBezTo>
                    <a:pt x="527" y="250"/>
                    <a:pt x="526" y="250"/>
                    <a:pt x="525" y="251"/>
                  </a:cubicBezTo>
                  <a:cubicBezTo>
                    <a:pt x="525" y="251"/>
                    <a:pt x="525" y="251"/>
                    <a:pt x="525" y="251"/>
                  </a:cubicBezTo>
                  <a:cubicBezTo>
                    <a:pt x="523" y="251"/>
                    <a:pt x="522" y="252"/>
                    <a:pt x="520" y="252"/>
                  </a:cubicBezTo>
                  <a:cubicBezTo>
                    <a:pt x="520" y="252"/>
                    <a:pt x="520" y="252"/>
                    <a:pt x="519" y="252"/>
                  </a:cubicBezTo>
                  <a:cubicBezTo>
                    <a:pt x="518" y="253"/>
                    <a:pt x="517" y="253"/>
                    <a:pt x="516" y="253"/>
                  </a:cubicBezTo>
                  <a:cubicBezTo>
                    <a:pt x="516" y="253"/>
                    <a:pt x="515" y="253"/>
                    <a:pt x="515" y="253"/>
                  </a:cubicBezTo>
                  <a:cubicBezTo>
                    <a:pt x="514" y="254"/>
                    <a:pt x="512" y="254"/>
                    <a:pt x="511" y="254"/>
                  </a:cubicBezTo>
                  <a:cubicBezTo>
                    <a:pt x="509" y="254"/>
                    <a:pt x="508" y="255"/>
                    <a:pt x="506" y="255"/>
                  </a:cubicBezTo>
                  <a:cubicBezTo>
                    <a:pt x="506" y="255"/>
                    <a:pt x="506" y="255"/>
                    <a:pt x="505" y="255"/>
                  </a:cubicBezTo>
                  <a:cubicBezTo>
                    <a:pt x="504" y="255"/>
                    <a:pt x="503" y="255"/>
                    <a:pt x="502" y="255"/>
                  </a:cubicBezTo>
                  <a:cubicBezTo>
                    <a:pt x="502" y="255"/>
                    <a:pt x="501" y="255"/>
                    <a:pt x="501" y="255"/>
                  </a:cubicBezTo>
                  <a:cubicBezTo>
                    <a:pt x="499" y="255"/>
                    <a:pt x="498" y="255"/>
                    <a:pt x="496" y="255"/>
                  </a:cubicBezTo>
                  <a:cubicBezTo>
                    <a:pt x="496" y="255"/>
                    <a:pt x="496" y="255"/>
                    <a:pt x="496" y="255"/>
                  </a:cubicBezTo>
                  <a:cubicBezTo>
                    <a:pt x="495" y="255"/>
                    <a:pt x="494" y="255"/>
                    <a:pt x="492" y="255"/>
                  </a:cubicBezTo>
                  <a:cubicBezTo>
                    <a:pt x="492" y="255"/>
                    <a:pt x="491" y="255"/>
                    <a:pt x="491" y="255"/>
                  </a:cubicBezTo>
                  <a:cubicBezTo>
                    <a:pt x="490" y="255"/>
                    <a:pt x="489" y="255"/>
                    <a:pt x="488" y="255"/>
                  </a:cubicBezTo>
                  <a:cubicBezTo>
                    <a:pt x="488" y="255"/>
                    <a:pt x="487" y="255"/>
                    <a:pt x="487" y="255"/>
                  </a:cubicBezTo>
                  <a:cubicBezTo>
                    <a:pt x="485" y="255"/>
                    <a:pt x="484" y="255"/>
                    <a:pt x="483" y="255"/>
                  </a:cubicBezTo>
                  <a:cubicBezTo>
                    <a:pt x="477" y="254"/>
                    <a:pt x="471" y="253"/>
                    <a:pt x="466" y="251"/>
                  </a:cubicBezTo>
                  <a:cubicBezTo>
                    <a:pt x="465" y="250"/>
                    <a:pt x="464" y="250"/>
                    <a:pt x="463" y="250"/>
                  </a:cubicBezTo>
                  <a:cubicBezTo>
                    <a:pt x="463" y="250"/>
                    <a:pt x="462" y="250"/>
                    <a:pt x="462" y="249"/>
                  </a:cubicBezTo>
                  <a:cubicBezTo>
                    <a:pt x="461" y="249"/>
                    <a:pt x="460" y="249"/>
                    <a:pt x="459" y="248"/>
                  </a:cubicBezTo>
                  <a:cubicBezTo>
                    <a:pt x="459" y="248"/>
                    <a:pt x="459" y="248"/>
                    <a:pt x="459" y="248"/>
                  </a:cubicBezTo>
                  <a:cubicBezTo>
                    <a:pt x="456" y="247"/>
                    <a:pt x="453" y="245"/>
                    <a:pt x="450" y="244"/>
                  </a:cubicBezTo>
                  <a:cubicBezTo>
                    <a:pt x="450" y="244"/>
                    <a:pt x="450" y="244"/>
                    <a:pt x="450" y="244"/>
                  </a:cubicBezTo>
                  <a:cubicBezTo>
                    <a:pt x="449" y="243"/>
                    <a:pt x="448" y="243"/>
                    <a:pt x="447" y="242"/>
                  </a:cubicBezTo>
                  <a:cubicBezTo>
                    <a:pt x="447" y="242"/>
                    <a:pt x="447" y="242"/>
                    <a:pt x="446" y="242"/>
                  </a:cubicBezTo>
                  <a:cubicBezTo>
                    <a:pt x="443" y="239"/>
                    <a:pt x="439" y="237"/>
                    <a:pt x="436" y="234"/>
                  </a:cubicBezTo>
                  <a:cubicBezTo>
                    <a:pt x="435" y="234"/>
                    <a:pt x="435" y="234"/>
                    <a:pt x="435" y="234"/>
                  </a:cubicBezTo>
                  <a:cubicBezTo>
                    <a:pt x="434" y="233"/>
                    <a:pt x="434" y="232"/>
                    <a:pt x="433" y="232"/>
                  </a:cubicBezTo>
                  <a:cubicBezTo>
                    <a:pt x="433" y="231"/>
                    <a:pt x="433" y="231"/>
                    <a:pt x="432" y="231"/>
                  </a:cubicBezTo>
                  <a:cubicBezTo>
                    <a:pt x="430" y="229"/>
                    <a:pt x="428" y="227"/>
                    <a:pt x="425" y="224"/>
                  </a:cubicBezTo>
                  <a:cubicBezTo>
                    <a:pt x="425" y="224"/>
                    <a:pt x="425" y="224"/>
                    <a:pt x="425" y="224"/>
                  </a:cubicBezTo>
                  <a:cubicBezTo>
                    <a:pt x="425" y="223"/>
                    <a:pt x="424" y="222"/>
                    <a:pt x="423" y="222"/>
                  </a:cubicBezTo>
                  <a:cubicBezTo>
                    <a:pt x="423" y="221"/>
                    <a:pt x="423" y="221"/>
                    <a:pt x="423" y="221"/>
                  </a:cubicBezTo>
                  <a:cubicBezTo>
                    <a:pt x="422" y="220"/>
                    <a:pt x="421" y="219"/>
                    <a:pt x="421" y="218"/>
                  </a:cubicBezTo>
                  <a:cubicBezTo>
                    <a:pt x="417" y="213"/>
                    <a:pt x="413" y="207"/>
                    <a:pt x="410" y="200"/>
                  </a:cubicBezTo>
                  <a:cubicBezTo>
                    <a:pt x="410" y="200"/>
                    <a:pt x="410" y="199"/>
                    <a:pt x="409" y="199"/>
                  </a:cubicBezTo>
                  <a:cubicBezTo>
                    <a:pt x="409" y="198"/>
                    <a:pt x="409" y="197"/>
                    <a:pt x="408" y="196"/>
                  </a:cubicBezTo>
                  <a:cubicBezTo>
                    <a:pt x="408" y="196"/>
                    <a:pt x="408" y="195"/>
                    <a:pt x="408" y="195"/>
                  </a:cubicBezTo>
                  <a:cubicBezTo>
                    <a:pt x="407" y="194"/>
                    <a:pt x="407" y="193"/>
                    <a:pt x="407" y="191"/>
                  </a:cubicBezTo>
                  <a:cubicBezTo>
                    <a:pt x="406" y="191"/>
                    <a:pt x="406" y="191"/>
                    <a:pt x="406" y="191"/>
                  </a:cubicBezTo>
                  <a:cubicBezTo>
                    <a:pt x="406" y="190"/>
                    <a:pt x="406" y="188"/>
                    <a:pt x="405" y="187"/>
                  </a:cubicBezTo>
                  <a:cubicBezTo>
                    <a:pt x="405" y="187"/>
                    <a:pt x="405" y="186"/>
                    <a:pt x="405" y="186"/>
                  </a:cubicBezTo>
                  <a:cubicBezTo>
                    <a:pt x="405" y="185"/>
                    <a:pt x="404" y="184"/>
                    <a:pt x="404" y="183"/>
                  </a:cubicBezTo>
                  <a:cubicBezTo>
                    <a:pt x="404" y="182"/>
                    <a:pt x="404" y="182"/>
                    <a:pt x="404" y="181"/>
                  </a:cubicBezTo>
                  <a:cubicBezTo>
                    <a:pt x="404" y="180"/>
                    <a:pt x="403" y="179"/>
                    <a:pt x="403" y="177"/>
                  </a:cubicBezTo>
                  <a:cubicBezTo>
                    <a:pt x="403" y="176"/>
                    <a:pt x="403" y="174"/>
                    <a:pt x="402" y="173"/>
                  </a:cubicBezTo>
                  <a:cubicBezTo>
                    <a:pt x="402" y="173"/>
                    <a:pt x="402" y="172"/>
                    <a:pt x="402" y="172"/>
                  </a:cubicBezTo>
                  <a:cubicBezTo>
                    <a:pt x="402" y="171"/>
                    <a:pt x="402" y="170"/>
                    <a:pt x="402" y="169"/>
                  </a:cubicBezTo>
                  <a:cubicBezTo>
                    <a:pt x="402" y="168"/>
                    <a:pt x="402" y="168"/>
                    <a:pt x="402" y="167"/>
                  </a:cubicBezTo>
                  <a:cubicBezTo>
                    <a:pt x="402" y="166"/>
                    <a:pt x="402" y="164"/>
                    <a:pt x="402" y="163"/>
                  </a:cubicBezTo>
                  <a:cubicBezTo>
                    <a:pt x="402" y="163"/>
                    <a:pt x="402" y="163"/>
                    <a:pt x="402" y="163"/>
                  </a:cubicBezTo>
                  <a:cubicBezTo>
                    <a:pt x="402" y="161"/>
                    <a:pt x="402" y="160"/>
                    <a:pt x="402" y="159"/>
                  </a:cubicBezTo>
                  <a:cubicBezTo>
                    <a:pt x="402" y="158"/>
                    <a:pt x="402" y="158"/>
                    <a:pt x="402" y="157"/>
                  </a:cubicBezTo>
                  <a:cubicBezTo>
                    <a:pt x="402" y="156"/>
                    <a:pt x="402" y="156"/>
                    <a:pt x="402" y="155"/>
                  </a:cubicBezTo>
                  <a:cubicBezTo>
                    <a:pt x="402" y="154"/>
                    <a:pt x="402" y="154"/>
                    <a:pt x="402" y="153"/>
                  </a:cubicBezTo>
                  <a:cubicBezTo>
                    <a:pt x="402" y="152"/>
                    <a:pt x="402" y="151"/>
                    <a:pt x="403" y="149"/>
                  </a:cubicBezTo>
                  <a:cubicBezTo>
                    <a:pt x="403" y="149"/>
                    <a:pt x="403" y="149"/>
                    <a:pt x="403" y="149"/>
                  </a:cubicBezTo>
                  <a:cubicBezTo>
                    <a:pt x="403" y="143"/>
                    <a:pt x="405" y="138"/>
                    <a:pt x="406" y="132"/>
                  </a:cubicBezTo>
                  <a:cubicBezTo>
                    <a:pt x="407" y="131"/>
                    <a:pt x="407" y="130"/>
                    <a:pt x="408" y="129"/>
                  </a:cubicBezTo>
                  <a:cubicBezTo>
                    <a:pt x="408" y="129"/>
                    <a:pt x="408" y="129"/>
                    <a:pt x="408" y="129"/>
                  </a:cubicBezTo>
                  <a:cubicBezTo>
                    <a:pt x="408" y="128"/>
                    <a:pt x="409" y="127"/>
                    <a:pt x="409" y="126"/>
                  </a:cubicBezTo>
                  <a:cubicBezTo>
                    <a:pt x="409" y="126"/>
                    <a:pt x="409" y="126"/>
                    <a:pt x="409" y="126"/>
                  </a:cubicBezTo>
                  <a:cubicBezTo>
                    <a:pt x="410" y="123"/>
                    <a:pt x="412" y="120"/>
                    <a:pt x="413" y="117"/>
                  </a:cubicBezTo>
                  <a:cubicBezTo>
                    <a:pt x="413" y="117"/>
                    <a:pt x="414" y="116"/>
                    <a:pt x="414" y="116"/>
                  </a:cubicBezTo>
                  <a:cubicBezTo>
                    <a:pt x="414" y="115"/>
                    <a:pt x="415" y="114"/>
                    <a:pt x="415" y="114"/>
                  </a:cubicBezTo>
                  <a:cubicBezTo>
                    <a:pt x="415" y="113"/>
                    <a:pt x="415" y="113"/>
                    <a:pt x="416" y="113"/>
                  </a:cubicBezTo>
                  <a:cubicBezTo>
                    <a:pt x="418" y="109"/>
                    <a:pt x="420" y="106"/>
                    <a:pt x="423" y="102"/>
                  </a:cubicBezTo>
                  <a:cubicBezTo>
                    <a:pt x="423" y="102"/>
                    <a:pt x="423" y="102"/>
                    <a:pt x="424" y="102"/>
                  </a:cubicBezTo>
                  <a:cubicBezTo>
                    <a:pt x="424" y="101"/>
                    <a:pt x="425" y="100"/>
                    <a:pt x="426" y="99"/>
                  </a:cubicBezTo>
                  <a:cubicBezTo>
                    <a:pt x="426" y="99"/>
                    <a:pt x="426" y="99"/>
                    <a:pt x="426" y="99"/>
                  </a:cubicBezTo>
                  <a:cubicBezTo>
                    <a:pt x="428" y="97"/>
                    <a:pt x="431" y="94"/>
                    <a:pt x="433" y="92"/>
                  </a:cubicBezTo>
                  <a:cubicBezTo>
                    <a:pt x="433" y="92"/>
                    <a:pt x="433" y="92"/>
                    <a:pt x="433" y="92"/>
                  </a:cubicBezTo>
                  <a:cubicBezTo>
                    <a:pt x="434" y="91"/>
                    <a:pt x="435" y="90"/>
                    <a:pt x="436" y="90"/>
                  </a:cubicBezTo>
                  <a:cubicBezTo>
                    <a:pt x="436" y="90"/>
                    <a:pt x="436" y="89"/>
                    <a:pt x="436" y="89"/>
                  </a:cubicBezTo>
                  <a:cubicBezTo>
                    <a:pt x="437" y="89"/>
                    <a:pt x="438" y="88"/>
                    <a:pt x="439" y="87"/>
                  </a:cubicBezTo>
                  <a:cubicBezTo>
                    <a:pt x="443" y="84"/>
                    <a:pt x="448" y="81"/>
                    <a:pt x="453" y="78"/>
                  </a:cubicBezTo>
                  <a:cubicBezTo>
                    <a:pt x="454" y="78"/>
                    <a:pt x="456" y="77"/>
                    <a:pt x="457" y="77"/>
                  </a:cubicBezTo>
                  <a:cubicBezTo>
                    <a:pt x="457" y="76"/>
                    <a:pt x="458" y="76"/>
                    <a:pt x="458" y="76"/>
                  </a:cubicBezTo>
                  <a:cubicBezTo>
                    <a:pt x="459" y="76"/>
                    <a:pt x="460" y="75"/>
                    <a:pt x="461" y="75"/>
                  </a:cubicBezTo>
                  <a:cubicBezTo>
                    <a:pt x="461" y="75"/>
                    <a:pt x="462" y="74"/>
                    <a:pt x="462" y="74"/>
                  </a:cubicBezTo>
                  <a:cubicBezTo>
                    <a:pt x="463" y="74"/>
                    <a:pt x="465" y="73"/>
                    <a:pt x="466" y="73"/>
                  </a:cubicBezTo>
                  <a:cubicBezTo>
                    <a:pt x="466" y="73"/>
                    <a:pt x="466" y="73"/>
                    <a:pt x="466" y="73"/>
                  </a:cubicBezTo>
                  <a:cubicBezTo>
                    <a:pt x="467" y="72"/>
                    <a:pt x="469" y="72"/>
                    <a:pt x="470" y="72"/>
                  </a:cubicBezTo>
                  <a:cubicBezTo>
                    <a:pt x="471" y="72"/>
                    <a:pt x="471" y="71"/>
                    <a:pt x="471" y="71"/>
                  </a:cubicBezTo>
                  <a:cubicBezTo>
                    <a:pt x="472" y="71"/>
                    <a:pt x="473" y="71"/>
                    <a:pt x="474" y="71"/>
                  </a:cubicBezTo>
                  <a:cubicBezTo>
                    <a:pt x="475" y="71"/>
                    <a:pt x="475" y="70"/>
                    <a:pt x="476" y="70"/>
                  </a:cubicBezTo>
                  <a:cubicBezTo>
                    <a:pt x="477" y="70"/>
                    <a:pt x="479" y="70"/>
                    <a:pt x="480" y="70"/>
                  </a:cubicBezTo>
                  <a:cubicBezTo>
                    <a:pt x="481" y="69"/>
                    <a:pt x="483" y="69"/>
                    <a:pt x="484" y="69"/>
                  </a:cubicBezTo>
                  <a:cubicBezTo>
                    <a:pt x="485" y="69"/>
                    <a:pt x="485" y="69"/>
                    <a:pt x="486" y="69"/>
                  </a:cubicBezTo>
                  <a:cubicBezTo>
                    <a:pt x="487" y="69"/>
                    <a:pt x="488" y="69"/>
                    <a:pt x="489" y="69"/>
                  </a:cubicBezTo>
                  <a:cubicBezTo>
                    <a:pt x="489" y="68"/>
                    <a:pt x="490" y="68"/>
                    <a:pt x="490" y="68"/>
                  </a:cubicBezTo>
                  <a:cubicBezTo>
                    <a:pt x="491" y="68"/>
                    <a:pt x="493" y="68"/>
                    <a:pt x="494" y="68"/>
                  </a:cubicBezTo>
                  <a:cubicBezTo>
                    <a:pt x="494" y="68"/>
                    <a:pt x="494" y="68"/>
                    <a:pt x="495" y="68"/>
                  </a:cubicBezTo>
                  <a:cubicBezTo>
                    <a:pt x="496" y="68"/>
                    <a:pt x="497" y="68"/>
                    <a:pt x="498" y="68"/>
                  </a:cubicBezTo>
                  <a:cubicBezTo>
                    <a:pt x="499" y="68"/>
                    <a:pt x="499" y="68"/>
                    <a:pt x="500" y="68"/>
                  </a:cubicBezTo>
                  <a:cubicBezTo>
                    <a:pt x="501" y="68"/>
                    <a:pt x="502" y="68"/>
                    <a:pt x="503" y="69"/>
                  </a:cubicBezTo>
                  <a:cubicBezTo>
                    <a:pt x="503" y="69"/>
                    <a:pt x="504" y="69"/>
                    <a:pt x="504" y="69"/>
                  </a:cubicBezTo>
                  <a:cubicBezTo>
                    <a:pt x="505" y="69"/>
                    <a:pt x="507" y="69"/>
                    <a:pt x="508" y="69"/>
                  </a:cubicBezTo>
                  <a:cubicBezTo>
                    <a:pt x="514" y="70"/>
                    <a:pt x="519" y="71"/>
                    <a:pt x="525" y="73"/>
                  </a:cubicBezTo>
                  <a:cubicBezTo>
                    <a:pt x="526" y="73"/>
                    <a:pt x="527" y="74"/>
                    <a:pt x="528" y="74"/>
                  </a:cubicBezTo>
                  <a:cubicBezTo>
                    <a:pt x="528" y="74"/>
                    <a:pt x="528" y="74"/>
                    <a:pt x="528" y="74"/>
                  </a:cubicBezTo>
                  <a:cubicBezTo>
                    <a:pt x="529" y="75"/>
                    <a:pt x="530" y="75"/>
                    <a:pt x="531" y="75"/>
                  </a:cubicBezTo>
                  <a:cubicBezTo>
                    <a:pt x="531" y="75"/>
                    <a:pt x="532" y="76"/>
                    <a:pt x="532" y="76"/>
                  </a:cubicBezTo>
                  <a:cubicBezTo>
                    <a:pt x="535" y="77"/>
                    <a:pt x="538" y="78"/>
                    <a:pt x="541" y="80"/>
                  </a:cubicBezTo>
                  <a:cubicBezTo>
                    <a:pt x="541" y="80"/>
                    <a:pt x="541" y="80"/>
                    <a:pt x="541" y="80"/>
                  </a:cubicBezTo>
                  <a:cubicBezTo>
                    <a:pt x="542" y="81"/>
                    <a:pt x="543" y="81"/>
                    <a:pt x="544" y="82"/>
                  </a:cubicBezTo>
                  <a:cubicBezTo>
                    <a:pt x="544" y="82"/>
                    <a:pt x="544" y="82"/>
                    <a:pt x="544" y="82"/>
                  </a:cubicBezTo>
                  <a:cubicBezTo>
                    <a:pt x="548" y="84"/>
                    <a:pt x="552" y="87"/>
                    <a:pt x="555" y="90"/>
                  </a:cubicBezTo>
                  <a:cubicBezTo>
                    <a:pt x="555" y="90"/>
                    <a:pt x="555" y="90"/>
                    <a:pt x="556" y="90"/>
                  </a:cubicBezTo>
                  <a:cubicBezTo>
                    <a:pt x="556" y="91"/>
                    <a:pt x="557" y="92"/>
                    <a:pt x="558" y="92"/>
                  </a:cubicBezTo>
                  <a:cubicBezTo>
                    <a:pt x="558" y="92"/>
                    <a:pt x="558" y="92"/>
                    <a:pt x="558" y="93"/>
                  </a:cubicBezTo>
                  <a:cubicBezTo>
                    <a:pt x="561" y="95"/>
                    <a:pt x="563" y="97"/>
                    <a:pt x="565" y="100"/>
                  </a:cubicBezTo>
                  <a:cubicBezTo>
                    <a:pt x="565" y="100"/>
                    <a:pt x="565" y="100"/>
                    <a:pt x="565" y="100"/>
                  </a:cubicBezTo>
                  <a:cubicBezTo>
                    <a:pt x="566" y="101"/>
                    <a:pt x="567" y="101"/>
                    <a:pt x="567" y="102"/>
                  </a:cubicBezTo>
                  <a:cubicBezTo>
                    <a:pt x="568" y="102"/>
                    <a:pt x="568" y="103"/>
                    <a:pt x="568" y="103"/>
                  </a:cubicBezTo>
                  <a:cubicBezTo>
                    <a:pt x="569" y="104"/>
                    <a:pt x="569" y="104"/>
                    <a:pt x="570" y="105"/>
                  </a:cubicBezTo>
                  <a:cubicBezTo>
                    <a:pt x="573" y="110"/>
                    <a:pt x="576" y="115"/>
                    <a:pt x="579" y="120"/>
                  </a:cubicBezTo>
                  <a:cubicBezTo>
                    <a:pt x="580" y="121"/>
                    <a:pt x="580" y="122"/>
                    <a:pt x="581" y="123"/>
                  </a:cubicBezTo>
                  <a:cubicBezTo>
                    <a:pt x="581" y="124"/>
                    <a:pt x="581" y="124"/>
                    <a:pt x="581" y="125"/>
                  </a:cubicBezTo>
                  <a:cubicBezTo>
                    <a:pt x="582" y="126"/>
                    <a:pt x="582" y="127"/>
                    <a:pt x="582" y="127"/>
                  </a:cubicBezTo>
                  <a:cubicBezTo>
                    <a:pt x="583" y="128"/>
                    <a:pt x="583" y="128"/>
                    <a:pt x="583" y="129"/>
                  </a:cubicBezTo>
                  <a:cubicBezTo>
                    <a:pt x="583" y="130"/>
                    <a:pt x="584" y="131"/>
                    <a:pt x="584" y="132"/>
                  </a:cubicBezTo>
                  <a:cubicBezTo>
                    <a:pt x="584" y="132"/>
                    <a:pt x="584" y="133"/>
                    <a:pt x="584" y="133"/>
                  </a:cubicBezTo>
                  <a:cubicBezTo>
                    <a:pt x="585" y="134"/>
                    <a:pt x="585" y="135"/>
                    <a:pt x="585" y="137"/>
                  </a:cubicBezTo>
                  <a:lnTo>
                    <a:pt x="586" y="138"/>
                  </a:lnTo>
                  <a:cubicBezTo>
                    <a:pt x="586" y="139"/>
                    <a:pt x="586" y="140"/>
                    <a:pt x="587" y="141"/>
                  </a:cubicBezTo>
                  <a:cubicBezTo>
                    <a:pt x="587" y="141"/>
                    <a:pt x="587" y="142"/>
                    <a:pt x="587" y="142"/>
                  </a:cubicBezTo>
                  <a:cubicBezTo>
                    <a:pt x="587" y="144"/>
                    <a:pt x="587" y="145"/>
                    <a:pt x="588" y="147"/>
                  </a:cubicBezTo>
                  <a:cubicBezTo>
                    <a:pt x="588" y="148"/>
                    <a:pt x="588" y="149"/>
                    <a:pt x="588" y="151"/>
                  </a:cubicBezTo>
                  <a:close/>
                  <a:moveTo>
                    <a:pt x="657" y="163"/>
                  </a:moveTo>
                  <a:lnTo>
                    <a:pt x="648" y="108"/>
                  </a:lnTo>
                  <a:lnTo>
                    <a:pt x="616" y="114"/>
                  </a:lnTo>
                  <a:cubicBezTo>
                    <a:pt x="611" y="99"/>
                    <a:pt x="602" y="86"/>
                    <a:pt x="592" y="74"/>
                  </a:cubicBezTo>
                  <a:lnTo>
                    <a:pt x="611" y="48"/>
                  </a:lnTo>
                  <a:lnTo>
                    <a:pt x="565" y="16"/>
                  </a:lnTo>
                  <a:lnTo>
                    <a:pt x="547" y="42"/>
                  </a:lnTo>
                  <a:cubicBezTo>
                    <a:pt x="533" y="36"/>
                    <a:pt x="518" y="32"/>
                    <a:pt x="502" y="32"/>
                  </a:cubicBezTo>
                  <a:lnTo>
                    <a:pt x="497" y="0"/>
                  </a:lnTo>
                  <a:lnTo>
                    <a:pt x="442" y="9"/>
                  </a:lnTo>
                  <a:lnTo>
                    <a:pt x="447" y="41"/>
                  </a:lnTo>
                  <a:cubicBezTo>
                    <a:pt x="432" y="47"/>
                    <a:pt x="419" y="55"/>
                    <a:pt x="408" y="65"/>
                  </a:cubicBezTo>
                  <a:lnTo>
                    <a:pt x="382" y="47"/>
                  </a:lnTo>
                  <a:lnTo>
                    <a:pt x="350" y="92"/>
                  </a:lnTo>
                  <a:lnTo>
                    <a:pt x="376" y="110"/>
                  </a:lnTo>
                  <a:cubicBezTo>
                    <a:pt x="370" y="124"/>
                    <a:pt x="366" y="140"/>
                    <a:pt x="365" y="155"/>
                  </a:cubicBezTo>
                  <a:lnTo>
                    <a:pt x="334" y="161"/>
                  </a:lnTo>
                  <a:lnTo>
                    <a:pt x="343" y="215"/>
                  </a:lnTo>
                  <a:lnTo>
                    <a:pt x="374" y="210"/>
                  </a:lnTo>
                  <a:cubicBezTo>
                    <a:pt x="380" y="225"/>
                    <a:pt x="388" y="238"/>
                    <a:pt x="399" y="249"/>
                  </a:cubicBezTo>
                  <a:lnTo>
                    <a:pt x="380" y="275"/>
                  </a:lnTo>
                  <a:lnTo>
                    <a:pt x="425" y="308"/>
                  </a:lnTo>
                  <a:lnTo>
                    <a:pt x="444" y="282"/>
                  </a:lnTo>
                  <a:cubicBezTo>
                    <a:pt x="458" y="288"/>
                    <a:pt x="473" y="291"/>
                    <a:pt x="489" y="292"/>
                  </a:cubicBezTo>
                  <a:lnTo>
                    <a:pt x="494" y="324"/>
                  </a:lnTo>
                  <a:lnTo>
                    <a:pt x="549" y="315"/>
                  </a:lnTo>
                  <a:lnTo>
                    <a:pt x="544" y="283"/>
                  </a:lnTo>
                  <a:cubicBezTo>
                    <a:pt x="558" y="277"/>
                    <a:pt x="571" y="269"/>
                    <a:pt x="583" y="258"/>
                  </a:cubicBezTo>
                  <a:lnTo>
                    <a:pt x="609" y="277"/>
                  </a:lnTo>
                  <a:lnTo>
                    <a:pt x="641" y="232"/>
                  </a:lnTo>
                  <a:lnTo>
                    <a:pt x="615" y="213"/>
                  </a:lnTo>
                  <a:cubicBezTo>
                    <a:pt x="621" y="199"/>
                    <a:pt x="625" y="184"/>
                    <a:pt x="625" y="168"/>
                  </a:cubicBezTo>
                  <a:lnTo>
                    <a:pt x="657" y="163"/>
                  </a:lnTo>
                  <a:close/>
                  <a:moveTo>
                    <a:pt x="453" y="544"/>
                  </a:moveTo>
                  <a:cubicBezTo>
                    <a:pt x="453" y="545"/>
                    <a:pt x="453" y="546"/>
                    <a:pt x="453" y="547"/>
                  </a:cubicBezTo>
                  <a:cubicBezTo>
                    <a:pt x="452" y="548"/>
                    <a:pt x="452" y="550"/>
                    <a:pt x="452" y="552"/>
                  </a:cubicBezTo>
                  <a:cubicBezTo>
                    <a:pt x="452" y="553"/>
                    <a:pt x="451" y="554"/>
                    <a:pt x="451" y="554"/>
                  </a:cubicBezTo>
                  <a:cubicBezTo>
                    <a:pt x="451" y="557"/>
                    <a:pt x="450" y="559"/>
                    <a:pt x="450" y="562"/>
                  </a:cubicBezTo>
                  <a:cubicBezTo>
                    <a:pt x="450" y="562"/>
                    <a:pt x="450" y="562"/>
                    <a:pt x="449" y="562"/>
                  </a:cubicBezTo>
                  <a:cubicBezTo>
                    <a:pt x="449" y="565"/>
                    <a:pt x="448" y="567"/>
                    <a:pt x="448" y="569"/>
                  </a:cubicBezTo>
                  <a:cubicBezTo>
                    <a:pt x="447" y="570"/>
                    <a:pt x="447" y="570"/>
                    <a:pt x="447" y="571"/>
                  </a:cubicBezTo>
                  <a:cubicBezTo>
                    <a:pt x="447" y="573"/>
                    <a:pt x="446" y="575"/>
                    <a:pt x="445" y="576"/>
                  </a:cubicBezTo>
                  <a:cubicBezTo>
                    <a:pt x="445" y="577"/>
                    <a:pt x="445" y="578"/>
                    <a:pt x="445" y="579"/>
                  </a:cubicBezTo>
                  <a:cubicBezTo>
                    <a:pt x="440" y="591"/>
                    <a:pt x="435" y="602"/>
                    <a:pt x="428" y="612"/>
                  </a:cubicBezTo>
                  <a:cubicBezTo>
                    <a:pt x="427" y="614"/>
                    <a:pt x="426" y="616"/>
                    <a:pt x="425" y="617"/>
                  </a:cubicBezTo>
                  <a:cubicBezTo>
                    <a:pt x="424" y="617"/>
                    <a:pt x="424" y="618"/>
                    <a:pt x="424" y="618"/>
                  </a:cubicBezTo>
                  <a:cubicBezTo>
                    <a:pt x="423" y="620"/>
                    <a:pt x="422" y="621"/>
                    <a:pt x="421" y="623"/>
                  </a:cubicBezTo>
                  <a:cubicBezTo>
                    <a:pt x="421" y="623"/>
                    <a:pt x="420" y="623"/>
                    <a:pt x="420" y="623"/>
                  </a:cubicBezTo>
                  <a:cubicBezTo>
                    <a:pt x="417" y="628"/>
                    <a:pt x="413" y="632"/>
                    <a:pt x="409" y="637"/>
                  </a:cubicBezTo>
                  <a:cubicBezTo>
                    <a:pt x="409" y="637"/>
                    <a:pt x="409" y="637"/>
                    <a:pt x="408" y="637"/>
                  </a:cubicBezTo>
                  <a:cubicBezTo>
                    <a:pt x="407" y="639"/>
                    <a:pt x="406" y="640"/>
                    <a:pt x="404" y="641"/>
                  </a:cubicBezTo>
                  <a:cubicBezTo>
                    <a:pt x="404" y="641"/>
                    <a:pt x="404" y="642"/>
                    <a:pt x="404" y="642"/>
                  </a:cubicBezTo>
                  <a:cubicBezTo>
                    <a:pt x="398" y="648"/>
                    <a:pt x="392" y="653"/>
                    <a:pt x="386" y="657"/>
                  </a:cubicBezTo>
                  <a:cubicBezTo>
                    <a:pt x="385" y="657"/>
                    <a:pt x="385" y="658"/>
                    <a:pt x="385" y="658"/>
                  </a:cubicBezTo>
                  <a:cubicBezTo>
                    <a:pt x="383" y="659"/>
                    <a:pt x="382" y="660"/>
                    <a:pt x="380" y="661"/>
                  </a:cubicBezTo>
                  <a:cubicBezTo>
                    <a:pt x="380" y="661"/>
                    <a:pt x="379" y="661"/>
                    <a:pt x="379" y="662"/>
                  </a:cubicBezTo>
                  <a:cubicBezTo>
                    <a:pt x="374" y="665"/>
                    <a:pt x="369" y="668"/>
                    <a:pt x="364" y="670"/>
                  </a:cubicBezTo>
                  <a:cubicBezTo>
                    <a:pt x="364" y="671"/>
                    <a:pt x="364" y="671"/>
                    <a:pt x="363" y="671"/>
                  </a:cubicBezTo>
                  <a:cubicBezTo>
                    <a:pt x="362" y="672"/>
                    <a:pt x="360" y="672"/>
                    <a:pt x="358" y="673"/>
                  </a:cubicBezTo>
                  <a:cubicBezTo>
                    <a:pt x="358" y="673"/>
                    <a:pt x="358" y="674"/>
                    <a:pt x="357" y="674"/>
                  </a:cubicBezTo>
                  <a:cubicBezTo>
                    <a:pt x="356" y="675"/>
                    <a:pt x="354" y="675"/>
                    <a:pt x="352" y="676"/>
                  </a:cubicBezTo>
                  <a:cubicBezTo>
                    <a:pt x="343" y="680"/>
                    <a:pt x="333" y="683"/>
                    <a:pt x="323" y="685"/>
                  </a:cubicBezTo>
                  <a:cubicBezTo>
                    <a:pt x="321" y="686"/>
                    <a:pt x="318" y="686"/>
                    <a:pt x="316" y="687"/>
                  </a:cubicBezTo>
                  <a:cubicBezTo>
                    <a:pt x="315" y="687"/>
                    <a:pt x="314" y="687"/>
                    <a:pt x="313" y="687"/>
                  </a:cubicBezTo>
                  <a:cubicBezTo>
                    <a:pt x="312" y="687"/>
                    <a:pt x="310" y="688"/>
                    <a:pt x="308" y="688"/>
                  </a:cubicBezTo>
                  <a:cubicBezTo>
                    <a:pt x="307" y="688"/>
                    <a:pt x="307" y="688"/>
                    <a:pt x="306" y="688"/>
                  </a:cubicBezTo>
                  <a:cubicBezTo>
                    <a:pt x="304" y="688"/>
                    <a:pt x="301" y="689"/>
                    <a:pt x="299" y="689"/>
                  </a:cubicBezTo>
                  <a:cubicBezTo>
                    <a:pt x="299" y="689"/>
                    <a:pt x="299" y="689"/>
                    <a:pt x="298" y="689"/>
                  </a:cubicBezTo>
                  <a:cubicBezTo>
                    <a:pt x="296" y="689"/>
                    <a:pt x="293" y="689"/>
                    <a:pt x="291" y="689"/>
                  </a:cubicBezTo>
                  <a:cubicBezTo>
                    <a:pt x="290" y="689"/>
                    <a:pt x="289" y="689"/>
                    <a:pt x="289" y="689"/>
                  </a:cubicBezTo>
                  <a:cubicBezTo>
                    <a:pt x="287" y="689"/>
                    <a:pt x="285" y="689"/>
                    <a:pt x="283" y="689"/>
                  </a:cubicBezTo>
                  <a:cubicBezTo>
                    <a:pt x="282" y="689"/>
                    <a:pt x="281" y="689"/>
                    <a:pt x="281" y="689"/>
                  </a:cubicBezTo>
                  <a:cubicBezTo>
                    <a:pt x="278" y="689"/>
                    <a:pt x="276" y="689"/>
                    <a:pt x="273" y="689"/>
                  </a:cubicBezTo>
                  <a:cubicBezTo>
                    <a:pt x="270" y="688"/>
                    <a:pt x="268" y="688"/>
                    <a:pt x="265" y="688"/>
                  </a:cubicBezTo>
                  <a:cubicBezTo>
                    <a:pt x="265" y="688"/>
                    <a:pt x="264" y="687"/>
                    <a:pt x="263" y="687"/>
                  </a:cubicBezTo>
                  <a:cubicBezTo>
                    <a:pt x="261" y="687"/>
                    <a:pt x="259" y="687"/>
                    <a:pt x="257" y="686"/>
                  </a:cubicBezTo>
                  <a:cubicBezTo>
                    <a:pt x="257" y="686"/>
                    <a:pt x="256" y="686"/>
                    <a:pt x="255" y="686"/>
                  </a:cubicBezTo>
                  <a:cubicBezTo>
                    <a:pt x="253" y="686"/>
                    <a:pt x="250" y="685"/>
                    <a:pt x="248" y="684"/>
                  </a:cubicBezTo>
                  <a:cubicBezTo>
                    <a:pt x="248" y="684"/>
                    <a:pt x="247" y="684"/>
                    <a:pt x="247" y="684"/>
                  </a:cubicBezTo>
                  <a:cubicBezTo>
                    <a:pt x="245" y="684"/>
                    <a:pt x="243" y="683"/>
                    <a:pt x="241" y="683"/>
                  </a:cubicBezTo>
                  <a:cubicBezTo>
                    <a:pt x="240" y="682"/>
                    <a:pt x="239" y="682"/>
                    <a:pt x="238" y="682"/>
                  </a:cubicBezTo>
                  <a:cubicBezTo>
                    <a:pt x="237" y="681"/>
                    <a:pt x="235" y="681"/>
                    <a:pt x="233" y="680"/>
                  </a:cubicBezTo>
                  <a:cubicBezTo>
                    <a:pt x="233" y="680"/>
                    <a:pt x="232" y="680"/>
                    <a:pt x="231" y="679"/>
                  </a:cubicBezTo>
                  <a:cubicBezTo>
                    <a:pt x="229" y="679"/>
                    <a:pt x="226" y="678"/>
                    <a:pt x="224" y="677"/>
                  </a:cubicBezTo>
                  <a:cubicBezTo>
                    <a:pt x="215" y="673"/>
                    <a:pt x="206" y="668"/>
                    <a:pt x="197" y="663"/>
                  </a:cubicBezTo>
                  <a:cubicBezTo>
                    <a:pt x="196" y="662"/>
                    <a:pt x="194" y="661"/>
                    <a:pt x="192" y="660"/>
                  </a:cubicBezTo>
                  <a:cubicBezTo>
                    <a:pt x="192" y="659"/>
                    <a:pt x="192" y="659"/>
                    <a:pt x="191" y="659"/>
                  </a:cubicBezTo>
                  <a:cubicBezTo>
                    <a:pt x="190" y="658"/>
                    <a:pt x="188" y="657"/>
                    <a:pt x="187" y="656"/>
                  </a:cubicBezTo>
                  <a:cubicBezTo>
                    <a:pt x="187" y="655"/>
                    <a:pt x="187" y="655"/>
                    <a:pt x="186" y="655"/>
                  </a:cubicBezTo>
                  <a:cubicBezTo>
                    <a:pt x="182" y="652"/>
                    <a:pt x="177" y="648"/>
                    <a:pt x="173" y="644"/>
                  </a:cubicBezTo>
                  <a:cubicBezTo>
                    <a:pt x="173" y="644"/>
                    <a:pt x="172" y="643"/>
                    <a:pt x="172" y="643"/>
                  </a:cubicBezTo>
                  <a:cubicBezTo>
                    <a:pt x="171" y="642"/>
                    <a:pt x="170" y="641"/>
                    <a:pt x="168" y="639"/>
                  </a:cubicBezTo>
                  <a:cubicBezTo>
                    <a:pt x="168" y="639"/>
                    <a:pt x="168" y="639"/>
                    <a:pt x="167" y="638"/>
                  </a:cubicBezTo>
                  <a:cubicBezTo>
                    <a:pt x="162" y="633"/>
                    <a:pt x="157" y="627"/>
                    <a:pt x="152" y="620"/>
                  </a:cubicBezTo>
                  <a:cubicBezTo>
                    <a:pt x="152" y="620"/>
                    <a:pt x="152" y="620"/>
                    <a:pt x="151" y="619"/>
                  </a:cubicBezTo>
                  <a:cubicBezTo>
                    <a:pt x="150" y="618"/>
                    <a:pt x="149" y="616"/>
                    <a:pt x="148" y="615"/>
                  </a:cubicBezTo>
                  <a:cubicBezTo>
                    <a:pt x="148" y="615"/>
                    <a:pt x="148" y="614"/>
                    <a:pt x="148" y="614"/>
                  </a:cubicBezTo>
                  <a:cubicBezTo>
                    <a:pt x="145" y="609"/>
                    <a:pt x="142" y="604"/>
                    <a:pt x="139" y="599"/>
                  </a:cubicBezTo>
                  <a:cubicBezTo>
                    <a:pt x="139" y="599"/>
                    <a:pt x="139" y="598"/>
                    <a:pt x="139" y="598"/>
                  </a:cubicBezTo>
                  <a:cubicBezTo>
                    <a:pt x="138" y="597"/>
                    <a:pt x="137" y="595"/>
                    <a:pt x="136" y="593"/>
                  </a:cubicBezTo>
                  <a:cubicBezTo>
                    <a:pt x="136" y="593"/>
                    <a:pt x="136" y="592"/>
                    <a:pt x="136" y="592"/>
                  </a:cubicBezTo>
                  <a:cubicBezTo>
                    <a:pt x="135" y="590"/>
                    <a:pt x="134" y="589"/>
                    <a:pt x="133" y="587"/>
                  </a:cubicBezTo>
                  <a:cubicBezTo>
                    <a:pt x="129" y="575"/>
                    <a:pt x="125" y="563"/>
                    <a:pt x="123" y="551"/>
                  </a:cubicBezTo>
                  <a:cubicBezTo>
                    <a:pt x="123" y="550"/>
                    <a:pt x="122" y="549"/>
                    <a:pt x="122" y="548"/>
                  </a:cubicBezTo>
                  <a:cubicBezTo>
                    <a:pt x="122" y="547"/>
                    <a:pt x="122" y="545"/>
                    <a:pt x="122" y="543"/>
                  </a:cubicBezTo>
                  <a:cubicBezTo>
                    <a:pt x="122" y="542"/>
                    <a:pt x="121" y="541"/>
                    <a:pt x="121" y="541"/>
                  </a:cubicBezTo>
                  <a:cubicBezTo>
                    <a:pt x="121" y="538"/>
                    <a:pt x="121" y="536"/>
                    <a:pt x="121" y="534"/>
                  </a:cubicBezTo>
                  <a:cubicBezTo>
                    <a:pt x="121" y="534"/>
                    <a:pt x="121" y="533"/>
                    <a:pt x="121" y="533"/>
                  </a:cubicBezTo>
                  <a:cubicBezTo>
                    <a:pt x="120" y="531"/>
                    <a:pt x="120" y="528"/>
                    <a:pt x="120" y="526"/>
                  </a:cubicBezTo>
                  <a:cubicBezTo>
                    <a:pt x="120" y="525"/>
                    <a:pt x="120" y="524"/>
                    <a:pt x="120" y="523"/>
                  </a:cubicBezTo>
                  <a:cubicBezTo>
                    <a:pt x="120" y="522"/>
                    <a:pt x="120" y="520"/>
                    <a:pt x="120" y="518"/>
                  </a:cubicBezTo>
                  <a:cubicBezTo>
                    <a:pt x="120" y="517"/>
                    <a:pt x="120" y="516"/>
                    <a:pt x="120" y="515"/>
                  </a:cubicBezTo>
                  <a:cubicBezTo>
                    <a:pt x="121" y="513"/>
                    <a:pt x="121" y="510"/>
                    <a:pt x="121" y="508"/>
                  </a:cubicBezTo>
                  <a:cubicBezTo>
                    <a:pt x="121" y="505"/>
                    <a:pt x="121" y="503"/>
                    <a:pt x="122" y="500"/>
                  </a:cubicBezTo>
                  <a:cubicBezTo>
                    <a:pt x="122" y="499"/>
                    <a:pt x="122" y="499"/>
                    <a:pt x="122" y="498"/>
                  </a:cubicBezTo>
                  <a:cubicBezTo>
                    <a:pt x="122" y="496"/>
                    <a:pt x="123" y="494"/>
                    <a:pt x="123" y="492"/>
                  </a:cubicBezTo>
                  <a:cubicBezTo>
                    <a:pt x="123" y="492"/>
                    <a:pt x="123" y="491"/>
                    <a:pt x="123" y="490"/>
                  </a:cubicBezTo>
                  <a:cubicBezTo>
                    <a:pt x="124" y="488"/>
                    <a:pt x="124" y="485"/>
                    <a:pt x="125" y="483"/>
                  </a:cubicBezTo>
                  <a:cubicBezTo>
                    <a:pt x="125" y="482"/>
                    <a:pt x="125" y="482"/>
                    <a:pt x="125" y="482"/>
                  </a:cubicBezTo>
                  <a:cubicBezTo>
                    <a:pt x="126" y="480"/>
                    <a:pt x="126" y="478"/>
                    <a:pt x="127" y="475"/>
                  </a:cubicBezTo>
                  <a:cubicBezTo>
                    <a:pt x="127" y="475"/>
                    <a:pt x="127" y="474"/>
                    <a:pt x="128" y="473"/>
                  </a:cubicBezTo>
                  <a:cubicBezTo>
                    <a:pt x="128" y="471"/>
                    <a:pt x="129" y="470"/>
                    <a:pt x="129" y="468"/>
                  </a:cubicBezTo>
                  <a:cubicBezTo>
                    <a:pt x="130" y="467"/>
                    <a:pt x="130" y="467"/>
                    <a:pt x="130" y="466"/>
                  </a:cubicBezTo>
                  <a:cubicBezTo>
                    <a:pt x="131" y="464"/>
                    <a:pt x="132" y="461"/>
                    <a:pt x="133" y="459"/>
                  </a:cubicBezTo>
                  <a:cubicBezTo>
                    <a:pt x="133" y="459"/>
                    <a:pt x="133" y="459"/>
                    <a:pt x="133" y="459"/>
                  </a:cubicBezTo>
                  <a:cubicBezTo>
                    <a:pt x="136" y="450"/>
                    <a:pt x="141" y="440"/>
                    <a:pt x="147" y="432"/>
                  </a:cubicBezTo>
                  <a:cubicBezTo>
                    <a:pt x="148" y="430"/>
                    <a:pt x="149" y="429"/>
                    <a:pt x="150" y="427"/>
                  </a:cubicBezTo>
                  <a:cubicBezTo>
                    <a:pt x="150" y="427"/>
                    <a:pt x="150" y="426"/>
                    <a:pt x="151" y="426"/>
                  </a:cubicBezTo>
                  <a:cubicBezTo>
                    <a:pt x="152" y="425"/>
                    <a:pt x="153" y="423"/>
                    <a:pt x="154" y="422"/>
                  </a:cubicBezTo>
                  <a:cubicBezTo>
                    <a:pt x="154" y="422"/>
                    <a:pt x="154" y="421"/>
                    <a:pt x="154" y="421"/>
                  </a:cubicBezTo>
                  <a:cubicBezTo>
                    <a:pt x="158" y="416"/>
                    <a:pt x="162" y="412"/>
                    <a:pt x="166" y="408"/>
                  </a:cubicBezTo>
                  <a:cubicBezTo>
                    <a:pt x="166" y="407"/>
                    <a:pt x="166" y="407"/>
                    <a:pt x="166" y="407"/>
                  </a:cubicBezTo>
                  <a:cubicBezTo>
                    <a:pt x="168" y="406"/>
                    <a:pt x="169" y="404"/>
                    <a:pt x="170" y="403"/>
                  </a:cubicBezTo>
                  <a:cubicBezTo>
                    <a:pt x="170" y="403"/>
                    <a:pt x="171" y="403"/>
                    <a:pt x="171" y="402"/>
                  </a:cubicBezTo>
                  <a:cubicBezTo>
                    <a:pt x="177" y="397"/>
                    <a:pt x="183" y="392"/>
                    <a:pt x="189" y="387"/>
                  </a:cubicBezTo>
                  <a:cubicBezTo>
                    <a:pt x="189" y="387"/>
                    <a:pt x="190" y="387"/>
                    <a:pt x="190" y="386"/>
                  </a:cubicBezTo>
                  <a:cubicBezTo>
                    <a:pt x="192" y="385"/>
                    <a:pt x="193" y="384"/>
                    <a:pt x="195" y="383"/>
                  </a:cubicBezTo>
                  <a:cubicBezTo>
                    <a:pt x="195" y="383"/>
                    <a:pt x="195" y="383"/>
                    <a:pt x="195" y="383"/>
                  </a:cubicBezTo>
                  <a:cubicBezTo>
                    <a:pt x="200" y="379"/>
                    <a:pt x="205" y="377"/>
                    <a:pt x="211" y="374"/>
                  </a:cubicBezTo>
                  <a:cubicBezTo>
                    <a:pt x="211" y="374"/>
                    <a:pt x="211" y="374"/>
                    <a:pt x="211" y="373"/>
                  </a:cubicBezTo>
                  <a:cubicBezTo>
                    <a:pt x="213" y="373"/>
                    <a:pt x="215" y="372"/>
                    <a:pt x="216" y="371"/>
                  </a:cubicBezTo>
                  <a:cubicBezTo>
                    <a:pt x="217" y="371"/>
                    <a:pt x="217" y="371"/>
                    <a:pt x="217" y="371"/>
                  </a:cubicBezTo>
                  <a:cubicBezTo>
                    <a:pt x="219" y="370"/>
                    <a:pt x="221" y="369"/>
                    <a:pt x="223" y="368"/>
                  </a:cubicBezTo>
                  <a:cubicBezTo>
                    <a:pt x="232" y="364"/>
                    <a:pt x="242" y="361"/>
                    <a:pt x="252" y="359"/>
                  </a:cubicBezTo>
                  <a:cubicBezTo>
                    <a:pt x="254" y="358"/>
                    <a:pt x="256" y="358"/>
                    <a:pt x="259" y="358"/>
                  </a:cubicBezTo>
                  <a:cubicBezTo>
                    <a:pt x="260" y="357"/>
                    <a:pt x="260" y="357"/>
                    <a:pt x="261" y="357"/>
                  </a:cubicBezTo>
                  <a:cubicBezTo>
                    <a:pt x="263" y="357"/>
                    <a:pt x="265" y="357"/>
                    <a:pt x="266" y="356"/>
                  </a:cubicBezTo>
                  <a:cubicBezTo>
                    <a:pt x="267" y="356"/>
                    <a:pt x="268" y="356"/>
                    <a:pt x="269" y="356"/>
                  </a:cubicBezTo>
                  <a:cubicBezTo>
                    <a:pt x="271" y="356"/>
                    <a:pt x="273" y="356"/>
                    <a:pt x="276" y="356"/>
                  </a:cubicBezTo>
                  <a:cubicBezTo>
                    <a:pt x="276" y="355"/>
                    <a:pt x="276" y="355"/>
                    <a:pt x="276" y="355"/>
                  </a:cubicBezTo>
                  <a:cubicBezTo>
                    <a:pt x="279" y="355"/>
                    <a:pt x="281" y="355"/>
                    <a:pt x="284" y="355"/>
                  </a:cubicBezTo>
                  <a:cubicBezTo>
                    <a:pt x="285" y="355"/>
                    <a:pt x="285" y="355"/>
                    <a:pt x="286" y="355"/>
                  </a:cubicBezTo>
                  <a:cubicBezTo>
                    <a:pt x="288" y="355"/>
                    <a:pt x="290" y="355"/>
                    <a:pt x="292" y="355"/>
                  </a:cubicBezTo>
                  <a:cubicBezTo>
                    <a:pt x="292" y="355"/>
                    <a:pt x="293" y="355"/>
                    <a:pt x="294" y="355"/>
                  </a:cubicBezTo>
                  <a:cubicBezTo>
                    <a:pt x="297" y="355"/>
                    <a:pt x="299" y="356"/>
                    <a:pt x="302" y="356"/>
                  </a:cubicBezTo>
                  <a:cubicBezTo>
                    <a:pt x="304" y="356"/>
                    <a:pt x="307" y="356"/>
                    <a:pt x="309" y="357"/>
                  </a:cubicBezTo>
                  <a:cubicBezTo>
                    <a:pt x="310" y="357"/>
                    <a:pt x="311" y="357"/>
                    <a:pt x="312" y="357"/>
                  </a:cubicBezTo>
                  <a:cubicBezTo>
                    <a:pt x="314" y="357"/>
                    <a:pt x="315" y="357"/>
                    <a:pt x="317" y="358"/>
                  </a:cubicBezTo>
                  <a:cubicBezTo>
                    <a:pt x="318" y="358"/>
                    <a:pt x="319" y="358"/>
                    <a:pt x="319" y="358"/>
                  </a:cubicBezTo>
                  <a:cubicBezTo>
                    <a:pt x="322" y="359"/>
                    <a:pt x="324" y="359"/>
                    <a:pt x="327" y="360"/>
                  </a:cubicBezTo>
                  <a:cubicBezTo>
                    <a:pt x="327" y="360"/>
                    <a:pt x="327" y="360"/>
                    <a:pt x="328" y="360"/>
                  </a:cubicBezTo>
                  <a:cubicBezTo>
                    <a:pt x="330" y="361"/>
                    <a:pt x="332" y="361"/>
                    <a:pt x="334" y="362"/>
                  </a:cubicBezTo>
                  <a:cubicBezTo>
                    <a:pt x="335" y="362"/>
                    <a:pt x="336" y="362"/>
                    <a:pt x="336" y="363"/>
                  </a:cubicBezTo>
                  <a:cubicBezTo>
                    <a:pt x="338" y="363"/>
                    <a:pt x="340" y="363"/>
                    <a:pt x="341" y="364"/>
                  </a:cubicBezTo>
                  <a:cubicBezTo>
                    <a:pt x="342" y="364"/>
                    <a:pt x="343" y="365"/>
                    <a:pt x="344" y="365"/>
                  </a:cubicBezTo>
                  <a:cubicBezTo>
                    <a:pt x="346" y="366"/>
                    <a:pt x="348" y="367"/>
                    <a:pt x="350" y="367"/>
                  </a:cubicBezTo>
                  <a:cubicBezTo>
                    <a:pt x="360" y="371"/>
                    <a:pt x="369" y="376"/>
                    <a:pt x="378" y="382"/>
                  </a:cubicBezTo>
                  <a:cubicBezTo>
                    <a:pt x="379" y="383"/>
                    <a:pt x="381" y="384"/>
                    <a:pt x="382" y="385"/>
                  </a:cubicBezTo>
                  <a:cubicBezTo>
                    <a:pt x="383" y="385"/>
                    <a:pt x="383" y="385"/>
                    <a:pt x="383" y="385"/>
                  </a:cubicBezTo>
                  <a:cubicBezTo>
                    <a:pt x="385" y="387"/>
                    <a:pt x="386" y="388"/>
                    <a:pt x="388" y="389"/>
                  </a:cubicBezTo>
                  <a:cubicBezTo>
                    <a:pt x="388" y="389"/>
                    <a:pt x="388" y="389"/>
                    <a:pt x="388" y="389"/>
                  </a:cubicBezTo>
                  <a:cubicBezTo>
                    <a:pt x="393" y="393"/>
                    <a:pt x="398" y="397"/>
                    <a:pt x="402" y="401"/>
                  </a:cubicBezTo>
                  <a:cubicBezTo>
                    <a:pt x="402" y="401"/>
                    <a:pt x="402" y="401"/>
                    <a:pt x="402" y="401"/>
                  </a:cubicBezTo>
                  <a:cubicBezTo>
                    <a:pt x="404" y="402"/>
                    <a:pt x="405" y="404"/>
                    <a:pt x="406" y="405"/>
                  </a:cubicBezTo>
                  <a:cubicBezTo>
                    <a:pt x="407" y="405"/>
                    <a:pt x="407" y="406"/>
                    <a:pt x="407" y="406"/>
                  </a:cubicBezTo>
                  <a:cubicBezTo>
                    <a:pt x="413" y="412"/>
                    <a:pt x="418" y="418"/>
                    <a:pt x="422" y="424"/>
                  </a:cubicBezTo>
                  <a:cubicBezTo>
                    <a:pt x="423" y="424"/>
                    <a:pt x="423" y="425"/>
                    <a:pt x="423" y="425"/>
                  </a:cubicBezTo>
                  <a:cubicBezTo>
                    <a:pt x="424" y="426"/>
                    <a:pt x="425" y="428"/>
                    <a:pt x="426" y="429"/>
                  </a:cubicBezTo>
                  <a:cubicBezTo>
                    <a:pt x="426" y="430"/>
                    <a:pt x="427" y="430"/>
                    <a:pt x="427" y="430"/>
                  </a:cubicBezTo>
                  <a:cubicBezTo>
                    <a:pt x="430" y="435"/>
                    <a:pt x="433" y="440"/>
                    <a:pt x="436" y="445"/>
                  </a:cubicBezTo>
                  <a:cubicBezTo>
                    <a:pt x="436" y="446"/>
                    <a:pt x="436" y="446"/>
                    <a:pt x="436" y="446"/>
                  </a:cubicBezTo>
                  <a:cubicBezTo>
                    <a:pt x="437" y="448"/>
                    <a:pt x="438" y="449"/>
                    <a:pt x="438" y="451"/>
                  </a:cubicBezTo>
                  <a:cubicBezTo>
                    <a:pt x="439" y="451"/>
                    <a:pt x="439" y="452"/>
                    <a:pt x="439" y="452"/>
                  </a:cubicBezTo>
                  <a:cubicBezTo>
                    <a:pt x="440" y="454"/>
                    <a:pt x="441" y="456"/>
                    <a:pt x="441" y="457"/>
                  </a:cubicBezTo>
                  <a:cubicBezTo>
                    <a:pt x="445" y="467"/>
                    <a:pt x="448" y="476"/>
                    <a:pt x="451" y="487"/>
                  </a:cubicBezTo>
                  <a:cubicBezTo>
                    <a:pt x="451" y="489"/>
                    <a:pt x="452" y="491"/>
                    <a:pt x="452" y="494"/>
                  </a:cubicBezTo>
                  <a:cubicBezTo>
                    <a:pt x="452" y="494"/>
                    <a:pt x="452" y="495"/>
                    <a:pt x="452" y="496"/>
                  </a:cubicBezTo>
                  <a:cubicBezTo>
                    <a:pt x="453" y="498"/>
                    <a:pt x="453" y="499"/>
                    <a:pt x="453" y="501"/>
                  </a:cubicBezTo>
                  <a:cubicBezTo>
                    <a:pt x="453" y="502"/>
                    <a:pt x="453" y="503"/>
                    <a:pt x="453" y="504"/>
                  </a:cubicBezTo>
                  <a:cubicBezTo>
                    <a:pt x="454" y="506"/>
                    <a:pt x="454" y="508"/>
                    <a:pt x="454" y="510"/>
                  </a:cubicBezTo>
                  <a:cubicBezTo>
                    <a:pt x="454" y="511"/>
                    <a:pt x="454" y="511"/>
                    <a:pt x="454" y="511"/>
                  </a:cubicBezTo>
                  <a:cubicBezTo>
                    <a:pt x="454" y="514"/>
                    <a:pt x="454" y="516"/>
                    <a:pt x="454" y="519"/>
                  </a:cubicBezTo>
                  <a:lnTo>
                    <a:pt x="454" y="521"/>
                  </a:lnTo>
                  <a:cubicBezTo>
                    <a:pt x="454" y="523"/>
                    <a:pt x="454" y="525"/>
                    <a:pt x="454" y="527"/>
                  </a:cubicBezTo>
                  <a:cubicBezTo>
                    <a:pt x="454" y="527"/>
                    <a:pt x="454" y="528"/>
                    <a:pt x="454" y="529"/>
                  </a:cubicBezTo>
                  <a:cubicBezTo>
                    <a:pt x="454" y="531"/>
                    <a:pt x="454" y="534"/>
                    <a:pt x="454" y="537"/>
                  </a:cubicBezTo>
                  <a:cubicBezTo>
                    <a:pt x="454" y="539"/>
                    <a:pt x="453" y="542"/>
                    <a:pt x="453" y="544"/>
                  </a:cubicBezTo>
                  <a:close/>
                  <a:moveTo>
                    <a:pt x="566" y="596"/>
                  </a:moveTo>
                  <a:lnTo>
                    <a:pt x="575" y="497"/>
                  </a:lnTo>
                  <a:lnTo>
                    <a:pt x="518" y="492"/>
                  </a:lnTo>
                  <a:cubicBezTo>
                    <a:pt x="514" y="464"/>
                    <a:pt x="506" y="438"/>
                    <a:pt x="493" y="414"/>
                  </a:cubicBezTo>
                  <a:lnTo>
                    <a:pt x="537" y="377"/>
                  </a:lnTo>
                  <a:lnTo>
                    <a:pt x="473" y="301"/>
                  </a:lnTo>
                  <a:lnTo>
                    <a:pt x="429" y="338"/>
                  </a:lnTo>
                  <a:cubicBezTo>
                    <a:pt x="408" y="321"/>
                    <a:pt x="383" y="308"/>
                    <a:pt x="356" y="300"/>
                  </a:cubicBezTo>
                  <a:lnTo>
                    <a:pt x="361" y="243"/>
                  </a:lnTo>
                  <a:lnTo>
                    <a:pt x="262" y="235"/>
                  </a:lnTo>
                  <a:lnTo>
                    <a:pt x="258" y="291"/>
                  </a:lnTo>
                  <a:cubicBezTo>
                    <a:pt x="230" y="295"/>
                    <a:pt x="203" y="304"/>
                    <a:pt x="179" y="316"/>
                  </a:cubicBezTo>
                  <a:lnTo>
                    <a:pt x="142" y="273"/>
                  </a:lnTo>
                  <a:lnTo>
                    <a:pt x="66" y="336"/>
                  </a:lnTo>
                  <a:lnTo>
                    <a:pt x="103" y="380"/>
                  </a:lnTo>
                  <a:cubicBezTo>
                    <a:pt x="87" y="402"/>
                    <a:pt x="73" y="426"/>
                    <a:pt x="65" y="453"/>
                  </a:cubicBezTo>
                  <a:lnTo>
                    <a:pt x="8" y="448"/>
                  </a:lnTo>
                  <a:lnTo>
                    <a:pt x="0" y="547"/>
                  </a:lnTo>
                  <a:lnTo>
                    <a:pt x="57" y="552"/>
                  </a:lnTo>
                  <a:cubicBezTo>
                    <a:pt x="60" y="580"/>
                    <a:pt x="69" y="606"/>
                    <a:pt x="82" y="631"/>
                  </a:cubicBezTo>
                  <a:lnTo>
                    <a:pt x="38" y="667"/>
                  </a:lnTo>
                  <a:lnTo>
                    <a:pt x="102" y="743"/>
                  </a:lnTo>
                  <a:lnTo>
                    <a:pt x="145" y="706"/>
                  </a:lnTo>
                  <a:cubicBezTo>
                    <a:pt x="167" y="723"/>
                    <a:pt x="192" y="736"/>
                    <a:pt x="219" y="744"/>
                  </a:cubicBezTo>
                  <a:lnTo>
                    <a:pt x="214" y="801"/>
                  </a:lnTo>
                  <a:lnTo>
                    <a:pt x="312" y="810"/>
                  </a:lnTo>
                  <a:lnTo>
                    <a:pt x="317" y="753"/>
                  </a:lnTo>
                  <a:cubicBezTo>
                    <a:pt x="345" y="749"/>
                    <a:pt x="372" y="741"/>
                    <a:pt x="396" y="728"/>
                  </a:cubicBezTo>
                  <a:lnTo>
                    <a:pt x="432" y="772"/>
                  </a:lnTo>
                  <a:lnTo>
                    <a:pt x="508" y="708"/>
                  </a:lnTo>
                  <a:lnTo>
                    <a:pt x="471" y="664"/>
                  </a:lnTo>
                  <a:cubicBezTo>
                    <a:pt x="488" y="643"/>
                    <a:pt x="501" y="618"/>
                    <a:pt x="509" y="591"/>
                  </a:cubicBezTo>
                  <a:lnTo>
                    <a:pt x="566" y="596"/>
                  </a:lnTo>
                  <a:close/>
                  <a:moveTo>
                    <a:pt x="863" y="462"/>
                  </a:moveTo>
                  <a:cubicBezTo>
                    <a:pt x="863" y="462"/>
                    <a:pt x="862" y="463"/>
                    <a:pt x="862" y="463"/>
                  </a:cubicBezTo>
                  <a:cubicBezTo>
                    <a:pt x="862" y="465"/>
                    <a:pt x="862" y="466"/>
                    <a:pt x="862" y="467"/>
                  </a:cubicBezTo>
                  <a:cubicBezTo>
                    <a:pt x="862" y="468"/>
                    <a:pt x="862" y="468"/>
                    <a:pt x="861" y="469"/>
                  </a:cubicBezTo>
                  <a:cubicBezTo>
                    <a:pt x="861" y="470"/>
                    <a:pt x="861" y="472"/>
                    <a:pt x="860" y="474"/>
                  </a:cubicBezTo>
                  <a:cubicBezTo>
                    <a:pt x="860" y="474"/>
                    <a:pt x="860" y="474"/>
                    <a:pt x="860" y="474"/>
                  </a:cubicBezTo>
                  <a:cubicBezTo>
                    <a:pt x="860" y="476"/>
                    <a:pt x="859" y="477"/>
                    <a:pt x="859" y="479"/>
                  </a:cubicBezTo>
                  <a:cubicBezTo>
                    <a:pt x="859" y="479"/>
                    <a:pt x="859" y="480"/>
                    <a:pt x="858" y="481"/>
                  </a:cubicBezTo>
                  <a:cubicBezTo>
                    <a:pt x="858" y="482"/>
                    <a:pt x="858" y="483"/>
                    <a:pt x="857" y="484"/>
                  </a:cubicBezTo>
                  <a:cubicBezTo>
                    <a:pt x="857" y="485"/>
                    <a:pt x="857" y="485"/>
                    <a:pt x="857" y="486"/>
                  </a:cubicBezTo>
                  <a:cubicBezTo>
                    <a:pt x="854" y="494"/>
                    <a:pt x="850" y="502"/>
                    <a:pt x="845" y="510"/>
                  </a:cubicBezTo>
                  <a:cubicBezTo>
                    <a:pt x="844" y="511"/>
                    <a:pt x="844" y="512"/>
                    <a:pt x="843" y="513"/>
                  </a:cubicBezTo>
                  <a:cubicBezTo>
                    <a:pt x="843" y="513"/>
                    <a:pt x="842" y="513"/>
                    <a:pt x="842" y="513"/>
                  </a:cubicBezTo>
                  <a:cubicBezTo>
                    <a:pt x="842" y="515"/>
                    <a:pt x="841" y="516"/>
                    <a:pt x="840" y="517"/>
                  </a:cubicBezTo>
                  <a:cubicBezTo>
                    <a:pt x="840" y="517"/>
                    <a:pt x="840" y="517"/>
                    <a:pt x="840" y="517"/>
                  </a:cubicBezTo>
                  <a:cubicBezTo>
                    <a:pt x="837" y="520"/>
                    <a:pt x="835" y="524"/>
                    <a:pt x="832" y="527"/>
                  </a:cubicBezTo>
                  <a:cubicBezTo>
                    <a:pt x="832" y="527"/>
                    <a:pt x="831" y="527"/>
                    <a:pt x="831" y="527"/>
                  </a:cubicBezTo>
                  <a:cubicBezTo>
                    <a:pt x="830" y="528"/>
                    <a:pt x="829" y="529"/>
                    <a:pt x="829" y="530"/>
                  </a:cubicBezTo>
                  <a:cubicBezTo>
                    <a:pt x="828" y="530"/>
                    <a:pt x="828" y="530"/>
                    <a:pt x="828" y="530"/>
                  </a:cubicBezTo>
                  <a:cubicBezTo>
                    <a:pt x="824" y="534"/>
                    <a:pt x="820" y="538"/>
                    <a:pt x="815" y="541"/>
                  </a:cubicBezTo>
                  <a:cubicBezTo>
                    <a:pt x="815" y="541"/>
                    <a:pt x="815" y="541"/>
                    <a:pt x="815" y="541"/>
                  </a:cubicBezTo>
                  <a:cubicBezTo>
                    <a:pt x="814" y="542"/>
                    <a:pt x="812" y="543"/>
                    <a:pt x="811" y="544"/>
                  </a:cubicBezTo>
                  <a:cubicBezTo>
                    <a:pt x="811" y="544"/>
                    <a:pt x="811" y="544"/>
                    <a:pt x="811" y="544"/>
                  </a:cubicBezTo>
                  <a:cubicBezTo>
                    <a:pt x="807" y="546"/>
                    <a:pt x="804" y="548"/>
                    <a:pt x="800" y="550"/>
                  </a:cubicBezTo>
                  <a:cubicBezTo>
                    <a:pt x="800" y="550"/>
                    <a:pt x="800" y="550"/>
                    <a:pt x="800" y="551"/>
                  </a:cubicBezTo>
                  <a:cubicBezTo>
                    <a:pt x="799" y="551"/>
                    <a:pt x="797" y="552"/>
                    <a:pt x="796" y="552"/>
                  </a:cubicBezTo>
                  <a:cubicBezTo>
                    <a:pt x="796" y="552"/>
                    <a:pt x="796" y="552"/>
                    <a:pt x="795" y="553"/>
                  </a:cubicBezTo>
                  <a:cubicBezTo>
                    <a:pt x="794" y="553"/>
                    <a:pt x="793" y="554"/>
                    <a:pt x="792" y="554"/>
                  </a:cubicBezTo>
                  <a:cubicBezTo>
                    <a:pt x="785" y="557"/>
                    <a:pt x="778" y="559"/>
                    <a:pt x="771" y="561"/>
                  </a:cubicBezTo>
                  <a:cubicBezTo>
                    <a:pt x="770" y="561"/>
                    <a:pt x="768" y="561"/>
                    <a:pt x="766" y="562"/>
                  </a:cubicBezTo>
                  <a:cubicBezTo>
                    <a:pt x="766" y="562"/>
                    <a:pt x="765" y="562"/>
                    <a:pt x="765" y="562"/>
                  </a:cubicBezTo>
                  <a:cubicBezTo>
                    <a:pt x="763" y="562"/>
                    <a:pt x="762" y="562"/>
                    <a:pt x="761" y="562"/>
                  </a:cubicBezTo>
                  <a:cubicBezTo>
                    <a:pt x="760" y="563"/>
                    <a:pt x="760" y="563"/>
                    <a:pt x="759" y="563"/>
                  </a:cubicBezTo>
                  <a:cubicBezTo>
                    <a:pt x="758" y="563"/>
                    <a:pt x="756" y="563"/>
                    <a:pt x="755" y="563"/>
                  </a:cubicBezTo>
                  <a:cubicBezTo>
                    <a:pt x="754" y="563"/>
                    <a:pt x="754" y="563"/>
                    <a:pt x="754" y="563"/>
                  </a:cubicBezTo>
                  <a:cubicBezTo>
                    <a:pt x="752" y="563"/>
                    <a:pt x="751" y="563"/>
                    <a:pt x="749" y="563"/>
                  </a:cubicBezTo>
                  <a:cubicBezTo>
                    <a:pt x="748" y="563"/>
                    <a:pt x="748" y="563"/>
                    <a:pt x="747" y="563"/>
                  </a:cubicBezTo>
                  <a:cubicBezTo>
                    <a:pt x="746" y="563"/>
                    <a:pt x="745" y="563"/>
                    <a:pt x="743" y="563"/>
                  </a:cubicBezTo>
                  <a:cubicBezTo>
                    <a:pt x="743" y="563"/>
                    <a:pt x="742" y="563"/>
                    <a:pt x="742" y="563"/>
                  </a:cubicBezTo>
                  <a:cubicBezTo>
                    <a:pt x="740" y="563"/>
                    <a:pt x="738" y="563"/>
                    <a:pt x="736" y="563"/>
                  </a:cubicBezTo>
                  <a:cubicBezTo>
                    <a:pt x="734" y="563"/>
                    <a:pt x="733" y="563"/>
                    <a:pt x="731" y="562"/>
                  </a:cubicBezTo>
                  <a:cubicBezTo>
                    <a:pt x="730" y="562"/>
                    <a:pt x="730" y="562"/>
                    <a:pt x="729" y="562"/>
                  </a:cubicBezTo>
                  <a:cubicBezTo>
                    <a:pt x="728" y="562"/>
                    <a:pt x="727" y="562"/>
                    <a:pt x="725" y="562"/>
                  </a:cubicBezTo>
                  <a:cubicBezTo>
                    <a:pt x="725" y="561"/>
                    <a:pt x="724" y="561"/>
                    <a:pt x="724" y="561"/>
                  </a:cubicBezTo>
                  <a:cubicBezTo>
                    <a:pt x="722" y="561"/>
                    <a:pt x="720" y="561"/>
                    <a:pt x="719" y="560"/>
                  </a:cubicBezTo>
                  <a:cubicBezTo>
                    <a:pt x="718" y="560"/>
                    <a:pt x="718" y="560"/>
                    <a:pt x="718" y="560"/>
                  </a:cubicBezTo>
                  <a:cubicBezTo>
                    <a:pt x="717" y="560"/>
                    <a:pt x="715" y="559"/>
                    <a:pt x="714" y="559"/>
                  </a:cubicBezTo>
                  <a:cubicBezTo>
                    <a:pt x="713" y="559"/>
                    <a:pt x="712" y="558"/>
                    <a:pt x="712" y="558"/>
                  </a:cubicBezTo>
                  <a:cubicBezTo>
                    <a:pt x="711" y="558"/>
                    <a:pt x="710" y="558"/>
                    <a:pt x="708" y="557"/>
                  </a:cubicBezTo>
                  <a:cubicBezTo>
                    <a:pt x="708" y="557"/>
                    <a:pt x="707" y="557"/>
                    <a:pt x="707" y="557"/>
                  </a:cubicBezTo>
                  <a:cubicBezTo>
                    <a:pt x="705" y="556"/>
                    <a:pt x="704" y="555"/>
                    <a:pt x="702" y="555"/>
                  </a:cubicBezTo>
                  <a:cubicBezTo>
                    <a:pt x="695" y="552"/>
                    <a:pt x="689" y="549"/>
                    <a:pt x="683" y="545"/>
                  </a:cubicBezTo>
                  <a:cubicBezTo>
                    <a:pt x="682" y="544"/>
                    <a:pt x="681" y="543"/>
                    <a:pt x="680" y="543"/>
                  </a:cubicBezTo>
                  <a:cubicBezTo>
                    <a:pt x="679" y="542"/>
                    <a:pt x="679" y="542"/>
                    <a:pt x="679" y="542"/>
                  </a:cubicBezTo>
                  <a:cubicBezTo>
                    <a:pt x="678" y="541"/>
                    <a:pt x="677" y="541"/>
                    <a:pt x="676" y="540"/>
                  </a:cubicBezTo>
                  <a:cubicBezTo>
                    <a:pt x="676" y="540"/>
                    <a:pt x="676" y="540"/>
                    <a:pt x="675" y="539"/>
                  </a:cubicBezTo>
                  <a:cubicBezTo>
                    <a:pt x="672" y="537"/>
                    <a:pt x="669" y="534"/>
                    <a:pt x="666" y="531"/>
                  </a:cubicBezTo>
                  <a:cubicBezTo>
                    <a:pt x="666" y="531"/>
                    <a:pt x="666" y="531"/>
                    <a:pt x="665" y="531"/>
                  </a:cubicBezTo>
                  <a:cubicBezTo>
                    <a:pt x="665" y="530"/>
                    <a:pt x="664" y="529"/>
                    <a:pt x="663" y="528"/>
                  </a:cubicBezTo>
                  <a:cubicBezTo>
                    <a:pt x="663" y="528"/>
                    <a:pt x="662" y="528"/>
                    <a:pt x="662" y="528"/>
                  </a:cubicBezTo>
                  <a:cubicBezTo>
                    <a:pt x="658" y="524"/>
                    <a:pt x="655" y="520"/>
                    <a:pt x="651" y="515"/>
                  </a:cubicBezTo>
                  <a:cubicBezTo>
                    <a:pt x="651" y="515"/>
                    <a:pt x="651" y="515"/>
                    <a:pt x="651" y="514"/>
                  </a:cubicBezTo>
                  <a:cubicBezTo>
                    <a:pt x="650" y="513"/>
                    <a:pt x="649" y="512"/>
                    <a:pt x="649" y="511"/>
                  </a:cubicBezTo>
                  <a:cubicBezTo>
                    <a:pt x="649" y="511"/>
                    <a:pt x="649" y="511"/>
                    <a:pt x="648" y="511"/>
                  </a:cubicBezTo>
                  <a:cubicBezTo>
                    <a:pt x="646" y="507"/>
                    <a:pt x="644" y="504"/>
                    <a:pt x="642" y="500"/>
                  </a:cubicBezTo>
                  <a:cubicBezTo>
                    <a:pt x="642" y="500"/>
                    <a:pt x="642" y="500"/>
                    <a:pt x="642" y="500"/>
                  </a:cubicBezTo>
                  <a:cubicBezTo>
                    <a:pt x="641" y="498"/>
                    <a:pt x="641" y="497"/>
                    <a:pt x="640" y="496"/>
                  </a:cubicBezTo>
                  <a:cubicBezTo>
                    <a:pt x="640" y="496"/>
                    <a:pt x="640" y="495"/>
                    <a:pt x="640" y="495"/>
                  </a:cubicBezTo>
                  <a:cubicBezTo>
                    <a:pt x="639" y="494"/>
                    <a:pt x="639" y="493"/>
                    <a:pt x="638" y="492"/>
                  </a:cubicBezTo>
                  <a:cubicBezTo>
                    <a:pt x="635" y="484"/>
                    <a:pt x="632" y="475"/>
                    <a:pt x="631" y="466"/>
                  </a:cubicBezTo>
                  <a:cubicBezTo>
                    <a:pt x="631" y="466"/>
                    <a:pt x="631" y="465"/>
                    <a:pt x="630" y="464"/>
                  </a:cubicBezTo>
                  <a:cubicBezTo>
                    <a:pt x="630" y="463"/>
                    <a:pt x="630" y="462"/>
                    <a:pt x="630" y="461"/>
                  </a:cubicBezTo>
                  <a:cubicBezTo>
                    <a:pt x="630" y="460"/>
                    <a:pt x="630" y="460"/>
                    <a:pt x="630" y="459"/>
                  </a:cubicBezTo>
                  <a:cubicBezTo>
                    <a:pt x="630" y="458"/>
                    <a:pt x="629" y="456"/>
                    <a:pt x="629" y="454"/>
                  </a:cubicBezTo>
                  <a:cubicBezTo>
                    <a:pt x="629" y="454"/>
                    <a:pt x="629" y="454"/>
                    <a:pt x="629" y="454"/>
                  </a:cubicBezTo>
                  <a:cubicBezTo>
                    <a:pt x="629" y="452"/>
                    <a:pt x="629" y="450"/>
                    <a:pt x="629" y="449"/>
                  </a:cubicBezTo>
                  <a:cubicBezTo>
                    <a:pt x="629" y="448"/>
                    <a:pt x="629" y="448"/>
                    <a:pt x="629" y="447"/>
                  </a:cubicBezTo>
                  <a:cubicBezTo>
                    <a:pt x="629" y="446"/>
                    <a:pt x="629" y="444"/>
                    <a:pt x="629" y="443"/>
                  </a:cubicBezTo>
                  <a:cubicBezTo>
                    <a:pt x="629" y="443"/>
                    <a:pt x="629" y="442"/>
                    <a:pt x="629" y="441"/>
                  </a:cubicBezTo>
                  <a:cubicBezTo>
                    <a:pt x="629" y="440"/>
                    <a:pt x="629" y="438"/>
                    <a:pt x="629" y="436"/>
                  </a:cubicBezTo>
                  <a:cubicBezTo>
                    <a:pt x="630" y="434"/>
                    <a:pt x="630" y="432"/>
                    <a:pt x="630" y="431"/>
                  </a:cubicBezTo>
                  <a:cubicBezTo>
                    <a:pt x="630" y="430"/>
                    <a:pt x="630" y="430"/>
                    <a:pt x="630" y="429"/>
                  </a:cubicBezTo>
                  <a:cubicBezTo>
                    <a:pt x="630" y="428"/>
                    <a:pt x="631" y="426"/>
                    <a:pt x="631" y="425"/>
                  </a:cubicBezTo>
                  <a:cubicBezTo>
                    <a:pt x="631" y="425"/>
                    <a:pt x="631" y="424"/>
                    <a:pt x="631" y="424"/>
                  </a:cubicBezTo>
                  <a:cubicBezTo>
                    <a:pt x="632" y="422"/>
                    <a:pt x="632" y="420"/>
                    <a:pt x="632" y="418"/>
                  </a:cubicBezTo>
                  <a:cubicBezTo>
                    <a:pt x="632" y="418"/>
                    <a:pt x="632" y="418"/>
                    <a:pt x="632" y="418"/>
                  </a:cubicBezTo>
                  <a:cubicBezTo>
                    <a:pt x="633" y="416"/>
                    <a:pt x="633" y="415"/>
                    <a:pt x="634" y="413"/>
                  </a:cubicBezTo>
                  <a:cubicBezTo>
                    <a:pt x="634" y="413"/>
                    <a:pt x="634" y="412"/>
                    <a:pt x="634" y="412"/>
                  </a:cubicBezTo>
                  <a:cubicBezTo>
                    <a:pt x="635" y="410"/>
                    <a:pt x="635" y="409"/>
                    <a:pt x="635" y="408"/>
                  </a:cubicBezTo>
                  <a:cubicBezTo>
                    <a:pt x="635" y="408"/>
                    <a:pt x="636" y="407"/>
                    <a:pt x="636" y="407"/>
                  </a:cubicBezTo>
                  <a:cubicBezTo>
                    <a:pt x="636" y="405"/>
                    <a:pt x="637" y="403"/>
                    <a:pt x="638" y="402"/>
                  </a:cubicBezTo>
                  <a:cubicBezTo>
                    <a:pt x="638" y="402"/>
                    <a:pt x="638" y="402"/>
                    <a:pt x="638" y="402"/>
                  </a:cubicBezTo>
                  <a:cubicBezTo>
                    <a:pt x="640" y="395"/>
                    <a:pt x="644" y="389"/>
                    <a:pt x="648" y="383"/>
                  </a:cubicBezTo>
                  <a:cubicBezTo>
                    <a:pt x="648" y="382"/>
                    <a:pt x="649" y="380"/>
                    <a:pt x="650" y="379"/>
                  </a:cubicBezTo>
                  <a:cubicBezTo>
                    <a:pt x="650" y="379"/>
                    <a:pt x="650" y="379"/>
                    <a:pt x="650" y="379"/>
                  </a:cubicBezTo>
                  <a:cubicBezTo>
                    <a:pt x="651" y="378"/>
                    <a:pt x="652" y="377"/>
                    <a:pt x="653" y="376"/>
                  </a:cubicBezTo>
                  <a:cubicBezTo>
                    <a:pt x="653" y="375"/>
                    <a:pt x="653" y="375"/>
                    <a:pt x="653" y="375"/>
                  </a:cubicBezTo>
                  <a:cubicBezTo>
                    <a:pt x="655" y="372"/>
                    <a:pt x="658" y="369"/>
                    <a:pt x="661" y="366"/>
                  </a:cubicBezTo>
                  <a:cubicBezTo>
                    <a:pt x="661" y="366"/>
                    <a:pt x="661" y="365"/>
                    <a:pt x="661" y="365"/>
                  </a:cubicBezTo>
                  <a:cubicBezTo>
                    <a:pt x="662" y="364"/>
                    <a:pt x="663" y="363"/>
                    <a:pt x="664" y="363"/>
                  </a:cubicBezTo>
                  <a:cubicBezTo>
                    <a:pt x="664" y="362"/>
                    <a:pt x="664" y="362"/>
                    <a:pt x="665" y="362"/>
                  </a:cubicBezTo>
                  <a:cubicBezTo>
                    <a:pt x="669" y="358"/>
                    <a:pt x="673" y="355"/>
                    <a:pt x="677" y="351"/>
                  </a:cubicBezTo>
                  <a:cubicBezTo>
                    <a:pt x="678" y="351"/>
                    <a:pt x="678" y="351"/>
                    <a:pt x="678" y="351"/>
                  </a:cubicBezTo>
                  <a:cubicBezTo>
                    <a:pt x="679" y="350"/>
                    <a:pt x="680" y="349"/>
                    <a:pt x="681" y="349"/>
                  </a:cubicBezTo>
                  <a:cubicBezTo>
                    <a:pt x="681" y="348"/>
                    <a:pt x="682" y="348"/>
                    <a:pt x="682" y="348"/>
                  </a:cubicBezTo>
                  <a:cubicBezTo>
                    <a:pt x="685" y="346"/>
                    <a:pt x="689" y="344"/>
                    <a:pt x="692" y="342"/>
                  </a:cubicBezTo>
                  <a:cubicBezTo>
                    <a:pt x="693" y="342"/>
                    <a:pt x="693" y="342"/>
                    <a:pt x="693" y="342"/>
                  </a:cubicBezTo>
                  <a:cubicBezTo>
                    <a:pt x="694" y="341"/>
                    <a:pt x="695" y="341"/>
                    <a:pt x="696" y="340"/>
                  </a:cubicBezTo>
                  <a:cubicBezTo>
                    <a:pt x="697" y="340"/>
                    <a:pt x="697" y="340"/>
                    <a:pt x="697" y="340"/>
                  </a:cubicBezTo>
                  <a:cubicBezTo>
                    <a:pt x="698" y="339"/>
                    <a:pt x="700" y="339"/>
                    <a:pt x="701" y="338"/>
                  </a:cubicBezTo>
                  <a:cubicBezTo>
                    <a:pt x="707" y="335"/>
                    <a:pt x="714" y="333"/>
                    <a:pt x="721" y="331"/>
                  </a:cubicBezTo>
                  <a:cubicBezTo>
                    <a:pt x="723" y="331"/>
                    <a:pt x="725" y="331"/>
                    <a:pt x="726" y="331"/>
                  </a:cubicBezTo>
                  <a:cubicBezTo>
                    <a:pt x="727" y="330"/>
                    <a:pt x="727" y="330"/>
                    <a:pt x="728" y="330"/>
                  </a:cubicBezTo>
                  <a:cubicBezTo>
                    <a:pt x="729" y="330"/>
                    <a:pt x="730" y="330"/>
                    <a:pt x="732" y="330"/>
                  </a:cubicBezTo>
                  <a:cubicBezTo>
                    <a:pt x="732" y="330"/>
                    <a:pt x="733" y="330"/>
                    <a:pt x="733" y="330"/>
                  </a:cubicBezTo>
                  <a:cubicBezTo>
                    <a:pt x="735" y="329"/>
                    <a:pt x="736" y="329"/>
                    <a:pt x="738" y="329"/>
                  </a:cubicBezTo>
                  <a:cubicBezTo>
                    <a:pt x="738" y="329"/>
                    <a:pt x="738" y="329"/>
                    <a:pt x="739" y="329"/>
                  </a:cubicBezTo>
                  <a:cubicBezTo>
                    <a:pt x="740" y="329"/>
                    <a:pt x="742" y="329"/>
                    <a:pt x="744" y="329"/>
                  </a:cubicBezTo>
                  <a:cubicBezTo>
                    <a:pt x="744" y="329"/>
                    <a:pt x="745" y="329"/>
                    <a:pt x="745" y="329"/>
                  </a:cubicBezTo>
                  <a:cubicBezTo>
                    <a:pt x="747" y="329"/>
                    <a:pt x="748" y="329"/>
                    <a:pt x="749" y="329"/>
                  </a:cubicBezTo>
                  <a:cubicBezTo>
                    <a:pt x="750" y="329"/>
                    <a:pt x="750" y="329"/>
                    <a:pt x="751" y="329"/>
                  </a:cubicBezTo>
                  <a:cubicBezTo>
                    <a:pt x="753" y="329"/>
                    <a:pt x="755" y="329"/>
                    <a:pt x="756" y="329"/>
                  </a:cubicBezTo>
                  <a:cubicBezTo>
                    <a:pt x="758" y="329"/>
                    <a:pt x="760" y="330"/>
                    <a:pt x="762" y="330"/>
                  </a:cubicBezTo>
                  <a:cubicBezTo>
                    <a:pt x="762" y="330"/>
                    <a:pt x="763" y="330"/>
                    <a:pt x="763" y="330"/>
                  </a:cubicBezTo>
                  <a:cubicBezTo>
                    <a:pt x="765" y="330"/>
                    <a:pt x="766" y="330"/>
                    <a:pt x="767" y="331"/>
                  </a:cubicBezTo>
                  <a:cubicBezTo>
                    <a:pt x="768" y="331"/>
                    <a:pt x="768" y="331"/>
                    <a:pt x="769" y="331"/>
                  </a:cubicBezTo>
                  <a:cubicBezTo>
                    <a:pt x="771" y="331"/>
                    <a:pt x="772" y="332"/>
                    <a:pt x="774" y="332"/>
                  </a:cubicBezTo>
                  <a:cubicBezTo>
                    <a:pt x="774" y="332"/>
                    <a:pt x="774" y="332"/>
                    <a:pt x="775" y="332"/>
                  </a:cubicBezTo>
                  <a:cubicBezTo>
                    <a:pt x="776" y="333"/>
                    <a:pt x="778" y="333"/>
                    <a:pt x="779" y="333"/>
                  </a:cubicBezTo>
                  <a:cubicBezTo>
                    <a:pt x="780" y="334"/>
                    <a:pt x="780" y="334"/>
                    <a:pt x="781" y="334"/>
                  </a:cubicBezTo>
                  <a:cubicBezTo>
                    <a:pt x="782" y="334"/>
                    <a:pt x="783" y="335"/>
                    <a:pt x="784" y="335"/>
                  </a:cubicBezTo>
                  <a:cubicBezTo>
                    <a:pt x="785" y="335"/>
                    <a:pt x="785" y="335"/>
                    <a:pt x="786" y="336"/>
                  </a:cubicBezTo>
                  <a:cubicBezTo>
                    <a:pt x="787" y="336"/>
                    <a:pt x="789" y="337"/>
                    <a:pt x="791" y="337"/>
                  </a:cubicBezTo>
                  <a:cubicBezTo>
                    <a:pt x="797" y="340"/>
                    <a:pt x="804" y="344"/>
                    <a:pt x="810" y="347"/>
                  </a:cubicBezTo>
                  <a:cubicBezTo>
                    <a:pt x="811" y="348"/>
                    <a:pt x="812" y="349"/>
                    <a:pt x="813" y="350"/>
                  </a:cubicBezTo>
                  <a:cubicBezTo>
                    <a:pt x="813" y="350"/>
                    <a:pt x="813" y="350"/>
                    <a:pt x="814" y="350"/>
                  </a:cubicBezTo>
                  <a:cubicBezTo>
                    <a:pt x="815" y="351"/>
                    <a:pt x="816" y="352"/>
                    <a:pt x="817" y="352"/>
                  </a:cubicBezTo>
                  <a:cubicBezTo>
                    <a:pt x="817" y="353"/>
                    <a:pt x="817" y="353"/>
                    <a:pt x="817" y="353"/>
                  </a:cubicBezTo>
                  <a:cubicBezTo>
                    <a:pt x="821" y="355"/>
                    <a:pt x="824" y="358"/>
                    <a:pt x="827" y="361"/>
                  </a:cubicBezTo>
                  <a:cubicBezTo>
                    <a:pt x="827" y="361"/>
                    <a:pt x="827" y="361"/>
                    <a:pt x="827" y="361"/>
                  </a:cubicBezTo>
                  <a:cubicBezTo>
                    <a:pt x="828" y="362"/>
                    <a:pt x="829" y="363"/>
                    <a:pt x="830" y="364"/>
                  </a:cubicBezTo>
                  <a:cubicBezTo>
                    <a:pt x="830" y="364"/>
                    <a:pt x="830" y="364"/>
                    <a:pt x="831" y="364"/>
                  </a:cubicBezTo>
                  <a:cubicBezTo>
                    <a:pt x="834" y="368"/>
                    <a:pt x="838" y="373"/>
                    <a:pt x="841" y="377"/>
                  </a:cubicBezTo>
                  <a:cubicBezTo>
                    <a:pt x="841" y="377"/>
                    <a:pt x="842" y="378"/>
                    <a:pt x="842" y="378"/>
                  </a:cubicBezTo>
                  <a:cubicBezTo>
                    <a:pt x="842" y="379"/>
                    <a:pt x="843" y="380"/>
                    <a:pt x="844" y="381"/>
                  </a:cubicBezTo>
                  <a:cubicBezTo>
                    <a:pt x="844" y="381"/>
                    <a:pt x="844" y="381"/>
                    <a:pt x="844" y="382"/>
                  </a:cubicBezTo>
                  <a:cubicBezTo>
                    <a:pt x="847" y="385"/>
                    <a:pt x="849" y="389"/>
                    <a:pt x="851" y="392"/>
                  </a:cubicBezTo>
                  <a:cubicBezTo>
                    <a:pt x="851" y="392"/>
                    <a:pt x="851" y="393"/>
                    <a:pt x="851" y="393"/>
                  </a:cubicBezTo>
                  <a:cubicBezTo>
                    <a:pt x="851" y="394"/>
                    <a:pt x="852" y="395"/>
                    <a:pt x="852" y="396"/>
                  </a:cubicBezTo>
                  <a:cubicBezTo>
                    <a:pt x="853" y="396"/>
                    <a:pt x="853" y="397"/>
                    <a:pt x="853" y="397"/>
                  </a:cubicBezTo>
                  <a:cubicBezTo>
                    <a:pt x="853" y="398"/>
                    <a:pt x="854" y="399"/>
                    <a:pt x="854" y="401"/>
                  </a:cubicBezTo>
                  <a:cubicBezTo>
                    <a:pt x="857" y="407"/>
                    <a:pt x="859" y="414"/>
                    <a:pt x="861" y="421"/>
                  </a:cubicBezTo>
                  <a:cubicBezTo>
                    <a:pt x="861" y="423"/>
                    <a:pt x="862" y="424"/>
                    <a:pt x="862" y="426"/>
                  </a:cubicBezTo>
                  <a:cubicBezTo>
                    <a:pt x="862" y="427"/>
                    <a:pt x="862" y="427"/>
                    <a:pt x="862" y="428"/>
                  </a:cubicBezTo>
                  <a:cubicBezTo>
                    <a:pt x="862" y="429"/>
                    <a:pt x="863" y="430"/>
                    <a:pt x="863" y="431"/>
                  </a:cubicBezTo>
                  <a:cubicBezTo>
                    <a:pt x="863" y="432"/>
                    <a:pt x="863" y="433"/>
                    <a:pt x="863" y="433"/>
                  </a:cubicBezTo>
                  <a:cubicBezTo>
                    <a:pt x="863" y="435"/>
                    <a:pt x="863" y="436"/>
                    <a:pt x="863" y="438"/>
                  </a:cubicBezTo>
                  <a:cubicBezTo>
                    <a:pt x="863" y="438"/>
                    <a:pt x="863" y="438"/>
                    <a:pt x="863" y="438"/>
                  </a:cubicBezTo>
                  <a:cubicBezTo>
                    <a:pt x="863" y="440"/>
                    <a:pt x="864" y="442"/>
                    <a:pt x="864" y="444"/>
                  </a:cubicBezTo>
                  <a:lnTo>
                    <a:pt x="864" y="445"/>
                  </a:lnTo>
                  <a:cubicBezTo>
                    <a:pt x="864" y="447"/>
                    <a:pt x="864" y="448"/>
                    <a:pt x="864" y="449"/>
                  </a:cubicBezTo>
                  <a:cubicBezTo>
                    <a:pt x="864" y="450"/>
                    <a:pt x="864" y="450"/>
                    <a:pt x="864" y="451"/>
                  </a:cubicBezTo>
                  <a:cubicBezTo>
                    <a:pt x="863" y="453"/>
                    <a:pt x="863" y="454"/>
                    <a:pt x="863" y="456"/>
                  </a:cubicBezTo>
                  <a:cubicBezTo>
                    <a:pt x="863" y="458"/>
                    <a:pt x="863" y="460"/>
                    <a:pt x="863" y="462"/>
                  </a:cubicBezTo>
                  <a:close/>
                  <a:moveTo>
                    <a:pt x="942" y="498"/>
                  </a:moveTo>
                  <a:lnTo>
                    <a:pt x="948" y="429"/>
                  </a:lnTo>
                  <a:lnTo>
                    <a:pt x="908" y="425"/>
                  </a:lnTo>
                  <a:cubicBezTo>
                    <a:pt x="906" y="406"/>
                    <a:pt x="900" y="387"/>
                    <a:pt x="891" y="370"/>
                  </a:cubicBezTo>
                  <a:lnTo>
                    <a:pt x="922" y="344"/>
                  </a:lnTo>
                  <a:lnTo>
                    <a:pt x="877" y="291"/>
                  </a:lnTo>
                  <a:lnTo>
                    <a:pt x="846" y="317"/>
                  </a:lnTo>
                  <a:cubicBezTo>
                    <a:pt x="831" y="305"/>
                    <a:pt x="814" y="296"/>
                    <a:pt x="795" y="290"/>
                  </a:cubicBezTo>
                  <a:lnTo>
                    <a:pt x="798" y="250"/>
                  </a:lnTo>
                  <a:lnTo>
                    <a:pt x="729" y="244"/>
                  </a:lnTo>
                  <a:lnTo>
                    <a:pt x="725" y="284"/>
                  </a:lnTo>
                  <a:cubicBezTo>
                    <a:pt x="706" y="287"/>
                    <a:pt x="687" y="293"/>
                    <a:pt x="670" y="302"/>
                  </a:cubicBezTo>
                  <a:lnTo>
                    <a:pt x="644" y="271"/>
                  </a:lnTo>
                  <a:lnTo>
                    <a:pt x="591" y="316"/>
                  </a:lnTo>
                  <a:lnTo>
                    <a:pt x="617" y="346"/>
                  </a:lnTo>
                  <a:cubicBezTo>
                    <a:pt x="605" y="362"/>
                    <a:pt x="596" y="379"/>
                    <a:pt x="590" y="398"/>
                  </a:cubicBezTo>
                  <a:lnTo>
                    <a:pt x="550" y="394"/>
                  </a:lnTo>
                  <a:lnTo>
                    <a:pt x="544" y="464"/>
                  </a:lnTo>
                  <a:lnTo>
                    <a:pt x="584" y="467"/>
                  </a:lnTo>
                  <a:cubicBezTo>
                    <a:pt x="587" y="487"/>
                    <a:pt x="593" y="505"/>
                    <a:pt x="602" y="522"/>
                  </a:cubicBezTo>
                  <a:lnTo>
                    <a:pt x="571" y="548"/>
                  </a:lnTo>
                  <a:lnTo>
                    <a:pt x="616" y="601"/>
                  </a:lnTo>
                  <a:lnTo>
                    <a:pt x="647" y="575"/>
                  </a:lnTo>
                  <a:cubicBezTo>
                    <a:pt x="662" y="587"/>
                    <a:pt x="679" y="596"/>
                    <a:pt x="698" y="602"/>
                  </a:cubicBezTo>
                  <a:lnTo>
                    <a:pt x="694" y="642"/>
                  </a:lnTo>
                  <a:lnTo>
                    <a:pt x="764" y="648"/>
                  </a:lnTo>
                  <a:lnTo>
                    <a:pt x="767" y="608"/>
                  </a:lnTo>
                  <a:cubicBezTo>
                    <a:pt x="787" y="606"/>
                    <a:pt x="805" y="600"/>
                    <a:pt x="822" y="591"/>
                  </a:cubicBezTo>
                  <a:lnTo>
                    <a:pt x="848" y="621"/>
                  </a:lnTo>
                  <a:lnTo>
                    <a:pt x="901" y="577"/>
                  </a:lnTo>
                  <a:lnTo>
                    <a:pt x="876" y="546"/>
                  </a:lnTo>
                  <a:cubicBezTo>
                    <a:pt x="887" y="531"/>
                    <a:pt x="896" y="513"/>
                    <a:pt x="902" y="494"/>
                  </a:cubicBezTo>
                  <a:lnTo>
                    <a:pt x="942" y="498"/>
                  </a:lnTo>
                  <a:close/>
                </a:path>
              </a:pathLst>
            </a:custGeom>
            <a:solidFill>
              <a:srgbClr val="FFFFFF"/>
            </a:solidFill>
            <a:ln w="9525">
              <a:noFill/>
              <a:round/>
              <a:headEnd/>
              <a:tailEnd/>
            </a:ln>
          </p:spPr>
          <p:txBody>
            <a:bodyPr/>
            <a:lstStyle/>
            <a:p>
              <a:endParaRPr lang="zh-CN" altLang="en-US"/>
            </a:p>
          </p:txBody>
        </p:sp>
      </p:grpSp>
      <p:sp>
        <p:nvSpPr>
          <p:cNvPr id="65" name="矩形 30"/>
          <p:cNvSpPr>
            <a:spLocks noChangeArrowheads="1"/>
          </p:cNvSpPr>
          <p:nvPr/>
        </p:nvSpPr>
        <p:spPr bwMode="auto">
          <a:xfrm>
            <a:off x="6889750" y="5843339"/>
            <a:ext cx="4681538" cy="576263"/>
          </a:xfrm>
          <a:prstGeom prst="rect">
            <a:avLst/>
          </a:prstGeom>
          <a:solidFill>
            <a:schemeClr val="accent2"/>
          </a:solidFill>
          <a:ln w="9525" algn="ctr">
            <a:solidFill>
              <a:srgbClr val="113E6A"/>
            </a:solidFill>
            <a:round/>
            <a:headEnd/>
            <a:tailEnd/>
          </a:ln>
        </p:spPr>
        <p:txBody>
          <a:bodyPr/>
          <a:lstStyle/>
          <a:p>
            <a:pPr eaLnBrk="1" hangingPunct="1"/>
            <a:endParaRPr lang="zh-CN" altLang="en-US"/>
          </a:p>
        </p:txBody>
      </p:sp>
      <p:sp>
        <p:nvSpPr>
          <p:cNvPr id="66" name="矩形 65"/>
          <p:cNvSpPr/>
          <p:nvPr/>
        </p:nvSpPr>
        <p:spPr bwMode="auto">
          <a:xfrm>
            <a:off x="6890469" y="5843654"/>
            <a:ext cx="949816" cy="576064"/>
          </a:xfrm>
          <a:prstGeom prst="rect">
            <a:avLst/>
          </a:prstGeom>
          <a:solidFill>
            <a:srgbClr val="113E6A"/>
          </a:solidFill>
          <a:ln w="9525" cap="flat" cmpd="sng" algn="ctr">
            <a:solidFill>
              <a:srgbClr val="113E6A"/>
            </a:solidFill>
            <a:prstDash val="solid"/>
            <a:round/>
            <a:headEnd type="none" w="med" len="med"/>
            <a:tailEnd type="none" w="med" len="med"/>
          </a:ln>
          <a:effectLst/>
        </p:spPr>
        <p:txBody>
          <a:bodyPr/>
          <a:lstStyle/>
          <a:p>
            <a:pPr eaLnBrk="1" hangingPunct="1">
              <a:buFont typeface="Arial" panose="020B0604020202020204" pitchFamily="34" charset="0"/>
              <a:buNone/>
              <a:defRPr/>
            </a:pPr>
            <a:endParaRPr lang="zh-CN" altLang="en-US"/>
          </a:p>
        </p:txBody>
      </p:sp>
      <p:sp>
        <p:nvSpPr>
          <p:cNvPr id="67" name="Rectangle 14"/>
          <p:cNvSpPr>
            <a:spLocks noChangeArrowheads="1"/>
          </p:cNvSpPr>
          <p:nvPr/>
        </p:nvSpPr>
        <p:spPr bwMode="auto">
          <a:xfrm>
            <a:off x="7077075" y="6016377"/>
            <a:ext cx="574773" cy="246221"/>
          </a:xfrm>
          <a:prstGeom prst="rect">
            <a:avLst/>
          </a:prstGeom>
          <a:noFill/>
          <a:ln w="9525">
            <a:noFill/>
            <a:miter lim="800000"/>
            <a:headEnd/>
            <a:tailEnd/>
          </a:ln>
        </p:spPr>
        <p:txBody>
          <a:bodyPr wrap="none" lIns="0" tIns="0" rIns="0" bIns="0">
            <a:spAutoFit/>
          </a:bodyPr>
          <a:lstStyle/>
          <a:p>
            <a:pPr eaLnBrk="1" hangingPunct="1"/>
            <a:r>
              <a:rPr lang="zh-CN" altLang="en-US" sz="1600" dirty="0">
                <a:solidFill>
                  <a:srgbClr val="FFFFFF"/>
                </a:solidFill>
                <a:latin typeface="微软雅黑" pitchFamily="34" charset="-122"/>
                <a:ea typeface="微软雅黑" pitchFamily="34" charset="-122"/>
              </a:rPr>
              <a:t>Part </a:t>
            </a:r>
            <a:r>
              <a:rPr lang="en-US" altLang="zh-CN" sz="1600" dirty="0">
                <a:solidFill>
                  <a:srgbClr val="FFFFFF"/>
                </a:solidFill>
                <a:latin typeface="微软雅黑" pitchFamily="34" charset="-122"/>
                <a:ea typeface="微软雅黑" pitchFamily="34" charset="-122"/>
              </a:rPr>
              <a:t>7</a:t>
            </a:r>
            <a:endParaRPr lang="zh-CN" altLang="en-US" dirty="0">
              <a:latin typeface="微软雅黑" pitchFamily="34" charset="-122"/>
              <a:ea typeface="微软雅黑" pitchFamily="34" charset="-122"/>
            </a:endParaRPr>
          </a:p>
        </p:txBody>
      </p:sp>
      <p:sp>
        <p:nvSpPr>
          <p:cNvPr id="68" name="TextBox 59"/>
          <p:cNvSpPr txBox="1">
            <a:spLocks noChangeArrowheads="1"/>
          </p:cNvSpPr>
          <p:nvPr/>
        </p:nvSpPr>
        <p:spPr bwMode="auto">
          <a:xfrm>
            <a:off x="7983538" y="5938589"/>
            <a:ext cx="2290762" cy="400050"/>
          </a:xfrm>
          <a:prstGeom prst="rect">
            <a:avLst/>
          </a:prstGeom>
          <a:noFill/>
          <a:ln w="9525">
            <a:noFill/>
            <a:miter lim="800000"/>
            <a:headEnd/>
            <a:tailEnd/>
          </a:ln>
        </p:spPr>
        <p:txBody>
          <a:bodyPr>
            <a:spAutoFit/>
          </a:bodyPr>
          <a:lstStyle/>
          <a:p>
            <a:pPr eaLnBrk="1" hangingPunct="1"/>
            <a:r>
              <a:rPr lang="zh-CN" altLang="en-US" sz="2000" b="1" dirty="0">
                <a:solidFill>
                  <a:srgbClr val="113E6A"/>
                </a:solidFill>
                <a:latin typeface="微软雅黑" pitchFamily="34" charset="-122"/>
                <a:ea typeface="微软雅黑" pitchFamily="34" charset="-122"/>
              </a:rPr>
              <a:t>总结与展望</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3"/>
                                        </p:tgtEl>
                                        <p:attrNameLst>
                                          <p:attrName>style.visibility</p:attrName>
                                        </p:attrNameLst>
                                      </p:cBhvr>
                                      <p:to>
                                        <p:strVal val="visible"/>
                                      </p:to>
                                    </p:set>
                                    <p:anim by="(-#ppt_w*2)" calcmode="lin" valueType="num">
                                      <p:cBhvr rctx="PPT">
                                        <p:cTn id="7" dur="500" autoRev="1" fill="hold">
                                          <p:stCondLst>
                                            <p:cond delay="0"/>
                                          </p:stCondLst>
                                        </p:cTn>
                                        <p:tgtEl>
                                          <p:spTgt spid="3"/>
                                        </p:tgtEl>
                                        <p:attrNameLst>
                                          <p:attrName>ppt_w</p:attrName>
                                        </p:attrNameLst>
                                      </p:cBhvr>
                                    </p:anim>
                                    <p:anim by="(#ppt_w*0.50)" calcmode="lin" valueType="num">
                                      <p:cBhvr>
                                        <p:cTn id="8" dur="500" decel="50000" autoRev="1" fill="hold">
                                          <p:stCondLst>
                                            <p:cond delay="0"/>
                                          </p:stCondLst>
                                        </p:cTn>
                                        <p:tgtEl>
                                          <p:spTgt spid="3"/>
                                        </p:tgtEl>
                                        <p:attrNameLst>
                                          <p:attrName>ppt_x</p:attrName>
                                        </p:attrNameLst>
                                      </p:cBhvr>
                                    </p:anim>
                                    <p:anim from="(-#ppt_h/2)" to="(#ppt_y)" calcmode="lin" valueType="num">
                                      <p:cBhvr>
                                        <p:cTn id="9" dur="1000" fill="hold">
                                          <p:stCondLst>
                                            <p:cond delay="0"/>
                                          </p:stCondLst>
                                        </p:cTn>
                                        <p:tgtEl>
                                          <p:spTgt spid="3"/>
                                        </p:tgtEl>
                                        <p:attrNameLst>
                                          <p:attrName>ppt_y</p:attrName>
                                        </p:attrNameLst>
                                      </p:cBhvr>
                                    </p:anim>
                                    <p:animRot by="21600000">
                                      <p:cBhvr>
                                        <p:cTn id="10" dur="1000" fill="hold">
                                          <p:stCondLst>
                                            <p:cond delay="0"/>
                                          </p:stCondLst>
                                        </p:cTn>
                                        <p:tgtEl>
                                          <p:spTgt spid="3"/>
                                        </p:tgtEl>
                                        <p:attrNameLst>
                                          <p:attrName>r</p:attrName>
                                        </p:attrNameLst>
                                      </p:cBhvr>
                                    </p:animRot>
                                  </p:childTnLst>
                                </p:cTn>
                              </p:par>
                            </p:childTnLst>
                          </p:cTn>
                        </p:par>
                        <p:par>
                          <p:cTn id="11" fill="hold" nodeType="afterGroup">
                            <p:stCondLst>
                              <p:cond delay="2900"/>
                            </p:stCondLst>
                            <p:childTnLst>
                              <p:par>
                                <p:cTn id="12" presetID="31" presetClass="entr" presetSubtype="0" fill="hold" grpId="0" nodeType="after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300" fill="hold"/>
                                        <p:tgtEl>
                                          <p:spTgt spid="8"/>
                                        </p:tgtEl>
                                        <p:attrNameLst>
                                          <p:attrName>ppt_w</p:attrName>
                                        </p:attrNameLst>
                                      </p:cBhvr>
                                      <p:tavLst>
                                        <p:tav tm="0">
                                          <p:val>
                                            <p:fltVal val="0"/>
                                          </p:val>
                                        </p:tav>
                                        <p:tav tm="100000">
                                          <p:val>
                                            <p:strVal val="#ppt_w"/>
                                          </p:val>
                                        </p:tav>
                                      </p:tavLst>
                                    </p:anim>
                                    <p:anim calcmode="lin" valueType="num">
                                      <p:cBhvr>
                                        <p:cTn id="15" dur="300" fill="hold"/>
                                        <p:tgtEl>
                                          <p:spTgt spid="8"/>
                                        </p:tgtEl>
                                        <p:attrNameLst>
                                          <p:attrName>ppt_h</p:attrName>
                                        </p:attrNameLst>
                                      </p:cBhvr>
                                      <p:tavLst>
                                        <p:tav tm="0">
                                          <p:val>
                                            <p:fltVal val="0"/>
                                          </p:val>
                                        </p:tav>
                                        <p:tav tm="100000">
                                          <p:val>
                                            <p:strVal val="#ppt_h"/>
                                          </p:val>
                                        </p:tav>
                                      </p:tavLst>
                                    </p:anim>
                                    <p:anim calcmode="lin" valueType="num">
                                      <p:cBhvr>
                                        <p:cTn id="16" dur="300" fill="hold"/>
                                        <p:tgtEl>
                                          <p:spTgt spid="8"/>
                                        </p:tgtEl>
                                        <p:attrNameLst>
                                          <p:attrName>style.rotation</p:attrName>
                                        </p:attrNameLst>
                                      </p:cBhvr>
                                      <p:tavLst>
                                        <p:tav tm="0">
                                          <p:val>
                                            <p:fltVal val="90"/>
                                          </p:val>
                                        </p:tav>
                                        <p:tav tm="100000">
                                          <p:val>
                                            <p:fltVal val="0"/>
                                          </p:val>
                                        </p:tav>
                                      </p:tavLst>
                                    </p:anim>
                                    <p:animEffect transition="in" filter="fade">
                                      <p:cBhvr>
                                        <p:cTn id="17" dur="300"/>
                                        <p:tgtEl>
                                          <p:spTgt spid="8"/>
                                        </p:tgtEl>
                                      </p:cBhvr>
                                    </p:animEffect>
                                  </p:childTnLst>
                                </p:cTn>
                              </p:par>
                              <p:par>
                                <p:cTn id="18" presetID="31"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 calcmode="lin" valueType="num">
                                      <p:cBhvr>
                                        <p:cTn id="20" dur="300" fill="hold"/>
                                        <p:tgtEl>
                                          <p:spTgt spid="9"/>
                                        </p:tgtEl>
                                        <p:attrNameLst>
                                          <p:attrName>ppt_w</p:attrName>
                                        </p:attrNameLst>
                                      </p:cBhvr>
                                      <p:tavLst>
                                        <p:tav tm="0">
                                          <p:val>
                                            <p:fltVal val="0"/>
                                          </p:val>
                                        </p:tav>
                                        <p:tav tm="100000">
                                          <p:val>
                                            <p:strVal val="#ppt_w"/>
                                          </p:val>
                                        </p:tav>
                                      </p:tavLst>
                                    </p:anim>
                                    <p:anim calcmode="lin" valueType="num">
                                      <p:cBhvr>
                                        <p:cTn id="21" dur="300" fill="hold"/>
                                        <p:tgtEl>
                                          <p:spTgt spid="9"/>
                                        </p:tgtEl>
                                        <p:attrNameLst>
                                          <p:attrName>ppt_h</p:attrName>
                                        </p:attrNameLst>
                                      </p:cBhvr>
                                      <p:tavLst>
                                        <p:tav tm="0">
                                          <p:val>
                                            <p:fltVal val="0"/>
                                          </p:val>
                                        </p:tav>
                                        <p:tav tm="100000">
                                          <p:val>
                                            <p:strVal val="#ppt_h"/>
                                          </p:val>
                                        </p:tav>
                                      </p:tavLst>
                                    </p:anim>
                                    <p:anim calcmode="lin" valueType="num">
                                      <p:cBhvr>
                                        <p:cTn id="22" dur="300" fill="hold"/>
                                        <p:tgtEl>
                                          <p:spTgt spid="9"/>
                                        </p:tgtEl>
                                        <p:attrNameLst>
                                          <p:attrName>style.rotation</p:attrName>
                                        </p:attrNameLst>
                                      </p:cBhvr>
                                      <p:tavLst>
                                        <p:tav tm="0">
                                          <p:val>
                                            <p:fltVal val="90"/>
                                          </p:val>
                                        </p:tav>
                                        <p:tav tm="100000">
                                          <p:val>
                                            <p:fltVal val="0"/>
                                          </p:val>
                                        </p:tav>
                                      </p:tavLst>
                                    </p:anim>
                                    <p:animEffect transition="in" filter="fade">
                                      <p:cBhvr>
                                        <p:cTn id="23" dur="300"/>
                                        <p:tgtEl>
                                          <p:spTgt spid="9"/>
                                        </p:tgtEl>
                                      </p:cBhvr>
                                    </p:animEffect>
                                  </p:childTnLst>
                                </p:cTn>
                              </p:par>
                              <p:par>
                                <p:cTn id="24" presetID="2" presetClass="entr" presetSubtype="6" fill="hold" grpId="0" nodeType="withEffect">
                                  <p:stCondLst>
                                    <p:cond delay="100"/>
                                  </p:stCondLst>
                                  <p:childTnLst>
                                    <p:set>
                                      <p:cBhvr>
                                        <p:cTn id="25" dur="1" fill="hold">
                                          <p:stCondLst>
                                            <p:cond delay="0"/>
                                          </p:stCondLst>
                                        </p:cTn>
                                        <p:tgtEl>
                                          <p:spTgt spid="43"/>
                                        </p:tgtEl>
                                        <p:attrNameLst>
                                          <p:attrName>style.visibility</p:attrName>
                                        </p:attrNameLst>
                                      </p:cBhvr>
                                      <p:to>
                                        <p:strVal val="visible"/>
                                      </p:to>
                                    </p:set>
                                    <p:anim calcmode="lin" valueType="num">
                                      <p:cBhvr additive="base">
                                        <p:cTn id="26" dur="500" fill="hold"/>
                                        <p:tgtEl>
                                          <p:spTgt spid="43"/>
                                        </p:tgtEl>
                                        <p:attrNameLst>
                                          <p:attrName>ppt_x</p:attrName>
                                        </p:attrNameLst>
                                      </p:cBhvr>
                                      <p:tavLst>
                                        <p:tav tm="0">
                                          <p:val>
                                            <p:strVal val="1+#ppt_w/2"/>
                                          </p:val>
                                        </p:tav>
                                        <p:tav tm="100000">
                                          <p:val>
                                            <p:strVal val="#ppt_x"/>
                                          </p:val>
                                        </p:tav>
                                      </p:tavLst>
                                    </p:anim>
                                    <p:anim calcmode="lin" valueType="num">
                                      <p:cBhvr additive="base">
                                        <p:cTn id="27" dur="500" fill="hold"/>
                                        <p:tgtEl>
                                          <p:spTgt spid="43"/>
                                        </p:tgtEl>
                                        <p:attrNameLst>
                                          <p:attrName>ppt_y</p:attrName>
                                        </p:attrNameLst>
                                      </p:cBhvr>
                                      <p:tavLst>
                                        <p:tav tm="0">
                                          <p:val>
                                            <p:strVal val="1+#ppt_h/2"/>
                                          </p:val>
                                        </p:tav>
                                        <p:tav tm="100000">
                                          <p:val>
                                            <p:strVal val="#ppt_y"/>
                                          </p:val>
                                        </p:tav>
                                      </p:tavLst>
                                    </p:anim>
                                  </p:childTnLst>
                                </p:cTn>
                              </p:par>
                              <p:par>
                                <p:cTn id="28" presetID="2" presetClass="entr" presetSubtype="6" fill="hold" grpId="0" nodeType="withEffect">
                                  <p:stCondLst>
                                    <p:cond delay="100"/>
                                  </p:stCondLst>
                                  <p:childTnLst>
                                    <p:set>
                                      <p:cBhvr>
                                        <p:cTn id="29" dur="1" fill="hold">
                                          <p:stCondLst>
                                            <p:cond delay="0"/>
                                          </p:stCondLst>
                                        </p:cTn>
                                        <p:tgtEl>
                                          <p:spTgt spid="44"/>
                                        </p:tgtEl>
                                        <p:attrNameLst>
                                          <p:attrName>style.visibility</p:attrName>
                                        </p:attrNameLst>
                                      </p:cBhvr>
                                      <p:to>
                                        <p:strVal val="visible"/>
                                      </p:to>
                                    </p:set>
                                    <p:anim calcmode="lin" valueType="num">
                                      <p:cBhvr additive="base">
                                        <p:cTn id="30" dur="500" fill="hold"/>
                                        <p:tgtEl>
                                          <p:spTgt spid="44"/>
                                        </p:tgtEl>
                                        <p:attrNameLst>
                                          <p:attrName>ppt_x</p:attrName>
                                        </p:attrNameLst>
                                      </p:cBhvr>
                                      <p:tavLst>
                                        <p:tav tm="0">
                                          <p:val>
                                            <p:strVal val="1+#ppt_w/2"/>
                                          </p:val>
                                        </p:tav>
                                        <p:tav tm="100000">
                                          <p:val>
                                            <p:strVal val="#ppt_x"/>
                                          </p:val>
                                        </p:tav>
                                      </p:tavLst>
                                    </p:anim>
                                    <p:anim calcmode="lin" valueType="num">
                                      <p:cBhvr additive="base">
                                        <p:cTn id="31" dur="500" fill="hold"/>
                                        <p:tgtEl>
                                          <p:spTgt spid="44"/>
                                        </p:tgtEl>
                                        <p:attrNameLst>
                                          <p:attrName>ppt_y</p:attrName>
                                        </p:attrNameLst>
                                      </p:cBhvr>
                                      <p:tavLst>
                                        <p:tav tm="0">
                                          <p:val>
                                            <p:strVal val="1+#ppt_h/2"/>
                                          </p:val>
                                        </p:tav>
                                        <p:tav tm="100000">
                                          <p:val>
                                            <p:strVal val="#ppt_y"/>
                                          </p:val>
                                        </p:tav>
                                      </p:tavLst>
                                    </p:anim>
                                  </p:childTnLst>
                                </p:cTn>
                              </p:par>
                              <p:par>
                                <p:cTn id="32" presetID="2" presetClass="entr" presetSubtype="6" fill="hold" grpId="0" nodeType="withEffect">
                                  <p:stCondLst>
                                    <p:cond delay="100"/>
                                  </p:stCondLst>
                                  <p:childTnLst>
                                    <p:set>
                                      <p:cBhvr>
                                        <p:cTn id="33" dur="1" fill="hold">
                                          <p:stCondLst>
                                            <p:cond delay="0"/>
                                          </p:stCondLst>
                                        </p:cTn>
                                        <p:tgtEl>
                                          <p:spTgt spid="46"/>
                                        </p:tgtEl>
                                        <p:attrNameLst>
                                          <p:attrName>style.visibility</p:attrName>
                                        </p:attrNameLst>
                                      </p:cBhvr>
                                      <p:to>
                                        <p:strVal val="visible"/>
                                      </p:to>
                                    </p:set>
                                    <p:anim calcmode="lin" valueType="num">
                                      <p:cBhvr additive="base">
                                        <p:cTn id="34" dur="500" fill="hold"/>
                                        <p:tgtEl>
                                          <p:spTgt spid="46"/>
                                        </p:tgtEl>
                                        <p:attrNameLst>
                                          <p:attrName>ppt_x</p:attrName>
                                        </p:attrNameLst>
                                      </p:cBhvr>
                                      <p:tavLst>
                                        <p:tav tm="0">
                                          <p:val>
                                            <p:strVal val="1+#ppt_w/2"/>
                                          </p:val>
                                        </p:tav>
                                        <p:tav tm="100000">
                                          <p:val>
                                            <p:strVal val="#ppt_x"/>
                                          </p:val>
                                        </p:tav>
                                      </p:tavLst>
                                    </p:anim>
                                    <p:anim calcmode="lin" valueType="num">
                                      <p:cBhvr additive="base">
                                        <p:cTn id="35" dur="500" fill="hold"/>
                                        <p:tgtEl>
                                          <p:spTgt spid="46"/>
                                        </p:tgtEl>
                                        <p:attrNameLst>
                                          <p:attrName>ppt_y</p:attrName>
                                        </p:attrNameLst>
                                      </p:cBhvr>
                                      <p:tavLst>
                                        <p:tav tm="0">
                                          <p:val>
                                            <p:strVal val="1+#ppt_h/2"/>
                                          </p:val>
                                        </p:tav>
                                        <p:tav tm="100000">
                                          <p:val>
                                            <p:strVal val="#ppt_y"/>
                                          </p:val>
                                        </p:tav>
                                      </p:tavLst>
                                    </p:anim>
                                  </p:childTnLst>
                                </p:cTn>
                              </p:par>
                              <p:par>
                                <p:cTn id="36" presetID="2" presetClass="entr" presetSubtype="6" fill="hold" grpId="0" nodeType="withEffect">
                                  <p:stCondLst>
                                    <p:cond delay="100"/>
                                  </p:stCondLst>
                                  <p:childTnLst>
                                    <p:set>
                                      <p:cBhvr>
                                        <p:cTn id="37" dur="1" fill="hold">
                                          <p:stCondLst>
                                            <p:cond delay="0"/>
                                          </p:stCondLst>
                                        </p:cTn>
                                        <p:tgtEl>
                                          <p:spTgt spid="47"/>
                                        </p:tgtEl>
                                        <p:attrNameLst>
                                          <p:attrName>style.visibility</p:attrName>
                                        </p:attrNameLst>
                                      </p:cBhvr>
                                      <p:to>
                                        <p:strVal val="visible"/>
                                      </p:to>
                                    </p:set>
                                    <p:anim calcmode="lin" valueType="num">
                                      <p:cBhvr additive="base">
                                        <p:cTn id="38" dur="500" fill="hold"/>
                                        <p:tgtEl>
                                          <p:spTgt spid="47"/>
                                        </p:tgtEl>
                                        <p:attrNameLst>
                                          <p:attrName>ppt_x</p:attrName>
                                        </p:attrNameLst>
                                      </p:cBhvr>
                                      <p:tavLst>
                                        <p:tav tm="0">
                                          <p:val>
                                            <p:strVal val="1+#ppt_w/2"/>
                                          </p:val>
                                        </p:tav>
                                        <p:tav tm="100000">
                                          <p:val>
                                            <p:strVal val="#ppt_x"/>
                                          </p:val>
                                        </p:tav>
                                      </p:tavLst>
                                    </p:anim>
                                    <p:anim calcmode="lin" valueType="num">
                                      <p:cBhvr additive="base">
                                        <p:cTn id="39" dur="500" fill="hold"/>
                                        <p:tgtEl>
                                          <p:spTgt spid="47"/>
                                        </p:tgtEl>
                                        <p:attrNameLst>
                                          <p:attrName>ppt_y</p:attrName>
                                        </p:attrNameLst>
                                      </p:cBhvr>
                                      <p:tavLst>
                                        <p:tav tm="0">
                                          <p:val>
                                            <p:strVal val="1+#ppt_h/2"/>
                                          </p:val>
                                        </p:tav>
                                        <p:tav tm="100000">
                                          <p:val>
                                            <p:strVal val="#ppt_y"/>
                                          </p:val>
                                        </p:tav>
                                      </p:tavLst>
                                    </p:anim>
                                  </p:childTnLst>
                                </p:cTn>
                              </p:par>
                              <p:par>
                                <p:cTn id="40" presetID="2" presetClass="entr" presetSubtype="6" fill="hold" grpId="0" nodeType="withEffect">
                                  <p:stCondLst>
                                    <p:cond delay="100"/>
                                  </p:stCondLst>
                                  <p:childTnLst>
                                    <p:set>
                                      <p:cBhvr>
                                        <p:cTn id="41" dur="1" fill="hold">
                                          <p:stCondLst>
                                            <p:cond delay="0"/>
                                          </p:stCondLst>
                                        </p:cTn>
                                        <p:tgtEl>
                                          <p:spTgt spid="53"/>
                                        </p:tgtEl>
                                        <p:attrNameLst>
                                          <p:attrName>style.visibility</p:attrName>
                                        </p:attrNameLst>
                                      </p:cBhvr>
                                      <p:to>
                                        <p:strVal val="visible"/>
                                      </p:to>
                                    </p:set>
                                    <p:anim calcmode="lin" valueType="num">
                                      <p:cBhvr additive="base">
                                        <p:cTn id="42" dur="500" fill="hold"/>
                                        <p:tgtEl>
                                          <p:spTgt spid="53"/>
                                        </p:tgtEl>
                                        <p:attrNameLst>
                                          <p:attrName>ppt_x</p:attrName>
                                        </p:attrNameLst>
                                      </p:cBhvr>
                                      <p:tavLst>
                                        <p:tav tm="0">
                                          <p:val>
                                            <p:strVal val="1+#ppt_w/2"/>
                                          </p:val>
                                        </p:tav>
                                        <p:tav tm="100000">
                                          <p:val>
                                            <p:strVal val="#ppt_x"/>
                                          </p:val>
                                        </p:tav>
                                      </p:tavLst>
                                    </p:anim>
                                    <p:anim calcmode="lin" valueType="num">
                                      <p:cBhvr additive="base">
                                        <p:cTn id="43" dur="500" fill="hold"/>
                                        <p:tgtEl>
                                          <p:spTgt spid="53"/>
                                        </p:tgtEl>
                                        <p:attrNameLst>
                                          <p:attrName>ppt_y</p:attrName>
                                        </p:attrNameLst>
                                      </p:cBhvr>
                                      <p:tavLst>
                                        <p:tav tm="0">
                                          <p:val>
                                            <p:strVal val="1+#ppt_h/2"/>
                                          </p:val>
                                        </p:tav>
                                        <p:tav tm="100000">
                                          <p:val>
                                            <p:strVal val="#ppt_y"/>
                                          </p:val>
                                        </p:tav>
                                      </p:tavLst>
                                    </p:anim>
                                  </p:childTnLst>
                                </p:cTn>
                              </p:par>
                              <p:par>
                                <p:cTn id="44" presetID="2" presetClass="entr" presetSubtype="6" fill="hold" grpId="0" nodeType="withEffect">
                                  <p:stCondLst>
                                    <p:cond delay="100"/>
                                  </p:stCondLst>
                                  <p:childTnLst>
                                    <p:set>
                                      <p:cBhvr>
                                        <p:cTn id="45" dur="1" fill="hold">
                                          <p:stCondLst>
                                            <p:cond delay="0"/>
                                          </p:stCondLst>
                                        </p:cTn>
                                        <p:tgtEl>
                                          <p:spTgt spid="61"/>
                                        </p:tgtEl>
                                        <p:attrNameLst>
                                          <p:attrName>style.visibility</p:attrName>
                                        </p:attrNameLst>
                                      </p:cBhvr>
                                      <p:to>
                                        <p:strVal val="visible"/>
                                      </p:to>
                                    </p:set>
                                    <p:anim calcmode="lin" valueType="num">
                                      <p:cBhvr additive="base">
                                        <p:cTn id="46" dur="500" fill="hold"/>
                                        <p:tgtEl>
                                          <p:spTgt spid="61"/>
                                        </p:tgtEl>
                                        <p:attrNameLst>
                                          <p:attrName>ppt_x</p:attrName>
                                        </p:attrNameLst>
                                      </p:cBhvr>
                                      <p:tavLst>
                                        <p:tav tm="0">
                                          <p:val>
                                            <p:strVal val="1+#ppt_w/2"/>
                                          </p:val>
                                        </p:tav>
                                        <p:tav tm="100000">
                                          <p:val>
                                            <p:strVal val="#ppt_x"/>
                                          </p:val>
                                        </p:tav>
                                      </p:tavLst>
                                    </p:anim>
                                    <p:anim calcmode="lin" valueType="num">
                                      <p:cBhvr additive="base">
                                        <p:cTn id="47" dur="500" fill="hold"/>
                                        <p:tgtEl>
                                          <p:spTgt spid="61"/>
                                        </p:tgtEl>
                                        <p:attrNameLst>
                                          <p:attrName>ppt_y</p:attrName>
                                        </p:attrNameLst>
                                      </p:cBhvr>
                                      <p:tavLst>
                                        <p:tav tm="0">
                                          <p:val>
                                            <p:strVal val="1+#ppt_h/2"/>
                                          </p:val>
                                        </p:tav>
                                        <p:tav tm="100000">
                                          <p:val>
                                            <p:strVal val="#ppt_y"/>
                                          </p:val>
                                        </p:tav>
                                      </p:tavLst>
                                    </p:anim>
                                  </p:childTnLst>
                                </p:cTn>
                              </p:par>
                              <p:par>
                                <p:cTn id="48" presetID="2" presetClass="entr" presetSubtype="6" fill="hold" grpId="0" nodeType="withEffect">
                                  <p:stCondLst>
                                    <p:cond delay="100"/>
                                  </p:stCondLst>
                                  <p:childTnLst>
                                    <p:set>
                                      <p:cBhvr>
                                        <p:cTn id="49" dur="1" fill="hold">
                                          <p:stCondLst>
                                            <p:cond delay="0"/>
                                          </p:stCondLst>
                                        </p:cTn>
                                        <p:tgtEl>
                                          <p:spTgt spid="68"/>
                                        </p:tgtEl>
                                        <p:attrNameLst>
                                          <p:attrName>style.visibility</p:attrName>
                                        </p:attrNameLst>
                                      </p:cBhvr>
                                      <p:to>
                                        <p:strVal val="visible"/>
                                      </p:to>
                                    </p:set>
                                    <p:anim calcmode="lin" valueType="num">
                                      <p:cBhvr additive="base">
                                        <p:cTn id="50" dur="500" fill="hold"/>
                                        <p:tgtEl>
                                          <p:spTgt spid="68"/>
                                        </p:tgtEl>
                                        <p:attrNameLst>
                                          <p:attrName>ppt_x</p:attrName>
                                        </p:attrNameLst>
                                      </p:cBhvr>
                                      <p:tavLst>
                                        <p:tav tm="0">
                                          <p:val>
                                            <p:strVal val="1+#ppt_w/2"/>
                                          </p:val>
                                        </p:tav>
                                        <p:tav tm="100000">
                                          <p:val>
                                            <p:strVal val="#ppt_x"/>
                                          </p:val>
                                        </p:tav>
                                      </p:tavLst>
                                    </p:anim>
                                    <p:anim calcmode="lin" valueType="num">
                                      <p:cBhvr additive="base">
                                        <p:cTn id="51" dur="500" fill="hold"/>
                                        <p:tgtEl>
                                          <p:spTgt spid="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utoUpdateAnimBg="0"/>
      <p:bldP spid="3" grpId="0" autoUpdateAnimBg="0"/>
      <p:bldP spid="8" grpId="0" autoUpdateAnimBg="0"/>
      <p:bldP spid="9" grpId="0" autoUpdateAnimBg="0"/>
      <p:bldP spid="43" grpId="0" autoUpdateAnimBg="0"/>
      <p:bldP spid="44" grpId="0" autoUpdateAnimBg="0"/>
      <p:bldP spid="46" grpId="0" autoUpdateAnimBg="0"/>
      <p:bldP spid="47" grpId="0" autoUpdateAnimBg="0"/>
      <p:bldP spid="61" grpId="0" autoUpdateAnimBg="0"/>
      <p:bldP spid="68"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0242" name="Oval 5"/>
          <p:cNvSpPr>
            <a:spLocks noChangeArrowheads="1"/>
          </p:cNvSpPr>
          <p:nvPr/>
        </p:nvSpPr>
        <p:spPr bwMode="auto">
          <a:xfrm>
            <a:off x="4062413" y="627063"/>
            <a:ext cx="4141787" cy="4144962"/>
          </a:xfrm>
          <a:prstGeom prst="ellipse">
            <a:avLst/>
          </a:prstGeom>
          <a:solidFill>
            <a:srgbClr val="FFFFFF"/>
          </a:solidFill>
          <a:ln w="9525">
            <a:noFill/>
            <a:round/>
            <a:headEnd/>
            <a:tailEnd/>
          </a:ln>
        </p:spPr>
        <p:txBody>
          <a:bodyPr/>
          <a:lstStyle/>
          <a:p>
            <a:pPr eaLnBrk="1" hangingPunct="1"/>
            <a:endParaRPr lang="zh-CN" altLang="en-US"/>
          </a:p>
        </p:txBody>
      </p:sp>
      <p:sp>
        <p:nvSpPr>
          <p:cNvPr id="10243" name="Freeform 11"/>
          <p:cNvSpPr>
            <a:spLocks noEditPoints="1"/>
          </p:cNvSpPr>
          <p:nvPr/>
        </p:nvSpPr>
        <p:spPr bwMode="auto">
          <a:xfrm>
            <a:off x="5595938" y="936625"/>
            <a:ext cx="1152525" cy="1217613"/>
          </a:xfrm>
          <a:custGeom>
            <a:avLst/>
            <a:gdLst>
              <a:gd name="T0" fmla="*/ 2147483646 w 1404"/>
              <a:gd name="T1" fmla="*/ 0 h 1483"/>
              <a:gd name="T2" fmla="*/ 2147483646 w 1404"/>
              <a:gd name="T3" fmla="*/ 2147483646 h 1483"/>
              <a:gd name="T4" fmla="*/ 2147483646 w 1404"/>
              <a:gd name="T5" fmla="*/ 2147483646 h 1483"/>
              <a:gd name="T6" fmla="*/ 2147483646 w 1404"/>
              <a:gd name="T7" fmla="*/ 2147483646 h 1483"/>
              <a:gd name="T8" fmla="*/ 2147483646 w 1404"/>
              <a:gd name="T9" fmla="*/ 2147483646 h 1483"/>
              <a:gd name="T10" fmla="*/ 2147483646 w 1404"/>
              <a:gd name="T11" fmla="*/ 2147483646 h 1483"/>
              <a:gd name="T12" fmla="*/ 2147483646 w 1404"/>
              <a:gd name="T13" fmla="*/ 2147483646 h 1483"/>
              <a:gd name="T14" fmla="*/ 2147483646 w 1404"/>
              <a:gd name="T15" fmla="*/ 2147483646 h 1483"/>
              <a:gd name="T16" fmla="*/ 0 w 1404"/>
              <a:gd name="T17" fmla="*/ 2147483646 h 1483"/>
              <a:gd name="T18" fmla="*/ 2147483646 w 1404"/>
              <a:gd name="T19" fmla="*/ 2147483646 h 1483"/>
              <a:gd name="T20" fmla="*/ 2147483646 w 1404"/>
              <a:gd name="T21" fmla="*/ 2147483646 h 1483"/>
              <a:gd name="T22" fmla="*/ 2147483646 w 1404"/>
              <a:gd name="T23" fmla="*/ 2147483646 h 1483"/>
              <a:gd name="T24" fmla="*/ 2147483646 w 1404"/>
              <a:gd name="T25" fmla="*/ 2147483646 h 1483"/>
              <a:gd name="T26" fmla="*/ 2147483646 w 1404"/>
              <a:gd name="T27" fmla="*/ 2147483646 h 1483"/>
              <a:gd name="T28" fmla="*/ 2147483646 w 1404"/>
              <a:gd name="T29" fmla="*/ 2147483646 h 1483"/>
              <a:gd name="T30" fmla="*/ 2147483646 w 1404"/>
              <a:gd name="T31" fmla="*/ 2147483646 h 1483"/>
              <a:gd name="T32" fmla="*/ 2147483646 w 1404"/>
              <a:gd name="T33" fmla="*/ 2147483646 h 1483"/>
              <a:gd name="T34" fmla="*/ 2147483646 w 1404"/>
              <a:gd name="T35" fmla="*/ 2147483646 h 1483"/>
              <a:gd name="T36" fmla="*/ 2147483646 w 1404"/>
              <a:gd name="T37" fmla="*/ 2147483646 h 1483"/>
              <a:gd name="T38" fmla="*/ 2147483646 w 1404"/>
              <a:gd name="T39" fmla="*/ 2147483646 h 1483"/>
              <a:gd name="T40" fmla="*/ 2147483646 w 1404"/>
              <a:gd name="T41" fmla="*/ 2147483646 h 1483"/>
              <a:gd name="T42" fmla="*/ 2147483646 w 1404"/>
              <a:gd name="T43" fmla="*/ 2147483646 h 1483"/>
              <a:gd name="T44" fmla="*/ 2147483646 w 1404"/>
              <a:gd name="T45" fmla="*/ 2147483646 h 1483"/>
              <a:gd name="T46" fmla="*/ 2147483646 w 1404"/>
              <a:gd name="T47" fmla="*/ 2147483646 h 1483"/>
              <a:gd name="T48" fmla="*/ 2147483646 w 1404"/>
              <a:gd name="T49" fmla="*/ 2147483646 h 1483"/>
              <a:gd name="T50" fmla="*/ 2147483646 w 1404"/>
              <a:gd name="T51" fmla="*/ 2147483646 h 1483"/>
              <a:gd name="T52" fmla="*/ 2147483646 w 1404"/>
              <a:gd name="T53" fmla="*/ 2147483646 h 1483"/>
              <a:gd name="T54" fmla="*/ 2147483646 w 1404"/>
              <a:gd name="T55" fmla="*/ 2147483646 h 1483"/>
              <a:gd name="T56" fmla="*/ 2147483646 w 1404"/>
              <a:gd name="T57" fmla="*/ 2147483646 h 1483"/>
              <a:gd name="T58" fmla="*/ 2147483646 w 1404"/>
              <a:gd name="T59" fmla="*/ 2147483646 h 1483"/>
              <a:gd name="T60" fmla="*/ 2147483646 w 1404"/>
              <a:gd name="T61" fmla="*/ 2147483646 h 1483"/>
              <a:gd name="T62" fmla="*/ 2147483646 w 1404"/>
              <a:gd name="T63" fmla="*/ 2147483646 h 1483"/>
              <a:gd name="T64" fmla="*/ 2147483646 w 1404"/>
              <a:gd name="T65" fmla="*/ 2147483646 h 1483"/>
              <a:gd name="T66" fmla="*/ 2147483646 w 1404"/>
              <a:gd name="T67" fmla="*/ 2147483646 h 1483"/>
              <a:gd name="T68" fmla="*/ 2147483646 w 1404"/>
              <a:gd name="T69" fmla="*/ 2147483646 h 148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404" h="1483">
                <a:moveTo>
                  <a:pt x="308" y="0"/>
                </a:moveTo>
                <a:lnTo>
                  <a:pt x="877" y="0"/>
                </a:lnTo>
                <a:cubicBezTo>
                  <a:pt x="984" y="0"/>
                  <a:pt x="1072" y="88"/>
                  <a:pt x="1072" y="195"/>
                </a:cubicBezTo>
                <a:lnTo>
                  <a:pt x="1072" y="456"/>
                </a:lnTo>
                <a:cubicBezTo>
                  <a:pt x="1010" y="504"/>
                  <a:pt x="973" y="550"/>
                  <a:pt x="924" y="616"/>
                </a:cubicBezTo>
                <a:lnTo>
                  <a:pt x="924" y="195"/>
                </a:lnTo>
                <a:cubicBezTo>
                  <a:pt x="924" y="169"/>
                  <a:pt x="903" y="147"/>
                  <a:pt x="877" y="147"/>
                </a:cubicBezTo>
                <a:lnTo>
                  <a:pt x="426" y="147"/>
                </a:lnTo>
                <a:lnTo>
                  <a:pt x="426" y="354"/>
                </a:lnTo>
                <a:cubicBezTo>
                  <a:pt x="426" y="374"/>
                  <a:pt x="409" y="391"/>
                  <a:pt x="389" y="391"/>
                </a:cubicBezTo>
                <a:lnTo>
                  <a:pt x="148" y="391"/>
                </a:lnTo>
                <a:lnTo>
                  <a:pt x="148" y="1111"/>
                </a:lnTo>
                <a:cubicBezTo>
                  <a:pt x="148" y="1138"/>
                  <a:pt x="169" y="1159"/>
                  <a:pt x="196" y="1159"/>
                </a:cubicBezTo>
                <a:lnTo>
                  <a:pt x="647" y="1159"/>
                </a:lnTo>
                <a:cubicBezTo>
                  <a:pt x="632" y="1208"/>
                  <a:pt x="619" y="1257"/>
                  <a:pt x="610" y="1307"/>
                </a:cubicBezTo>
                <a:lnTo>
                  <a:pt x="196" y="1307"/>
                </a:lnTo>
                <a:cubicBezTo>
                  <a:pt x="88" y="1307"/>
                  <a:pt x="0" y="1219"/>
                  <a:pt x="0" y="1111"/>
                </a:cubicBezTo>
                <a:lnTo>
                  <a:pt x="0" y="308"/>
                </a:lnTo>
                <a:lnTo>
                  <a:pt x="308" y="0"/>
                </a:lnTo>
                <a:close/>
                <a:moveTo>
                  <a:pt x="1246" y="478"/>
                </a:moveTo>
                <a:cubicBezTo>
                  <a:pt x="1266" y="490"/>
                  <a:pt x="1279" y="509"/>
                  <a:pt x="1284" y="536"/>
                </a:cubicBezTo>
                <a:cubicBezTo>
                  <a:pt x="1322" y="546"/>
                  <a:pt x="1359" y="571"/>
                  <a:pt x="1386" y="619"/>
                </a:cubicBezTo>
                <a:cubicBezTo>
                  <a:pt x="1404" y="661"/>
                  <a:pt x="1397" y="720"/>
                  <a:pt x="1372" y="765"/>
                </a:cubicBezTo>
                <a:cubicBezTo>
                  <a:pt x="1330" y="843"/>
                  <a:pt x="1273" y="938"/>
                  <a:pt x="1222" y="1016"/>
                </a:cubicBezTo>
                <a:cubicBezTo>
                  <a:pt x="1190" y="1029"/>
                  <a:pt x="1196" y="961"/>
                  <a:pt x="1208" y="944"/>
                </a:cubicBezTo>
                <a:cubicBezTo>
                  <a:pt x="1249" y="882"/>
                  <a:pt x="1284" y="824"/>
                  <a:pt x="1317" y="713"/>
                </a:cubicBezTo>
                <a:cubicBezTo>
                  <a:pt x="1324" y="661"/>
                  <a:pt x="1300" y="637"/>
                  <a:pt x="1284" y="614"/>
                </a:cubicBezTo>
                <a:cubicBezTo>
                  <a:pt x="1283" y="618"/>
                  <a:pt x="1282" y="623"/>
                  <a:pt x="1281" y="628"/>
                </a:cubicBezTo>
                <a:cubicBezTo>
                  <a:pt x="1250" y="614"/>
                  <a:pt x="1220" y="599"/>
                  <a:pt x="1189" y="582"/>
                </a:cubicBezTo>
                <a:cubicBezTo>
                  <a:pt x="1158" y="565"/>
                  <a:pt x="1129" y="543"/>
                  <a:pt x="1099" y="523"/>
                </a:cubicBezTo>
                <a:cubicBezTo>
                  <a:pt x="1157" y="473"/>
                  <a:pt x="1207" y="456"/>
                  <a:pt x="1246" y="478"/>
                </a:cubicBezTo>
                <a:close/>
                <a:moveTo>
                  <a:pt x="1268" y="683"/>
                </a:moveTo>
                <a:cubicBezTo>
                  <a:pt x="1242" y="770"/>
                  <a:pt x="1192" y="879"/>
                  <a:pt x="1121" y="1002"/>
                </a:cubicBezTo>
                <a:cubicBezTo>
                  <a:pt x="1086" y="1064"/>
                  <a:pt x="1045" y="1123"/>
                  <a:pt x="1003" y="1178"/>
                </a:cubicBezTo>
                <a:cubicBezTo>
                  <a:pt x="964" y="1159"/>
                  <a:pt x="925" y="1138"/>
                  <a:pt x="885" y="1116"/>
                </a:cubicBezTo>
                <a:cubicBezTo>
                  <a:pt x="843" y="1094"/>
                  <a:pt x="804" y="1066"/>
                  <a:pt x="764" y="1039"/>
                </a:cubicBezTo>
                <a:cubicBezTo>
                  <a:pt x="790" y="976"/>
                  <a:pt x="821" y="911"/>
                  <a:pt x="857" y="849"/>
                </a:cubicBezTo>
                <a:cubicBezTo>
                  <a:pt x="927" y="727"/>
                  <a:pt x="996" y="628"/>
                  <a:pt x="1058" y="562"/>
                </a:cubicBezTo>
                <a:cubicBezTo>
                  <a:pt x="1091" y="584"/>
                  <a:pt x="1124" y="608"/>
                  <a:pt x="1159" y="628"/>
                </a:cubicBezTo>
                <a:cubicBezTo>
                  <a:pt x="1195" y="649"/>
                  <a:pt x="1232" y="664"/>
                  <a:pt x="1268" y="683"/>
                </a:cubicBezTo>
                <a:close/>
                <a:moveTo>
                  <a:pt x="968" y="1222"/>
                </a:moveTo>
                <a:cubicBezTo>
                  <a:pt x="839" y="1379"/>
                  <a:pt x="708" y="1483"/>
                  <a:pt x="678" y="1466"/>
                </a:cubicBezTo>
                <a:cubicBezTo>
                  <a:pt x="648" y="1448"/>
                  <a:pt x="672" y="1283"/>
                  <a:pt x="743" y="1092"/>
                </a:cubicBezTo>
                <a:cubicBezTo>
                  <a:pt x="779" y="1116"/>
                  <a:pt x="816" y="1140"/>
                  <a:pt x="854" y="1162"/>
                </a:cubicBezTo>
                <a:cubicBezTo>
                  <a:pt x="892" y="1184"/>
                  <a:pt x="930" y="1202"/>
                  <a:pt x="968" y="1222"/>
                </a:cubicBezTo>
                <a:close/>
                <a:moveTo>
                  <a:pt x="508" y="258"/>
                </a:moveTo>
                <a:lnTo>
                  <a:pt x="833" y="258"/>
                </a:lnTo>
                <a:lnTo>
                  <a:pt x="833" y="333"/>
                </a:lnTo>
                <a:lnTo>
                  <a:pt x="508" y="333"/>
                </a:lnTo>
                <a:lnTo>
                  <a:pt x="508" y="258"/>
                </a:lnTo>
                <a:close/>
                <a:moveTo>
                  <a:pt x="256" y="756"/>
                </a:moveTo>
                <a:lnTo>
                  <a:pt x="446" y="756"/>
                </a:lnTo>
                <a:lnTo>
                  <a:pt x="446" y="831"/>
                </a:lnTo>
                <a:lnTo>
                  <a:pt x="256" y="831"/>
                </a:lnTo>
                <a:lnTo>
                  <a:pt x="256" y="756"/>
                </a:lnTo>
                <a:close/>
                <a:moveTo>
                  <a:pt x="256" y="583"/>
                </a:moveTo>
                <a:lnTo>
                  <a:pt x="833" y="583"/>
                </a:lnTo>
                <a:lnTo>
                  <a:pt x="833" y="658"/>
                </a:lnTo>
                <a:lnTo>
                  <a:pt x="256" y="658"/>
                </a:lnTo>
                <a:lnTo>
                  <a:pt x="256" y="583"/>
                </a:lnTo>
                <a:close/>
                <a:moveTo>
                  <a:pt x="256" y="423"/>
                </a:moveTo>
                <a:lnTo>
                  <a:pt x="833" y="423"/>
                </a:lnTo>
                <a:lnTo>
                  <a:pt x="833" y="498"/>
                </a:lnTo>
                <a:lnTo>
                  <a:pt x="256" y="498"/>
                </a:lnTo>
                <a:lnTo>
                  <a:pt x="256" y="423"/>
                </a:lnTo>
                <a:close/>
                <a:moveTo>
                  <a:pt x="192" y="323"/>
                </a:moveTo>
                <a:lnTo>
                  <a:pt x="334" y="323"/>
                </a:lnTo>
                <a:cubicBezTo>
                  <a:pt x="347" y="323"/>
                  <a:pt x="359" y="312"/>
                  <a:pt x="359" y="299"/>
                </a:cubicBezTo>
                <a:lnTo>
                  <a:pt x="359" y="157"/>
                </a:lnTo>
                <a:lnTo>
                  <a:pt x="192" y="323"/>
                </a:lnTo>
                <a:close/>
              </a:path>
            </a:pathLst>
          </a:custGeom>
          <a:solidFill>
            <a:srgbClr val="113E6A"/>
          </a:solidFill>
          <a:ln w="9525">
            <a:noFill/>
            <a:round/>
            <a:headEnd/>
            <a:tailEnd/>
          </a:ln>
        </p:spPr>
        <p:txBody>
          <a:bodyPr/>
          <a:lstStyle/>
          <a:p>
            <a:endParaRPr lang="zh-CN" altLang="en-US"/>
          </a:p>
        </p:txBody>
      </p:sp>
      <p:sp>
        <p:nvSpPr>
          <p:cNvPr id="10244" name="Line 12"/>
          <p:cNvSpPr>
            <a:spLocks noChangeShapeType="1"/>
          </p:cNvSpPr>
          <p:nvPr/>
        </p:nvSpPr>
        <p:spPr bwMode="auto">
          <a:xfrm>
            <a:off x="4195763" y="2740025"/>
            <a:ext cx="3808412" cy="0"/>
          </a:xfrm>
          <a:prstGeom prst="line">
            <a:avLst/>
          </a:prstGeom>
          <a:noFill/>
          <a:ln w="12700">
            <a:solidFill>
              <a:schemeClr val="bg2"/>
            </a:solidFill>
            <a:round/>
            <a:headEnd/>
            <a:tailEnd/>
          </a:ln>
        </p:spPr>
        <p:txBody>
          <a:bodyPr/>
          <a:lstStyle/>
          <a:p>
            <a:endParaRPr lang="zh-CN" altLang="en-US"/>
          </a:p>
        </p:txBody>
      </p:sp>
      <p:sp>
        <p:nvSpPr>
          <p:cNvPr id="10245" name="TextBox 77"/>
          <p:cNvSpPr txBox="1">
            <a:spLocks noChangeArrowheads="1"/>
          </p:cNvSpPr>
          <p:nvPr/>
        </p:nvSpPr>
        <p:spPr bwMode="auto">
          <a:xfrm>
            <a:off x="4548188" y="3068638"/>
            <a:ext cx="3168650" cy="769937"/>
          </a:xfrm>
          <a:prstGeom prst="rect">
            <a:avLst/>
          </a:prstGeom>
          <a:noFill/>
          <a:ln w="9525">
            <a:noFill/>
            <a:miter lim="800000"/>
            <a:headEnd/>
            <a:tailEnd/>
          </a:ln>
        </p:spPr>
        <p:txBody>
          <a:bodyPr>
            <a:spAutoFit/>
          </a:bodyPr>
          <a:lstStyle/>
          <a:p>
            <a:pPr algn="ctr" eaLnBrk="1" hangingPunct="1"/>
            <a:r>
              <a:rPr lang="zh-CN" altLang="en-US" sz="4400" b="1">
                <a:solidFill>
                  <a:srgbClr val="363636"/>
                </a:solidFill>
                <a:latin typeface="微软雅黑" pitchFamily="34" charset="-122"/>
                <a:ea typeface="微软雅黑" pitchFamily="34" charset="-122"/>
              </a:rPr>
              <a:t>绪    论</a:t>
            </a:r>
          </a:p>
        </p:txBody>
      </p:sp>
      <p:sp>
        <p:nvSpPr>
          <p:cNvPr id="10246" name="Rectangle 14"/>
          <p:cNvSpPr>
            <a:spLocks noChangeArrowheads="1"/>
          </p:cNvSpPr>
          <p:nvPr/>
        </p:nvSpPr>
        <p:spPr bwMode="auto">
          <a:xfrm>
            <a:off x="5634038" y="2255838"/>
            <a:ext cx="930275" cy="400050"/>
          </a:xfrm>
          <a:prstGeom prst="rect">
            <a:avLst/>
          </a:prstGeom>
          <a:noFill/>
          <a:ln w="9525">
            <a:noFill/>
            <a:miter lim="800000"/>
            <a:headEnd/>
            <a:tailEnd/>
          </a:ln>
        </p:spPr>
        <p:txBody>
          <a:bodyPr wrap="none" lIns="0" tIns="0" rIns="0" bIns="0">
            <a:spAutoFit/>
          </a:bodyPr>
          <a:lstStyle/>
          <a:p>
            <a:pPr eaLnBrk="1" hangingPunct="1"/>
            <a:r>
              <a:rPr lang="zh-CN" altLang="en-US" sz="2600">
                <a:solidFill>
                  <a:srgbClr val="363636"/>
                </a:solidFill>
                <a:latin typeface="微软雅黑" pitchFamily="34" charset="-122"/>
                <a:ea typeface="微软雅黑" pitchFamily="34" charset="-122"/>
              </a:rPr>
              <a:t>Part 1</a:t>
            </a:r>
          </a:p>
        </p:txBody>
      </p:sp>
      <p:sp>
        <p:nvSpPr>
          <p:cNvPr id="10247" name="Oval 39"/>
          <p:cNvSpPr>
            <a:spLocks noChangeAspect="1" noChangeArrowheads="1"/>
          </p:cNvSpPr>
          <p:nvPr/>
        </p:nvSpPr>
        <p:spPr bwMode="auto">
          <a:xfrm>
            <a:off x="4802237" y="5392738"/>
            <a:ext cx="173037" cy="158750"/>
          </a:xfrm>
          <a:prstGeom prst="ellipse">
            <a:avLst/>
          </a:prstGeom>
          <a:solidFill>
            <a:srgbClr val="113E6A"/>
          </a:solidFill>
          <a:ln w="28575">
            <a:solidFill>
              <a:schemeClr val="accent2"/>
            </a:solidFill>
            <a:round/>
            <a:headEnd/>
            <a:tailEnd/>
          </a:ln>
        </p:spPr>
        <p:txBody>
          <a:bodyPr/>
          <a:lstStyle/>
          <a:p>
            <a:pPr eaLnBrk="1" hangingPunct="1"/>
            <a:endParaRPr lang="zh-CN" altLang="en-US">
              <a:solidFill>
                <a:schemeClr val="accent2"/>
              </a:solidFill>
            </a:endParaRPr>
          </a:p>
        </p:txBody>
      </p:sp>
      <p:sp>
        <p:nvSpPr>
          <p:cNvPr id="10248" name="Oval 40"/>
          <p:cNvSpPr>
            <a:spLocks noChangeAspect="1" noChangeArrowheads="1"/>
          </p:cNvSpPr>
          <p:nvPr/>
        </p:nvSpPr>
        <p:spPr bwMode="auto">
          <a:xfrm>
            <a:off x="4802237" y="5829300"/>
            <a:ext cx="173037" cy="158750"/>
          </a:xfrm>
          <a:prstGeom prst="ellipse">
            <a:avLst/>
          </a:prstGeom>
          <a:solidFill>
            <a:srgbClr val="113E6A"/>
          </a:solidFill>
          <a:ln w="28575">
            <a:solidFill>
              <a:schemeClr val="accent2"/>
            </a:solidFill>
            <a:round/>
            <a:headEnd/>
            <a:tailEnd/>
          </a:ln>
        </p:spPr>
        <p:txBody>
          <a:bodyPr/>
          <a:lstStyle/>
          <a:p>
            <a:pPr eaLnBrk="1" hangingPunct="1"/>
            <a:endParaRPr lang="zh-CN" altLang="en-US">
              <a:solidFill>
                <a:schemeClr val="accent2"/>
              </a:solidFill>
            </a:endParaRPr>
          </a:p>
        </p:txBody>
      </p:sp>
      <p:sp>
        <p:nvSpPr>
          <p:cNvPr id="10249" name="Oval 41"/>
          <p:cNvSpPr>
            <a:spLocks noChangeAspect="1" noChangeArrowheads="1"/>
          </p:cNvSpPr>
          <p:nvPr/>
        </p:nvSpPr>
        <p:spPr bwMode="auto">
          <a:xfrm>
            <a:off x="4802237" y="6288088"/>
            <a:ext cx="173037" cy="157162"/>
          </a:xfrm>
          <a:prstGeom prst="ellipse">
            <a:avLst/>
          </a:prstGeom>
          <a:solidFill>
            <a:srgbClr val="113E6A"/>
          </a:solidFill>
          <a:ln w="28575">
            <a:solidFill>
              <a:schemeClr val="accent2"/>
            </a:solidFill>
            <a:round/>
            <a:headEnd/>
            <a:tailEnd/>
          </a:ln>
        </p:spPr>
        <p:txBody>
          <a:bodyPr/>
          <a:lstStyle/>
          <a:p>
            <a:pPr eaLnBrk="1" hangingPunct="1"/>
            <a:endParaRPr lang="zh-CN" altLang="en-US">
              <a:solidFill>
                <a:schemeClr val="accent2"/>
              </a:solidFill>
            </a:endParaRPr>
          </a:p>
        </p:txBody>
      </p:sp>
      <p:sp>
        <p:nvSpPr>
          <p:cNvPr id="10251" name="TextBox 83"/>
          <p:cNvSpPr txBox="1">
            <a:spLocks noChangeArrowheads="1"/>
          </p:cNvSpPr>
          <p:nvPr/>
        </p:nvSpPr>
        <p:spPr bwMode="auto">
          <a:xfrm>
            <a:off x="4951462" y="5240338"/>
            <a:ext cx="2859087" cy="461962"/>
          </a:xfrm>
          <a:prstGeom prst="rect">
            <a:avLst/>
          </a:prstGeom>
          <a:noFill/>
          <a:ln w="9525">
            <a:noFill/>
            <a:miter lim="800000"/>
            <a:headEnd/>
            <a:tailEnd/>
          </a:ln>
        </p:spPr>
        <p:txBody>
          <a:bodyPr>
            <a:spAutoFit/>
          </a:bodyPr>
          <a:lstStyle/>
          <a:p>
            <a:pPr eaLnBrk="1" hangingPunct="1"/>
            <a:r>
              <a:rPr lang="zh-CN" altLang="en-US" sz="2400" dirty="0" smtClean="0">
                <a:solidFill>
                  <a:schemeClr val="accent2"/>
                </a:solidFill>
                <a:latin typeface="微软雅黑" pitchFamily="34" charset="-122"/>
                <a:ea typeface="微软雅黑" pitchFamily="34" charset="-122"/>
              </a:rPr>
              <a:t>研究背景与意义</a:t>
            </a:r>
            <a:endParaRPr lang="zh-CN" altLang="en-US" sz="2400" dirty="0">
              <a:solidFill>
                <a:schemeClr val="accent2"/>
              </a:solidFill>
              <a:latin typeface="微软雅黑" pitchFamily="34" charset="-122"/>
              <a:ea typeface="微软雅黑" pitchFamily="34" charset="-122"/>
            </a:endParaRPr>
          </a:p>
        </p:txBody>
      </p:sp>
      <p:sp>
        <p:nvSpPr>
          <p:cNvPr id="10252" name="TextBox 84"/>
          <p:cNvSpPr txBox="1">
            <a:spLocks noChangeArrowheads="1"/>
          </p:cNvSpPr>
          <p:nvPr/>
        </p:nvSpPr>
        <p:spPr bwMode="auto">
          <a:xfrm>
            <a:off x="4951462" y="5676900"/>
            <a:ext cx="2859087" cy="461963"/>
          </a:xfrm>
          <a:prstGeom prst="rect">
            <a:avLst/>
          </a:prstGeom>
          <a:noFill/>
          <a:ln w="9525">
            <a:noFill/>
            <a:miter lim="800000"/>
            <a:headEnd/>
            <a:tailEnd/>
          </a:ln>
        </p:spPr>
        <p:txBody>
          <a:bodyPr>
            <a:spAutoFit/>
          </a:bodyPr>
          <a:lstStyle/>
          <a:p>
            <a:pPr eaLnBrk="1" hangingPunct="1"/>
            <a:r>
              <a:rPr lang="zh-CN" altLang="en-US" sz="2400" dirty="0" smtClean="0">
                <a:solidFill>
                  <a:schemeClr val="accent2"/>
                </a:solidFill>
                <a:latin typeface="微软雅黑" pitchFamily="34" charset="-122"/>
                <a:ea typeface="微软雅黑" pitchFamily="34" charset="-122"/>
              </a:rPr>
              <a:t>课题研究现状</a:t>
            </a:r>
            <a:endParaRPr lang="zh-CN" altLang="en-US" sz="2400" dirty="0">
              <a:solidFill>
                <a:schemeClr val="accent2"/>
              </a:solidFill>
              <a:latin typeface="微软雅黑" pitchFamily="34" charset="-122"/>
              <a:ea typeface="微软雅黑" pitchFamily="34" charset="-122"/>
            </a:endParaRPr>
          </a:p>
        </p:txBody>
      </p:sp>
      <p:sp>
        <p:nvSpPr>
          <p:cNvPr id="10253" name="TextBox 85"/>
          <p:cNvSpPr txBox="1">
            <a:spLocks noChangeArrowheads="1"/>
          </p:cNvSpPr>
          <p:nvPr/>
        </p:nvSpPr>
        <p:spPr bwMode="auto">
          <a:xfrm>
            <a:off x="4951462" y="6135688"/>
            <a:ext cx="3162300" cy="461665"/>
          </a:xfrm>
          <a:prstGeom prst="rect">
            <a:avLst/>
          </a:prstGeom>
          <a:noFill/>
          <a:ln w="9525">
            <a:noFill/>
            <a:miter lim="800000"/>
            <a:headEnd/>
            <a:tailEnd/>
          </a:ln>
        </p:spPr>
        <p:txBody>
          <a:bodyPr wrap="square">
            <a:spAutoFit/>
          </a:bodyPr>
          <a:lstStyle/>
          <a:p>
            <a:pPr eaLnBrk="1" hangingPunct="1"/>
            <a:r>
              <a:rPr lang="zh-CN" altLang="en-US" sz="2400" dirty="0" smtClean="0">
                <a:solidFill>
                  <a:schemeClr val="accent2"/>
                </a:solidFill>
                <a:latin typeface="微软雅黑" pitchFamily="34" charset="-122"/>
                <a:ea typeface="微软雅黑" pitchFamily="34" charset="-122"/>
              </a:rPr>
              <a:t>研究内容与组织结构</a:t>
            </a:r>
            <a:endParaRPr lang="zh-CN" altLang="en-US" sz="2400" dirty="0">
              <a:solidFill>
                <a:schemeClr val="accent2"/>
              </a:solidFill>
              <a:latin typeface="微软雅黑" pitchFamily="34" charset="-122"/>
              <a:ea typeface="微软雅黑" pitchFamily="34" charset="-122"/>
            </a:endParaRPr>
          </a:p>
        </p:txBody>
      </p:sp>
    </p:spTree>
  </p:cSld>
  <p:clrMapOvr>
    <a:masterClrMapping/>
  </p:clrMapOvr>
  <p:transition advTm="8561"/>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0242"/>
                                        </p:tgtEl>
                                        <p:attrNameLst>
                                          <p:attrName>style.visibility</p:attrName>
                                        </p:attrNameLst>
                                      </p:cBhvr>
                                      <p:to>
                                        <p:strVal val="visible"/>
                                      </p:to>
                                    </p:set>
                                    <p:animEffect transition="in" filter="wheel(1)">
                                      <p:cBhvr>
                                        <p:cTn id="7" dur="2000"/>
                                        <p:tgtEl>
                                          <p:spTgt spid="10242"/>
                                        </p:tgtEl>
                                      </p:cBhvr>
                                    </p:animEffect>
                                  </p:childTnLst>
                                </p:cTn>
                              </p:par>
                            </p:childTnLst>
                          </p:cTn>
                        </p:par>
                        <p:par>
                          <p:cTn id="8" fill="hold" nodeType="afterGroup">
                            <p:stCondLst>
                              <p:cond delay="2000"/>
                            </p:stCondLst>
                            <p:childTnLst>
                              <p:par>
                                <p:cTn id="9" presetID="31" presetClass="entr" presetSubtype="0" fill="hold" grpId="0" nodeType="afterEffect">
                                  <p:stCondLst>
                                    <p:cond delay="0"/>
                                  </p:stCondLst>
                                  <p:childTnLst>
                                    <p:set>
                                      <p:cBhvr>
                                        <p:cTn id="10" dur="1" fill="hold">
                                          <p:stCondLst>
                                            <p:cond delay="0"/>
                                          </p:stCondLst>
                                        </p:cTn>
                                        <p:tgtEl>
                                          <p:spTgt spid="10243"/>
                                        </p:tgtEl>
                                        <p:attrNameLst>
                                          <p:attrName>style.visibility</p:attrName>
                                        </p:attrNameLst>
                                      </p:cBhvr>
                                      <p:to>
                                        <p:strVal val="visible"/>
                                      </p:to>
                                    </p:set>
                                    <p:anim calcmode="lin" valueType="num">
                                      <p:cBhvr>
                                        <p:cTn id="11" dur="400" fill="hold"/>
                                        <p:tgtEl>
                                          <p:spTgt spid="10243"/>
                                        </p:tgtEl>
                                        <p:attrNameLst>
                                          <p:attrName>ppt_w</p:attrName>
                                        </p:attrNameLst>
                                      </p:cBhvr>
                                      <p:tavLst>
                                        <p:tav tm="0">
                                          <p:val>
                                            <p:fltVal val="0"/>
                                          </p:val>
                                        </p:tav>
                                        <p:tav tm="100000">
                                          <p:val>
                                            <p:strVal val="#ppt_w"/>
                                          </p:val>
                                        </p:tav>
                                      </p:tavLst>
                                    </p:anim>
                                    <p:anim calcmode="lin" valueType="num">
                                      <p:cBhvr>
                                        <p:cTn id="12" dur="400" fill="hold"/>
                                        <p:tgtEl>
                                          <p:spTgt spid="10243"/>
                                        </p:tgtEl>
                                        <p:attrNameLst>
                                          <p:attrName>ppt_h</p:attrName>
                                        </p:attrNameLst>
                                      </p:cBhvr>
                                      <p:tavLst>
                                        <p:tav tm="0">
                                          <p:val>
                                            <p:fltVal val="0"/>
                                          </p:val>
                                        </p:tav>
                                        <p:tav tm="100000">
                                          <p:val>
                                            <p:strVal val="#ppt_h"/>
                                          </p:val>
                                        </p:tav>
                                      </p:tavLst>
                                    </p:anim>
                                    <p:anim calcmode="lin" valueType="num">
                                      <p:cBhvr>
                                        <p:cTn id="13" dur="400" fill="hold"/>
                                        <p:tgtEl>
                                          <p:spTgt spid="10243"/>
                                        </p:tgtEl>
                                        <p:attrNameLst>
                                          <p:attrName>style.rotation</p:attrName>
                                        </p:attrNameLst>
                                      </p:cBhvr>
                                      <p:tavLst>
                                        <p:tav tm="0">
                                          <p:val>
                                            <p:fltVal val="90"/>
                                          </p:val>
                                        </p:tav>
                                        <p:tav tm="100000">
                                          <p:val>
                                            <p:fltVal val="0"/>
                                          </p:val>
                                        </p:tav>
                                      </p:tavLst>
                                    </p:anim>
                                    <p:animEffect transition="in" filter="fade">
                                      <p:cBhvr>
                                        <p:cTn id="14" dur="400"/>
                                        <p:tgtEl>
                                          <p:spTgt spid="10243"/>
                                        </p:tgtEl>
                                      </p:cBhvr>
                                    </p:animEffect>
                                  </p:childTnLst>
                                </p:cTn>
                              </p:par>
                            </p:childTnLst>
                          </p:cTn>
                        </p:par>
                        <p:par>
                          <p:cTn id="15" fill="hold" nodeType="afterGroup">
                            <p:stCondLst>
                              <p:cond delay="2400"/>
                            </p:stCondLst>
                            <p:childTnLst>
                              <p:par>
                                <p:cTn id="16" presetID="16" presetClass="entr" presetSubtype="21" fill="hold" grpId="0" nodeType="afterEffect">
                                  <p:stCondLst>
                                    <p:cond delay="0"/>
                                  </p:stCondLst>
                                  <p:childTnLst>
                                    <p:set>
                                      <p:cBhvr>
                                        <p:cTn id="17" dur="1" fill="hold">
                                          <p:stCondLst>
                                            <p:cond delay="0"/>
                                          </p:stCondLst>
                                        </p:cTn>
                                        <p:tgtEl>
                                          <p:spTgt spid="10244"/>
                                        </p:tgtEl>
                                        <p:attrNameLst>
                                          <p:attrName>style.visibility</p:attrName>
                                        </p:attrNameLst>
                                      </p:cBhvr>
                                      <p:to>
                                        <p:strVal val="visible"/>
                                      </p:to>
                                    </p:set>
                                    <p:animEffect transition="in" filter="barn(inVertical)">
                                      <p:cBhvr>
                                        <p:cTn id="18" dur="500"/>
                                        <p:tgtEl>
                                          <p:spTgt spid="10244"/>
                                        </p:tgtEl>
                                      </p:cBhvr>
                                    </p:animEffect>
                                  </p:childTnLst>
                                </p:cTn>
                              </p:par>
                            </p:childTnLst>
                          </p:cTn>
                        </p:par>
                        <p:par>
                          <p:cTn id="19" fill="hold" nodeType="afterGroup">
                            <p:stCondLst>
                              <p:cond delay="2900"/>
                            </p:stCondLst>
                            <p:childTnLst>
                              <p:par>
                                <p:cTn id="20" presetID="22" presetClass="entr" presetSubtype="1" fill="hold" grpId="0" nodeType="afterEffect">
                                  <p:stCondLst>
                                    <p:cond delay="0"/>
                                  </p:stCondLst>
                                  <p:childTnLst>
                                    <p:set>
                                      <p:cBhvr>
                                        <p:cTn id="21" dur="1" fill="hold">
                                          <p:stCondLst>
                                            <p:cond delay="0"/>
                                          </p:stCondLst>
                                        </p:cTn>
                                        <p:tgtEl>
                                          <p:spTgt spid="10245"/>
                                        </p:tgtEl>
                                        <p:attrNameLst>
                                          <p:attrName>style.visibility</p:attrName>
                                        </p:attrNameLst>
                                      </p:cBhvr>
                                      <p:to>
                                        <p:strVal val="visible"/>
                                      </p:to>
                                    </p:set>
                                    <p:animEffect transition="in" filter="wipe(up)">
                                      <p:cBhvr>
                                        <p:cTn id="22" dur="500"/>
                                        <p:tgtEl>
                                          <p:spTgt spid="10245"/>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0246"/>
                                        </p:tgtEl>
                                        <p:attrNameLst>
                                          <p:attrName>style.visibility</p:attrName>
                                        </p:attrNameLst>
                                      </p:cBhvr>
                                      <p:to>
                                        <p:strVal val="visible"/>
                                      </p:to>
                                    </p:set>
                                    <p:animEffect transition="in" filter="wipe(down)">
                                      <p:cBhvr>
                                        <p:cTn id="25" dur="500"/>
                                        <p:tgtEl>
                                          <p:spTgt spid="10246"/>
                                        </p:tgtEl>
                                      </p:cBhvr>
                                    </p:animEffect>
                                  </p:childTnLst>
                                </p:cTn>
                              </p:par>
                            </p:childTnLst>
                          </p:cTn>
                        </p:par>
                        <p:par>
                          <p:cTn id="26" fill="hold" nodeType="afterGroup">
                            <p:stCondLst>
                              <p:cond delay="3400"/>
                            </p:stCondLst>
                            <p:childTnLst>
                              <p:par>
                                <p:cTn id="27" presetID="2" presetClass="entr" presetSubtype="12" fill="hold" grpId="0" nodeType="afterEffect">
                                  <p:stCondLst>
                                    <p:cond delay="0"/>
                                  </p:stCondLst>
                                  <p:childTnLst>
                                    <p:set>
                                      <p:cBhvr>
                                        <p:cTn id="28" dur="1" fill="hold">
                                          <p:stCondLst>
                                            <p:cond delay="0"/>
                                          </p:stCondLst>
                                        </p:cTn>
                                        <p:tgtEl>
                                          <p:spTgt spid="10247"/>
                                        </p:tgtEl>
                                        <p:attrNameLst>
                                          <p:attrName>style.visibility</p:attrName>
                                        </p:attrNameLst>
                                      </p:cBhvr>
                                      <p:to>
                                        <p:strVal val="visible"/>
                                      </p:to>
                                    </p:set>
                                    <p:anim calcmode="lin" valueType="num">
                                      <p:cBhvr additive="base">
                                        <p:cTn id="29" dur="500" fill="hold"/>
                                        <p:tgtEl>
                                          <p:spTgt spid="10247"/>
                                        </p:tgtEl>
                                        <p:attrNameLst>
                                          <p:attrName>ppt_x</p:attrName>
                                        </p:attrNameLst>
                                      </p:cBhvr>
                                      <p:tavLst>
                                        <p:tav tm="0">
                                          <p:val>
                                            <p:strVal val="0-#ppt_w/2"/>
                                          </p:val>
                                        </p:tav>
                                        <p:tav tm="100000">
                                          <p:val>
                                            <p:strVal val="#ppt_x"/>
                                          </p:val>
                                        </p:tav>
                                      </p:tavLst>
                                    </p:anim>
                                    <p:anim calcmode="lin" valueType="num">
                                      <p:cBhvr additive="base">
                                        <p:cTn id="30" dur="500" fill="hold"/>
                                        <p:tgtEl>
                                          <p:spTgt spid="10247"/>
                                        </p:tgtEl>
                                        <p:attrNameLst>
                                          <p:attrName>ppt_y</p:attrName>
                                        </p:attrNameLst>
                                      </p:cBhvr>
                                      <p:tavLst>
                                        <p:tav tm="0">
                                          <p:val>
                                            <p:strVal val="1+#ppt_h/2"/>
                                          </p:val>
                                        </p:tav>
                                        <p:tav tm="100000">
                                          <p:val>
                                            <p:strVal val="#ppt_y"/>
                                          </p:val>
                                        </p:tav>
                                      </p:tavLst>
                                    </p:anim>
                                  </p:childTnLst>
                                </p:cTn>
                              </p:par>
                              <p:par>
                                <p:cTn id="31" presetID="2" presetClass="entr" presetSubtype="12" fill="hold" grpId="0" nodeType="withEffect">
                                  <p:stCondLst>
                                    <p:cond delay="100"/>
                                  </p:stCondLst>
                                  <p:childTnLst>
                                    <p:set>
                                      <p:cBhvr>
                                        <p:cTn id="32" dur="1" fill="hold">
                                          <p:stCondLst>
                                            <p:cond delay="0"/>
                                          </p:stCondLst>
                                        </p:cTn>
                                        <p:tgtEl>
                                          <p:spTgt spid="10248"/>
                                        </p:tgtEl>
                                        <p:attrNameLst>
                                          <p:attrName>style.visibility</p:attrName>
                                        </p:attrNameLst>
                                      </p:cBhvr>
                                      <p:to>
                                        <p:strVal val="visible"/>
                                      </p:to>
                                    </p:set>
                                    <p:anim calcmode="lin" valueType="num">
                                      <p:cBhvr additive="base">
                                        <p:cTn id="33" dur="500" fill="hold"/>
                                        <p:tgtEl>
                                          <p:spTgt spid="10248"/>
                                        </p:tgtEl>
                                        <p:attrNameLst>
                                          <p:attrName>ppt_x</p:attrName>
                                        </p:attrNameLst>
                                      </p:cBhvr>
                                      <p:tavLst>
                                        <p:tav tm="0">
                                          <p:val>
                                            <p:strVal val="0-#ppt_w/2"/>
                                          </p:val>
                                        </p:tav>
                                        <p:tav tm="100000">
                                          <p:val>
                                            <p:strVal val="#ppt_x"/>
                                          </p:val>
                                        </p:tav>
                                      </p:tavLst>
                                    </p:anim>
                                    <p:anim calcmode="lin" valueType="num">
                                      <p:cBhvr additive="base">
                                        <p:cTn id="34" dur="500" fill="hold"/>
                                        <p:tgtEl>
                                          <p:spTgt spid="10248"/>
                                        </p:tgtEl>
                                        <p:attrNameLst>
                                          <p:attrName>ppt_y</p:attrName>
                                        </p:attrNameLst>
                                      </p:cBhvr>
                                      <p:tavLst>
                                        <p:tav tm="0">
                                          <p:val>
                                            <p:strVal val="1+#ppt_h/2"/>
                                          </p:val>
                                        </p:tav>
                                        <p:tav tm="100000">
                                          <p:val>
                                            <p:strVal val="#ppt_y"/>
                                          </p:val>
                                        </p:tav>
                                      </p:tavLst>
                                    </p:anim>
                                  </p:childTnLst>
                                </p:cTn>
                              </p:par>
                              <p:par>
                                <p:cTn id="35" presetID="2" presetClass="entr" presetSubtype="12" fill="hold" grpId="0" nodeType="withEffect">
                                  <p:stCondLst>
                                    <p:cond delay="200"/>
                                  </p:stCondLst>
                                  <p:childTnLst>
                                    <p:set>
                                      <p:cBhvr>
                                        <p:cTn id="36" dur="1" fill="hold">
                                          <p:stCondLst>
                                            <p:cond delay="0"/>
                                          </p:stCondLst>
                                        </p:cTn>
                                        <p:tgtEl>
                                          <p:spTgt spid="10249"/>
                                        </p:tgtEl>
                                        <p:attrNameLst>
                                          <p:attrName>style.visibility</p:attrName>
                                        </p:attrNameLst>
                                      </p:cBhvr>
                                      <p:to>
                                        <p:strVal val="visible"/>
                                      </p:to>
                                    </p:set>
                                    <p:anim calcmode="lin" valueType="num">
                                      <p:cBhvr additive="base">
                                        <p:cTn id="37" dur="500" fill="hold"/>
                                        <p:tgtEl>
                                          <p:spTgt spid="10249"/>
                                        </p:tgtEl>
                                        <p:attrNameLst>
                                          <p:attrName>ppt_x</p:attrName>
                                        </p:attrNameLst>
                                      </p:cBhvr>
                                      <p:tavLst>
                                        <p:tav tm="0">
                                          <p:val>
                                            <p:strVal val="0-#ppt_w/2"/>
                                          </p:val>
                                        </p:tav>
                                        <p:tav tm="100000">
                                          <p:val>
                                            <p:strVal val="#ppt_x"/>
                                          </p:val>
                                        </p:tav>
                                      </p:tavLst>
                                    </p:anim>
                                    <p:anim calcmode="lin" valueType="num">
                                      <p:cBhvr additive="base">
                                        <p:cTn id="38" dur="500" fill="hold"/>
                                        <p:tgtEl>
                                          <p:spTgt spid="10249"/>
                                        </p:tgtEl>
                                        <p:attrNameLst>
                                          <p:attrName>ppt_y</p:attrName>
                                        </p:attrNameLst>
                                      </p:cBhvr>
                                      <p:tavLst>
                                        <p:tav tm="0">
                                          <p:val>
                                            <p:strVal val="1+#ppt_h/2"/>
                                          </p:val>
                                        </p:tav>
                                        <p:tav tm="100000">
                                          <p:val>
                                            <p:strVal val="#ppt_y"/>
                                          </p:val>
                                        </p:tav>
                                      </p:tavLst>
                                    </p:anim>
                                  </p:childTnLst>
                                </p:cTn>
                              </p:par>
                            </p:childTnLst>
                          </p:cTn>
                        </p:par>
                        <p:par>
                          <p:cTn id="39" fill="hold" nodeType="afterGroup">
                            <p:stCondLst>
                              <p:cond delay="4100"/>
                            </p:stCondLst>
                            <p:childTnLst>
                              <p:par>
                                <p:cTn id="40" presetID="22" presetClass="entr" presetSubtype="8" fill="hold" grpId="0" nodeType="afterEffect">
                                  <p:stCondLst>
                                    <p:cond delay="0"/>
                                  </p:stCondLst>
                                  <p:childTnLst>
                                    <p:set>
                                      <p:cBhvr>
                                        <p:cTn id="41" dur="1" fill="hold">
                                          <p:stCondLst>
                                            <p:cond delay="0"/>
                                          </p:stCondLst>
                                        </p:cTn>
                                        <p:tgtEl>
                                          <p:spTgt spid="10251"/>
                                        </p:tgtEl>
                                        <p:attrNameLst>
                                          <p:attrName>style.visibility</p:attrName>
                                        </p:attrNameLst>
                                      </p:cBhvr>
                                      <p:to>
                                        <p:strVal val="visible"/>
                                      </p:to>
                                    </p:set>
                                    <p:animEffect transition="in" filter="wipe(left)">
                                      <p:cBhvr>
                                        <p:cTn id="42" dur="500"/>
                                        <p:tgtEl>
                                          <p:spTgt spid="10251"/>
                                        </p:tgtEl>
                                      </p:cBhvr>
                                    </p:animEffect>
                                  </p:childTnLst>
                                </p:cTn>
                              </p:par>
                              <p:par>
                                <p:cTn id="43" presetID="22" presetClass="entr" presetSubtype="8" fill="hold" grpId="0" nodeType="withEffect">
                                  <p:stCondLst>
                                    <p:cond delay="100"/>
                                  </p:stCondLst>
                                  <p:childTnLst>
                                    <p:set>
                                      <p:cBhvr>
                                        <p:cTn id="44" dur="1" fill="hold">
                                          <p:stCondLst>
                                            <p:cond delay="0"/>
                                          </p:stCondLst>
                                        </p:cTn>
                                        <p:tgtEl>
                                          <p:spTgt spid="10252"/>
                                        </p:tgtEl>
                                        <p:attrNameLst>
                                          <p:attrName>style.visibility</p:attrName>
                                        </p:attrNameLst>
                                      </p:cBhvr>
                                      <p:to>
                                        <p:strVal val="visible"/>
                                      </p:to>
                                    </p:set>
                                    <p:animEffect transition="in" filter="wipe(left)">
                                      <p:cBhvr>
                                        <p:cTn id="45" dur="500"/>
                                        <p:tgtEl>
                                          <p:spTgt spid="10252"/>
                                        </p:tgtEl>
                                      </p:cBhvr>
                                    </p:animEffect>
                                  </p:childTnLst>
                                </p:cTn>
                              </p:par>
                              <p:par>
                                <p:cTn id="46" presetID="22" presetClass="entr" presetSubtype="8" fill="hold" grpId="0" nodeType="withEffect">
                                  <p:stCondLst>
                                    <p:cond delay="200"/>
                                  </p:stCondLst>
                                  <p:childTnLst>
                                    <p:set>
                                      <p:cBhvr>
                                        <p:cTn id="47" dur="1" fill="hold">
                                          <p:stCondLst>
                                            <p:cond delay="0"/>
                                          </p:stCondLst>
                                        </p:cTn>
                                        <p:tgtEl>
                                          <p:spTgt spid="10253"/>
                                        </p:tgtEl>
                                        <p:attrNameLst>
                                          <p:attrName>style.visibility</p:attrName>
                                        </p:attrNameLst>
                                      </p:cBhvr>
                                      <p:to>
                                        <p:strVal val="visible"/>
                                      </p:to>
                                    </p:set>
                                    <p:animEffect transition="in" filter="wipe(left)">
                                      <p:cBhvr>
                                        <p:cTn id="48" dur="500"/>
                                        <p:tgtEl>
                                          <p:spTgt spid="102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animBg="1" autoUpdateAnimBg="0"/>
      <p:bldP spid="10243" grpId="0" animBg="1"/>
      <p:bldP spid="10244" grpId="0" animBg="1"/>
      <p:bldP spid="10245" grpId="0" autoUpdateAnimBg="0"/>
      <p:bldP spid="10246" grpId="0" autoUpdateAnimBg="0"/>
      <p:bldP spid="10247" grpId="0" animBg="1" autoUpdateAnimBg="0"/>
      <p:bldP spid="10248" grpId="0" animBg="1" autoUpdateAnimBg="0"/>
      <p:bldP spid="10249" grpId="0" animBg="1" autoUpdateAnimBg="0"/>
      <p:bldP spid="10251" grpId="0" autoUpdateAnimBg="0"/>
      <p:bldP spid="10252" grpId="0" autoUpdateAnimBg="0"/>
      <p:bldP spid="10253"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27"/>
          <p:cNvSpPr txBox="1">
            <a:spLocks noChangeArrowheads="1"/>
          </p:cNvSpPr>
          <p:nvPr/>
        </p:nvSpPr>
        <p:spPr bwMode="auto">
          <a:xfrm>
            <a:off x="1012825" y="176213"/>
            <a:ext cx="3576620"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1.1 </a:t>
            </a:r>
            <a:r>
              <a:rPr lang="zh-CN" altLang="en-US" sz="3000" b="1" dirty="0" smtClean="0">
                <a:solidFill>
                  <a:schemeClr val="accent1"/>
                </a:solidFill>
                <a:latin typeface="微软雅黑" pitchFamily="34" charset="-122"/>
                <a:ea typeface="微软雅黑" pitchFamily="34" charset="-122"/>
              </a:rPr>
              <a:t>研究背景与意义</a:t>
            </a:r>
            <a:endParaRPr lang="zh-CN" altLang="en-US" sz="3000" b="1" dirty="0">
              <a:solidFill>
                <a:schemeClr val="accent1"/>
              </a:solidFill>
              <a:latin typeface="微软雅黑" pitchFamily="34" charset="-122"/>
              <a:ea typeface="微软雅黑" pitchFamily="34" charset="-122"/>
            </a:endParaRPr>
          </a:p>
        </p:txBody>
      </p:sp>
      <p:sp>
        <p:nvSpPr>
          <p:cNvPr id="12291"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round/>
            <a:headEnd/>
            <a:tailEnd/>
          </a:ln>
        </p:spPr>
        <p:txBody>
          <a:bodyPr/>
          <a:lstStyle/>
          <a:p>
            <a:endParaRPr lang="zh-CN" altLang="en-US"/>
          </a:p>
        </p:txBody>
      </p:sp>
      <p:sp>
        <p:nvSpPr>
          <p:cNvPr id="43" name="矩形 42"/>
          <p:cNvSpPr/>
          <p:nvPr/>
        </p:nvSpPr>
        <p:spPr>
          <a:xfrm>
            <a:off x="361207" y="862499"/>
            <a:ext cx="5109091"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我国高等教育发展及信息化建设历程</a:t>
            </a:r>
            <a:endParaRPr lang="en-US" altLang="zh-CN" sz="2400" b="1" dirty="0" smtClean="0">
              <a:solidFill>
                <a:srgbClr val="F8F8F8"/>
              </a:solidFill>
              <a:latin typeface="+mn-ea"/>
              <a:ea typeface="+mn-ea"/>
            </a:endParaRPr>
          </a:p>
        </p:txBody>
      </p:sp>
      <p:grpSp>
        <p:nvGrpSpPr>
          <p:cNvPr id="44" name="组合 43"/>
          <p:cNvGrpSpPr/>
          <p:nvPr/>
        </p:nvGrpSpPr>
        <p:grpSpPr>
          <a:xfrm>
            <a:off x="0" y="1558518"/>
            <a:ext cx="23249467" cy="4812973"/>
            <a:chOff x="-3589867" y="1617785"/>
            <a:chExt cx="23249467" cy="4812973"/>
          </a:xfrm>
        </p:grpSpPr>
        <p:sp>
          <p:nvSpPr>
            <p:cNvPr id="45" name="右箭头 44"/>
            <p:cNvSpPr/>
            <p:nvPr/>
          </p:nvSpPr>
          <p:spPr>
            <a:xfrm>
              <a:off x="-3589867" y="3499338"/>
              <a:ext cx="23249467" cy="281355"/>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线形标注 1 45"/>
            <p:cNvSpPr/>
            <p:nvPr/>
          </p:nvSpPr>
          <p:spPr>
            <a:xfrm>
              <a:off x="2901467" y="4273061"/>
              <a:ext cx="2303599" cy="1916724"/>
            </a:xfrm>
            <a:prstGeom prst="borderCallout1">
              <a:avLst>
                <a:gd name="adj1" fmla="val -2880"/>
                <a:gd name="adj2" fmla="val 33564"/>
                <a:gd name="adj3" fmla="val -28917"/>
                <a:gd name="adj4" fmla="val 33300"/>
              </a:avLst>
            </a:prstGeom>
            <a:solidFill>
              <a:srgbClr val="FAFAFA"/>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2000" b="1" dirty="0" smtClean="0">
                  <a:solidFill>
                    <a:srgbClr val="0053A3"/>
                  </a:solidFill>
                </a:rPr>
                <a:t>国务院审阅和批准了教育部《关于高等学校招收研究生的意见和建议》，自此研究生教育得以恢复。</a:t>
              </a:r>
              <a:endParaRPr lang="zh-CN" altLang="en-US" sz="2000" b="1" dirty="0" smtClean="0">
                <a:solidFill>
                  <a:srgbClr val="0053A3"/>
                </a:solidFill>
              </a:endParaRPr>
            </a:p>
          </p:txBody>
        </p:sp>
        <p:sp>
          <p:nvSpPr>
            <p:cNvPr id="47" name="线形标注 1 46"/>
            <p:cNvSpPr/>
            <p:nvPr/>
          </p:nvSpPr>
          <p:spPr>
            <a:xfrm>
              <a:off x="-6" y="1652955"/>
              <a:ext cx="3112484" cy="1611922"/>
            </a:xfrm>
            <a:prstGeom prst="borderCallout1">
              <a:avLst>
                <a:gd name="adj1" fmla="val 126092"/>
                <a:gd name="adj2" fmla="val 34694"/>
                <a:gd name="adj3" fmla="val 98951"/>
                <a:gd name="adj4" fmla="val 34387"/>
              </a:avLst>
            </a:prstGeom>
            <a:solidFill>
              <a:srgbClr val="FAFAFA"/>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smtClean="0">
                  <a:solidFill>
                    <a:srgbClr val="0053A3"/>
                  </a:solidFill>
                </a:rPr>
                <a:t>1977</a:t>
              </a:r>
              <a:r>
                <a:rPr lang="zh-CN" altLang="en-US" sz="2000" b="1" dirty="0" smtClean="0">
                  <a:solidFill>
                    <a:srgbClr val="0053A3"/>
                  </a:solidFill>
                </a:rPr>
                <a:t>年九月</a:t>
              </a:r>
              <a:r>
                <a:rPr lang="zh-CN" altLang="zh-CN" sz="2000" b="1" dirty="0" smtClean="0">
                  <a:solidFill>
                    <a:srgbClr val="0053A3"/>
                  </a:solidFill>
                </a:rPr>
                <a:t>中国教育部在北京召开全国高等学校招生工作会议，决定重新恢复已经停止了</a:t>
              </a:r>
              <a:r>
                <a:rPr lang="en-US" altLang="zh-CN" sz="2000" b="1" dirty="0" smtClean="0">
                  <a:solidFill>
                    <a:srgbClr val="0053A3"/>
                  </a:solidFill>
                </a:rPr>
                <a:t>10</a:t>
              </a:r>
              <a:r>
                <a:rPr lang="zh-CN" altLang="zh-CN" sz="2000" b="1" dirty="0" smtClean="0">
                  <a:solidFill>
                    <a:srgbClr val="0053A3"/>
                  </a:solidFill>
                </a:rPr>
                <a:t>年的全国高等院校招生工作</a:t>
              </a:r>
              <a:r>
                <a:rPr lang="zh-CN" altLang="en-US" sz="2000" b="1" dirty="0" smtClean="0">
                  <a:solidFill>
                    <a:srgbClr val="0053A3"/>
                  </a:solidFill>
                </a:rPr>
                <a:t>。</a:t>
              </a:r>
              <a:endParaRPr lang="zh-CN" altLang="en-US" sz="2000" b="1" dirty="0">
                <a:solidFill>
                  <a:srgbClr val="0053A3"/>
                </a:solidFill>
              </a:endParaRPr>
            </a:p>
          </p:txBody>
        </p:sp>
        <p:sp>
          <p:nvSpPr>
            <p:cNvPr id="48" name="TextBox 47"/>
            <p:cNvSpPr txBox="1"/>
            <p:nvPr/>
          </p:nvSpPr>
          <p:spPr>
            <a:xfrm>
              <a:off x="509947" y="3692767"/>
              <a:ext cx="1090249" cy="369332"/>
            </a:xfrm>
            <a:prstGeom prst="rect">
              <a:avLst/>
            </a:prstGeom>
            <a:noFill/>
          </p:spPr>
          <p:txBody>
            <a:bodyPr wrap="square" rtlCol="0">
              <a:spAutoFit/>
            </a:bodyPr>
            <a:lstStyle/>
            <a:p>
              <a:r>
                <a:rPr lang="en-US" altLang="zh-CN" b="1" dirty="0" smtClean="0">
                  <a:solidFill>
                    <a:srgbClr val="FF0000"/>
                  </a:solidFill>
                </a:rPr>
                <a:t>1977.9</a:t>
              </a:r>
              <a:endParaRPr lang="zh-CN" altLang="en-US" b="1" dirty="0">
                <a:solidFill>
                  <a:srgbClr val="FF0000"/>
                </a:solidFill>
              </a:endParaRPr>
            </a:p>
          </p:txBody>
        </p:sp>
        <p:sp>
          <p:nvSpPr>
            <p:cNvPr id="49" name="线形标注 1 48"/>
            <p:cNvSpPr/>
            <p:nvPr/>
          </p:nvSpPr>
          <p:spPr>
            <a:xfrm>
              <a:off x="8639937" y="4267199"/>
              <a:ext cx="2450109" cy="2145324"/>
            </a:xfrm>
            <a:prstGeom prst="borderCallout1">
              <a:avLst>
                <a:gd name="adj1" fmla="val -2880"/>
                <a:gd name="adj2" fmla="val 33564"/>
                <a:gd name="adj3" fmla="val -28917"/>
                <a:gd name="adj4" fmla="val 33300"/>
              </a:avLst>
            </a:prstGeom>
            <a:solidFill>
              <a:srgbClr val="FAFAFA"/>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rgbClr val="0053A3"/>
                  </a:solidFill>
                </a:rPr>
                <a:t>中国研究生招生信息网正式在全国范围内使用，首次进行全国硕士研究生招生入学考试网上报名。</a:t>
              </a:r>
            </a:p>
          </p:txBody>
        </p:sp>
        <p:sp>
          <p:nvSpPr>
            <p:cNvPr id="50" name="TextBox 49"/>
            <p:cNvSpPr txBox="1"/>
            <p:nvPr/>
          </p:nvSpPr>
          <p:spPr>
            <a:xfrm>
              <a:off x="3141778" y="3212121"/>
              <a:ext cx="1254376" cy="369332"/>
            </a:xfrm>
            <a:prstGeom prst="rect">
              <a:avLst/>
            </a:prstGeom>
            <a:noFill/>
          </p:spPr>
          <p:txBody>
            <a:bodyPr wrap="square" rtlCol="0">
              <a:spAutoFit/>
            </a:bodyPr>
            <a:lstStyle/>
            <a:p>
              <a:r>
                <a:rPr lang="en-US" altLang="zh-CN" b="1" dirty="0" smtClean="0">
                  <a:solidFill>
                    <a:srgbClr val="FF0000"/>
                  </a:solidFill>
                </a:rPr>
                <a:t>1977.10</a:t>
              </a:r>
              <a:endParaRPr lang="zh-CN" altLang="en-US" b="1" dirty="0">
                <a:solidFill>
                  <a:srgbClr val="FF0000"/>
                </a:solidFill>
              </a:endParaRPr>
            </a:p>
          </p:txBody>
        </p:sp>
        <p:sp>
          <p:nvSpPr>
            <p:cNvPr id="51" name="线形标注 1 50"/>
            <p:cNvSpPr/>
            <p:nvPr/>
          </p:nvSpPr>
          <p:spPr>
            <a:xfrm>
              <a:off x="4624747" y="1617785"/>
              <a:ext cx="3516930" cy="1611922"/>
            </a:xfrm>
            <a:prstGeom prst="borderCallout1">
              <a:avLst>
                <a:gd name="adj1" fmla="val 126092"/>
                <a:gd name="adj2" fmla="val 34694"/>
                <a:gd name="adj3" fmla="val 98951"/>
                <a:gd name="adj4" fmla="val 34387"/>
              </a:avLst>
            </a:prstGeom>
            <a:solidFill>
              <a:srgbClr val="FAFAFA"/>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2000" b="1" dirty="0" smtClean="0">
                  <a:solidFill>
                    <a:srgbClr val="0053A3"/>
                  </a:solidFill>
                </a:rPr>
                <a:t>自从</a:t>
              </a:r>
              <a:r>
                <a:rPr lang="en-US" altLang="zh-CN" sz="2000" b="1" dirty="0" smtClean="0">
                  <a:solidFill>
                    <a:srgbClr val="0053A3"/>
                  </a:solidFill>
                </a:rPr>
                <a:t>1999</a:t>
              </a:r>
              <a:r>
                <a:rPr lang="zh-CN" altLang="zh-CN" sz="2000" b="1" dirty="0" smtClean="0">
                  <a:solidFill>
                    <a:srgbClr val="0053A3"/>
                  </a:solidFill>
                </a:rPr>
                <a:t>年</a:t>
              </a:r>
              <a:r>
                <a:rPr lang="en-US" altLang="zh-CN" sz="2000" b="1" dirty="0" smtClean="0">
                  <a:solidFill>
                    <a:srgbClr val="0053A3"/>
                  </a:solidFill>
                </a:rPr>
                <a:t>6</a:t>
              </a:r>
              <a:r>
                <a:rPr lang="zh-CN" altLang="zh-CN" sz="2000" b="1" dirty="0" smtClean="0">
                  <a:solidFill>
                    <a:srgbClr val="0053A3"/>
                  </a:solidFill>
                </a:rPr>
                <a:t>月</a:t>
              </a:r>
              <a:r>
                <a:rPr lang="en-US" altLang="zh-CN" sz="2000" b="1" dirty="0" smtClean="0">
                  <a:solidFill>
                    <a:srgbClr val="0053A3"/>
                  </a:solidFill>
                </a:rPr>
                <a:t>16</a:t>
              </a:r>
              <a:r>
                <a:rPr lang="zh-CN" altLang="zh-CN" sz="2000" b="1" dirty="0" smtClean="0">
                  <a:solidFill>
                    <a:srgbClr val="0053A3"/>
                  </a:solidFill>
                </a:rPr>
                <a:t>日，原国家计划发展委员会和教育部联合下发《普通高等院校扩大高校招生规模通知》，我国普通高等院校招生规模逐年递增。</a:t>
              </a:r>
            </a:p>
          </p:txBody>
        </p:sp>
        <p:sp>
          <p:nvSpPr>
            <p:cNvPr id="52" name="TextBox 51"/>
            <p:cNvSpPr txBox="1"/>
            <p:nvPr/>
          </p:nvSpPr>
          <p:spPr>
            <a:xfrm>
              <a:off x="5140562" y="3786552"/>
              <a:ext cx="1254376" cy="369332"/>
            </a:xfrm>
            <a:prstGeom prst="rect">
              <a:avLst/>
            </a:prstGeom>
            <a:noFill/>
          </p:spPr>
          <p:txBody>
            <a:bodyPr wrap="square" rtlCol="0">
              <a:spAutoFit/>
            </a:bodyPr>
            <a:lstStyle/>
            <a:p>
              <a:r>
                <a:rPr lang="en-US" altLang="zh-CN" b="1" dirty="0" smtClean="0">
                  <a:solidFill>
                    <a:srgbClr val="FF0000"/>
                  </a:solidFill>
                </a:rPr>
                <a:t>1999.6</a:t>
              </a:r>
              <a:endParaRPr lang="zh-CN" altLang="en-US" b="1" dirty="0">
                <a:solidFill>
                  <a:srgbClr val="FF0000"/>
                </a:solidFill>
              </a:endParaRPr>
            </a:p>
          </p:txBody>
        </p:sp>
        <p:sp>
          <p:nvSpPr>
            <p:cNvPr id="53" name="TextBox 52"/>
            <p:cNvSpPr txBox="1"/>
            <p:nvPr/>
          </p:nvSpPr>
          <p:spPr>
            <a:xfrm>
              <a:off x="8575431" y="3200398"/>
              <a:ext cx="1254376" cy="369332"/>
            </a:xfrm>
            <a:prstGeom prst="rect">
              <a:avLst/>
            </a:prstGeom>
            <a:noFill/>
          </p:spPr>
          <p:txBody>
            <a:bodyPr wrap="square" rtlCol="0">
              <a:spAutoFit/>
            </a:bodyPr>
            <a:lstStyle/>
            <a:p>
              <a:r>
                <a:rPr lang="en-US" altLang="zh-CN" b="1" dirty="0" smtClean="0">
                  <a:solidFill>
                    <a:srgbClr val="FF0000"/>
                  </a:solidFill>
                </a:rPr>
                <a:t>2004.9</a:t>
              </a:r>
            </a:p>
          </p:txBody>
        </p:sp>
        <p:sp>
          <p:nvSpPr>
            <p:cNvPr id="54" name="线形标注 1 53"/>
            <p:cNvSpPr/>
            <p:nvPr/>
          </p:nvSpPr>
          <p:spPr>
            <a:xfrm>
              <a:off x="13665217" y="4285434"/>
              <a:ext cx="2450109" cy="2145324"/>
            </a:xfrm>
            <a:prstGeom prst="borderCallout1">
              <a:avLst>
                <a:gd name="adj1" fmla="val -2880"/>
                <a:gd name="adj2" fmla="val 33564"/>
                <a:gd name="adj3" fmla="val -28917"/>
                <a:gd name="adj4" fmla="val 33300"/>
              </a:avLst>
            </a:prstGeom>
            <a:solidFill>
              <a:srgbClr val="FAFAFA"/>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rgbClr val="0053A3"/>
                  </a:solidFill>
                </a:rPr>
                <a:t>生源调剂系统升级为全国硕士生招生调剂服务系统，成为硕士生招生调剂志愿填报和录取的指定平台。</a:t>
              </a:r>
            </a:p>
          </p:txBody>
        </p:sp>
        <p:sp>
          <p:nvSpPr>
            <p:cNvPr id="55" name="线形标注 1 54"/>
            <p:cNvSpPr/>
            <p:nvPr/>
          </p:nvSpPr>
          <p:spPr>
            <a:xfrm>
              <a:off x="11041836" y="2215009"/>
              <a:ext cx="2754927" cy="1049214"/>
            </a:xfrm>
            <a:prstGeom prst="borderCallout1">
              <a:avLst>
                <a:gd name="adj1" fmla="val 141176"/>
                <a:gd name="adj2" fmla="val 34694"/>
                <a:gd name="adj3" fmla="val 98951"/>
                <a:gd name="adj4" fmla="val 34387"/>
              </a:avLst>
            </a:prstGeom>
            <a:solidFill>
              <a:srgbClr val="FAFAFA"/>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smtClean="0">
                  <a:solidFill>
                    <a:srgbClr val="0053A3"/>
                  </a:solidFill>
                </a:rPr>
                <a:t>2006</a:t>
              </a:r>
              <a:r>
                <a:rPr lang="zh-CN" altLang="en-US" sz="2000" b="1" dirty="0" smtClean="0">
                  <a:solidFill>
                    <a:srgbClr val="0053A3"/>
                  </a:solidFill>
                </a:rPr>
                <a:t>年</a:t>
              </a:r>
              <a:r>
                <a:rPr lang="en-US" altLang="zh-CN" sz="2000" b="1" dirty="0" smtClean="0">
                  <a:solidFill>
                    <a:srgbClr val="0053A3"/>
                  </a:solidFill>
                </a:rPr>
                <a:t>4</a:t>
              </a:r>
              <a:r>
                <a:rPr lang="zh-CN" altLang="en-US" sz="2000" b="1" dirty="0" smtClean="0">
                  <a:solidFill>
                    <a:srgbClr val="0053A3"/>
                  </a:solidFill>
                </a:rPr>
                <a:t>月开通了生源调剂系统。</a:t>
              </a:r>
            </a:p>
          </p:txBody>
        </p:sp>
        <p:sp>
          <p:nvSpPr>
            <p:cNvPr id="56" name="TextBox 55"/>
            <p:cNvSpPr txBox="1"/>
            <p:nvPr/>
          </p:nvSpPr>
          <p:spPr>
            <a:xfrm>
              <a:off x="11650781" y="3765710"/>
              <a:ext cx="1254376" cy="369332"/>
            </a:xfrm>
            <a:prstGeom prst="rect">
              <a:avLst/>
            </a:prstGeom>
            <a:noFill/>
          </p:spPr>
          <p:txBody>
            <a:bodyPr wrap="square" rtlCol="0">
              <a:spAutoFit/>
            </a:bodyPr>
            <a:lstStyle/>
            <a:p>
              <a:r>
                <a:rPr lang="en-US" altLang="zh-CN" b="1" dirty="0" smtClean="0">
                  <a:solidFill>
                    <a:srgbClr val="FF0000"/>
                  </a:solidFill>
                </a:rPr>
                <a:t>2006.4</a:t>
              </a:r>
            </a:p>
          </p:txBody>
        </p:sp>
        <p:sp>
          <p:nvSpPr>
            <p:cNvPr id="57" name="TextBox 56"/>
            <p:cNvSpPr txBox="1"/>
            <p:nvPr/>
          </p:nvSpPr>
          <p:spPr>
            <a:xfrm>
              <a:off x="13868395" y="3220587"/>
              <a:ext cx="1254376" cy="369332"/>
            </a:xfrm>
            <a:prstGeom prst="rect">
              <a:avLst/>
            </a:prstGeom>
            <a:noFill/>
          </p:spPr>
          <p:txBody>
            <a:bodyPr wrap="square" rtlCol="0">
              <a:spAutoFit/>
            </a:bodyPr>
            <a:lstStyle/>
            <a:p>
              <a:r>
                <a:rPr lang="en-US" altLang="zh-CN" b="1" dirty="0" smtClean="0">
                  <a:solidFill>
                    <a:srgbClr val="FF0000"/>
                  </a:solidFill>
                </a:rPr>
                <a:t>2008.4</a:t>
              </a:r>
            </a:p>
          </p:txBody>
        </p:sp>
        <p:sp>
          <p:nvSpPr>
            <p:cNvPr id="58" name="线形标注 1 57"/>
            <p:cNvSpPr/>
            <p:nvPr/>
          </p:nvSpPr>
          <p:spPr>
            <a:xfrm>
              <a:off x="16072982" y="1669237"/>
              <a:ext cx="3516930" cy="1611922"/>
            </a:xfrm>
            <a:prstGeom prst="borderCallout1">
              <a:avLst>
                <a:gd name="adj1" fmla="val 126092"/>
                <a:gd name="adj2" fmla="val 34694"/>
                <a:gd name="adj3" fmla="val 98951"/>
                <a:gd name="adj4" fmla="val 34387"/>
              </a:avLst>
            </a:prstGeom>
            <a:solidFill>
              <a:srgbClr val="FAFAFA"/>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2000" b="1" dirty="0" smtClean="0">
                  <a:solidFill>
                    <a:srgbClr val="0053A3"/>
                  </a:solidFill>
                </a:rPr>
                <a:t>自</a:t>
              </a:r>
              <a:r>
                <a:rPr lang="en-US" altLang="zh-CN" sz="2000" b="1" dirty="0" smtClean="0">
                  <a:solidFill>
                    <a:srgbClr val="0053A3"/>
                  </a:solidFill>
                </a:rPr>
                <a:t>2012</a:t>
              </a:r>
              <a:r>
                <a:rPr lang="zh-CN" altLang="zh-CN" sz="2000" b="1" dirty="0" smtClean="0">
                  <a:solidFill>
                    <a:srgbClr val="0053A3"/>
                  </a:solidFill>
                </a:rPr>
                <a:t>年以来，全国硕士研究生报名人数高达</a:t>
              </a:r>
              <a:r>
                <a:rPr lang="en-US" altLang="zh-CN" sz="2000" b="1" dirty="0" smtClean="0">
                  <a:solidFill>
                    <a:srgbClr val="0053A3"/>
                  </a:solidFill>
                </a:rPr>
                <a:t>165.6</a:t>
              </a:r>
              <a:r>
                <a:rPr lang="zh-CN" altLang="zh-CN" sz="2000" b="1" dirty="0" smtClean="0">
                  <a:solidFill>
                    <a:srgbClr val="0053A3"/>
                  </a:solidFill>
                </a:rPr>
                <a:t>万，且连续三年年增超过</a:t>
              </a:r>
              <a:r>
                <a:rPr lang="en-US" altLang="zh-CN" sz="2000" b="1" dirty="0" smtClean="0">
                  <a:solidFill>
                    <a:srgbClr val="0053A3"/>
                  </a:solidFill>
                </a:rPr>
                <a:t>10</a:t>
              </a:r>
              <a:r>
                <a:rPr lang="zh-CN" altLang="zh-CN" sz="2000" b="1" dirty="0" smtClean="0">
                  <a:solidFill>
                    <a:srgbClr val="0053A3"/>
                  </a:solidFill>
                </a:rPr>
                <a:t>万人</a:t>
              </a:r>
            </a:p>
          </p:txBody>
        </p:sp>
        <p:sp>
          <p:nvSpPr>
            <p:cNvPr id="59" name="TextBox 58"/>
            <p:cNvSpPr txBox="1"/>
            <p:nvPr/>
          </p:nvSpPr>
          <p:spPr>
            <a:xfrm>
              <a:off x="16751623" y="3753986"/>
              <a:ext cx="1254376" cy="369332"/>
            </a:xfrm>
            <a:prstGeom prst="rect">
              <a:avLst/>
            </a:prstGeom>
            <a:noFill/>
          </p:spPr>
          <p:txBody>
            <a:bodyPr wrap="square" rtlCol="0">
              <a:spAutoFit/>
            </a:bodyPr>
            <a:lstStyle/>
            <a:p>
              <a:r>
                <a:rPr lang="en-US" altLang="zh-CN" b="1" dirty="0" smtClean="0">
                  <a:solidFill>
                    <a:srgbClr val="FF0000"/>
                  </a:solidFill>
                </a:rPr>
                <a:t>2012</a:t>
              </a:r>
            </a:p>
          </p:txBody>
        </p:sp>
      </p:gr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p:cTn id="7" dur="300" fill="hold"/>
                                        <p:tgtEl>
                                          <p:spTgt spid="12291"/>
                                        </p:tgtEl>
                                        <p:attrNameLst>
                                          <p:attrName>ppt_w</p:attrName>
                                        </p:attrNameLst>
                                      </p:cBhvr>
                                      <p:tavLst>
                                        <p:tav tm="0">
                                          <p:val>
                                            <p:fltVal val="0"/>
                                          </p:val>
                                        </p:tav>
                                        <p:tav tm="100000">
                                          <p:val>
                                            <p:strVal val="#ppt_w"/>
                                          </p:val>
                                        </p:tav>
                                      </p:tavLst>
                                    </p:anim>
                                    <p:anim calcmode="lin" valueType="num">
                                      <p:cBhvr>
                                        <p:cTn id="8" dur="300" fill="hold"/>
                                        <p:tgtEl>
                                          <p:spTgt spid="12291"/>
                                        </p:tgtEl>
                                        <p:attrNameLst>
                                          <p:attrName>ppt_h</p:attrName>
                                        </p:attrNameLst>
                                      </p:cBhvr>
                                      <p:tavLst>
                                        <p:tav tm="0">
                                          <p:val>
                                            <p:fltVal val="0"/>
                                          </p:val>
                                        </p:tav>
                                        <p:tav tm="100000">
                                          <p:val>
                                            <p:strVal val="#ppt_h"/>
                                          </p:val>
                                        </p:tav>
                                      </p:tavLst>
                                    </p:anim>
                                    <p:anim calcmode="lin" valueType="num">
                                      <p:cBhvr>
                                        <p:cTn id="9" dur="300" fill="hold"/>
                                        <p:tgtEl>
                                          <p:spTgt spid="12291"/>
                                        </p:tgtEl>
                                        <p:attrNameLst>
                                          <p:attrName>style.rotation</p:attrName>
                                        </p:attrNameLst>
                                      </p:cBhvr>
                                      <p:tavLst>
                                        <p:tav tm="0">
                                          <p:val>
                                            <p:fltVal val="90"/>
                                          </p:val>
                                        </p:tav>
                                        <p:tav tm="100000">
                                          <p:val>
                                            <p:fltVal val="0"/>
                                          </p:val>
                                        </p:tav>
                                      </p:tavLst>
                                    </p:anim>
                                    <p:animEffect transition="in" filter="fade">
                                      <p:cBhvr>
                                        <p:cTn id="10" dur="300"/>
                                        <p:tgtEl>
                                          <p:spTgt spid="12291"/>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2290"/>
                                        </p:tgtEl>
                                        <p:attrNameLst>
                                          <p:attrName>style.visibility</p:attrName>
                                        </p:attrNameLst>
                                      </p:cBhvr>
                                      <p:to>
                                        <p:strVal val="visible"/>
                                      </p:to>
                                    </p:set>
                                    <p:anim calcmode="lin" valueType="num">
                                      <p:cBhvr>
                                        <p:cTn id="14" dur="400" fill="hold"/>
                                        <p:tgtEl>
                                          <p:spTgt spid="1229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2290"/>
                                        </p:tgtEl>
                                        <p:attrNameLst>
                                          <p:attrName>ppt_y</p:attrName>
                                        </p:attrNameLst>
                                      </p:cBhvr>
                                      <p:tavLst>
                                        <p:tav tm="0">
                                          <p:val>
                                            <p:strVal val="#ppt_y"/>
                                          </p:val>
                                        </p:tav>
                                        <p:tav tm="100000">
                                          <p:val>
                                            <p:strVal val="#ppt_y"/>
                                          </p:val>
                                        </p:tav>
                                      </p:tavLst>
                                    </p:anim>
                                    <p:anim calcmode="lin" valueType="num">
                                      <p:cBhvr>
                                        <p:cTn id="16" dur="400" fill="hold"/>
                                        <p:tgtEl>
                                          <p:spTgt spid="1229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229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2290"/>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43"/>
                                        </p:tgtEl>
                                        <p:attrNameLst>
                                          <p:attrName>style.visibility</p:attrName>
                                        </p:attrNameLst>
                                      </p:cBhvr>
                                      <p:to>
                                        <p:strVal val="visible"/>
                                      </p:to>
                                    </p:set>
                                    <p:animEffect transition="in" filter="wipe(left)">
                                      <p:cBhvr>
                                        <p:cTn id="21" dur="500"/>
                                        <p:tgtEl>
                                          <p:spTgt spid="43"/>
                                        </p:tgtEl>
                                      </p:cBhvr>
                                    </p:animEffect>
                                  </p:childTnLst>
                                </p:cTn>
                              </p:par>
                            </p:childTnLst>
                          </p:cTn>
                        </p:par>
                      </p:childTnLst>
                    </p:cTn>
                  </p:par>
                  <p:par>
                    <p:cTn id="22" fill="hold">
                      <p:stCondLst>
                        <p:cond delay="indefinite"/>
                      </p:stCondLst>
                      <p:childTnLst>
                        <p:par>
                          <p:cTn id="23" fill="hold">
                            <p:stCondLst>
                              <p:cond delay="0"/>
                            </p:stCondLst>
                            <p:childTnLst>
                              <p:par>
                                <p:cTn id="24" presetID="35" presetClass="path" presetSubtype="0" accel="50000" decel="50000" fill="hold" nodeType="clickEffect">
                                  <p:stCondLst>
                                    <p:cond delay="0"/>
                                  </p:stCondLst>
                                  <p:childTnLst>
                                    <p:animMotion origin="layout" path="M 0.04661 -0.00417 L -0.59844 0.00139 " pathEditMode="relative" rAng="0" ptsTypes="AA">
                                      <p:cBhvr>
                                        <p:cTn id="25" dur="2000" fill="hold"/>
                                        <p:tgtEl>
                                          <p:spTgt spid="44"/>
                                        </p:tgtEl>
                                        <p:attrNameLst>
                                          <p:attrName>ppt_x</p:attrName>
                                          <p:attrName>ppt_y</p:attrName>
                                        </p:attrNameLst>
                                      </p:cBhvr>
                                      <p:rCtr x="-32300" y="300"/>
                                    </p:animMotion>
                                  </p:childTnLst>
                                </p:cTn>
                              </p:par>
                            </p:childTnLst>
                          </p:cTn>
                        </p:par>
                      </p:childTnLst>
                    </p:cTn>
                  </p:par>
                  <p:par>
                    <p:cTn id="26" fill="hold">
                      <p:stCondLst>
                        <p:cond delay="indefinite"/>
                      </p:stCondLst>
                      <p:childTnLst>
                        <p:par>
                          <p:cTn id="27" fill="hold">
                            <p:stCondLst>
                              <p:cond delay="0"/>
                            </p:stCondLst>
                            <p:childTnLst>
                              <p:par>
                                <p:cTn id="28" presetID="35" presetClass="path" presetSubtype="0" accel="50000" decel="50000" fill="hold" nodeType="clickEffect">
                                  <p:stCondLst>
                                    <p:cond delay="0"/>
                                  </p:stCondLst>
                                  <p:childTnLst>
                                    <p:animMotion origin="layout" path="M -0.59844 0.00139 L -1.08516 -7.40741E-7 " pathEditMode="relative" rAng="0" ptsTypes="AA">
                                      <p:cBhvr>
                                        <p:cTn id="29" dur="2000" fill="hold"/>
                                        <p:tgtEl>
                                          <p:spTgt spid="44"/>
                                        </p:tgtEl>
                                        <p:attrNameLst>
                                          <p:attrName>ppt_x</p:attrName>
                                          <p:attrName>ppt_y</p:attrName>
                                        </p:attrNameLst>
                                      </p:cBhvr>
                                      <p:rCtr x="-24300" y="-1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autoUpdateAnimBg="0"/>
      <p:bldP spid="12291" grpId="0" animBg="1"/>
      <p:bldP spid="4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27"/>
          <p:cNvSpPr txBox="1">
            <a:spLocks noChangeArrowheads="1"/>
          </p:cNvSpPr>
          <p:nvPr/>
        </p:nvSpPr>
        <p:spPr bwMode="auto">
          <a:xfrm>
            <a:off x="1012825" y="176213"/>
            <a:ext cx="3576620"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1.1 </a:t>
            </a:r>
            <a:r>
              <a:rPr lang="zh-CN" altLang="en-US" sz="3000" b="1" dirty="0" smtClean="0">
                <a:solidFill>
                  <a:schemeClr val="accent1"/>
                </a:solidFill>
                <a:latin typeface="微软雅黑" pitchFamily="34" charset="-122"/>
                <a:ea typeface="微软雅黑" pitchFamily="34" charset="-122"/>
              </a:rPr>
              <a:t>研究背景与意义</a:t>
            </a:r>
            <a:endParaRPr lang="zh-CN" altLang="en-US" sz="3000" b="1" dirty="0">
              <a:solidFill>
                <a:schemeClr val="accent1"/>
              </a:solidFill>
              <a:latin typeface="微软雅黑" pitchFamily="34" charset="-122"/>
              <a:ea typeface="微软雅黑" pitchFamily="34" charset="-122"/>
            </a:endParaRPr>
          </a:p>
        </p:txBody>
      </p:sp>
      <p:sp>
        <p:nvSpPr>
          <p:cNvPr id="12291"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round/>
            <a:headEnd/>
            <a:tailEnd/>
          </a:ln>
        </p:spPr>
        <p:txBody>
          <a:bodyPr/>
          <a:lstStyle/>
          <a:p>
            <a:endParaRPr lang="zh-CN" altLang="en-US"/>
          </a:p>
        </p:txBody>
      </p:sp>
      <p:pic>
        <p:nvPicPr>
          <p:cNvPr id="26" name="Picture 2" descr="全国硕士研究生报名趋势"/>
          <p:cNvPicPr>
            <a:picLocks noChangeAspect="1" noChangeArrowheads="1"/>
          </p:cNvPicPr>
          <p:nvPr/>
        </p:nvPicPr>
        <p:blipFill>
          <a:blip r:embed="rId2" cstate="print"/>
          <a:srcRect/>
          <a:stretch>
            <a:fillRect/>
          </a:stretch>
        </p:blipFill>
        <p:spPr bwMode="auto">
          <a:xfrm>
            <a:off x="4976444" y="1802194"/>
            <a:ext cx="7215556" cy="4440344"/>
          </a:xfrm>
          <a:prstGeom prst="rect">
            <a:avLst/>
          </a:prstGeom>
          <a:noFill/>
        </p:spPr>
      </p:pic>
      <p:sp>
        <p:nvSpPr>
          <p:cNvPr id="27" name="矩形 26"/>
          <p:cNvSpPr/>
          <p:nvPr/>
        </p:nvSpPr>
        <p:spPr>
          <a:xfrm>
            <a:off x="695323" y="1126274"/>
            <a:ext cx="2646878"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招生规模逐年递增</a:t>
            </a:r>
            <a:endParaRPr lang="en-US" altLang="zh-CN" sz="2400" b="1" dirty="0" smtClean="0">
              <a:solidFill>
                <a:srgbClr val="F8F8F8"/>
              </a:solidFill>
              <a:latin typeface="+mn-ea"/>
              <a:ea typeface="+mn-ea"/>
            </a:endParaRPr>
          </a:p>
        </p:txBody>
      </p:sp>
      <p:grpSp>
        <p:nvGrpSpPr>
          <p:cNvPr id="28" name="组合 27"/>
          <p:cNvGrpSpPr/>
          <p:nvPr/>
        </p:nvGrpSpPr>
        <p:grpSpPr>
          <a:xfrm>
            <a:off x="695325" y="1944568"/>
            <a:ext cx="3753583" cy="3084631"/>
            <a:chOff x="695323" y="2497154"/>
            <a:chExt cx="10801351" cy="1206884"/>
          </a:xfrm>
        </p:grpSpPr>
        <p:sp>
          <p:nvSpPr>
            <p:cNvPr id="29" name="矩形 28"/>
            <p:cNvSpPr/>
            <p:nvPr/>
          </p:nvSpPr>
          <p:spPr>
            <a:xfrm>
              <a:off x="695324" y="2500088"/>
              <a:ext cx="10801349" cy="1203950"/>
            </a:xfrm>
            <a:prstGeom prst="rect">
              <a:avLst/>
            </a:prstGeom>
            <a:solidFill>
              <a:srgbClr val="ECECEC"/>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695323" y="2497154"/>
              <a:ext cx="10801351" cy="1119904"/>
            </a:xfrm>
            <a:prstGeom prst="rect">
              <a:avLst/>
            </a:prstGeom>
            <a:ln>
              <a:solidFill>
                <a:srgbClr val="363636"/>
              </a:solidFill>
            </a:ln>
          </p:spPr>
          <p:txBody>
            <a:bodyPr wrap="square">
              <a:spAutoFit/>
            </a:bodyPr>
            <a:lstStyle/>
            <a:p>
              <a:pPr>
                <a:lnSpc>
                  <a:spcPct val="125000"/>
                </a:lnSpc>
              </a:pPr>
              <a:r>
                <a:rPr lang="en-US" altLang="zh-CN" sz="2400" dirty="0" smtClean="0">
                  <a:solidFill>
                    <a:srgbClr val="363636"/>
                  </a:solidFill>
                  <a:latin typeface="+mn-ea"/>
                  <a:ea typeface="+mn-ea"/>
                </a:rPr>
                <a:t>1999</a:t>
              </a:r>
              <a:r>
                <a:rPr lang="zh-CN" altLang="zh-CN" sz="2400" dirty="0" smtClean="0">
                  <a:solidFill>
                    <a:srgbClr val="363636"/>
                  </a:solidFill>
                  <a:latin typeface="+mn-ea"/>
                  <a:ea typeface="+mn-ea"/>
                </a:rPr>
                <a:t>年</a:t>
              </a:r>
              <a:r>
                <a:rPr lang="en-US" altLang="zh-CN" sz="2400" dirty="0" smtClean="0">
                  <a:solidFill>
                    <a:srgbClr val="363636"/>
                  </a:solidFill>
                  <a:latin typeface="+mn-ea"/>
                  <a:ea typeface="+mn-ea"/>
                </a:rPr>
                <a:t>6</a:t>
              </a:r>
              <a:r>
                <a:rPr lang="zh-CN" altLang="zh-CN" sz="2400" dirty="0" smtClean="0">
                  <a:solidFill>
                    <a:srgbClr val="363636"/>
                  </a:solidFill>
                  <a:latin typeface="+mn-ea"/>
                  <a:ea typeface="+mn-ea"/>
                </a:rPr>
                <a:t>月</a:t>
              </a:r>
              <a:r>
                <a:rPr lang="en-US" altLang="zh-CN" sz="2400" dirty="0" smtClean="0">
                  <a:solidFill>
                    <a:srgbClr val="363636"/>
                  </a:solidFill>
                  <a:latin typeface="+mn-ea"/>
                  <a:ea typeface="+mn-ea"/>
                </a:rPr>
                <a:t>16</a:t>
              </a:r>
              <a:r>
                <a:rPr lang="zh-CN" altLang="zh-CN" sz="2400" dirty="0" smtClean="0">
                  <a:solidFill>
                    <a:srgbClr val="363636"/>
                  </a:solidFill>
                  <a:latin typeface="+mn-ea"/>
                  <a:ea typeface="+mn-ea"/>
                </a:rPr>
                <a:t>日，原国家计划发展委员会和教育部联合下发《普通高等院校扩大高校招生规模通知》，我国普通高等院校招生规模逐年递增。</a:t>
              </a:r>
              <a:endParaRPr lang="en-US" altLang="zh-CN" sz="2400" dirty="0">
                <a:solidFill>
                  <a:srgbClr val="363636"/>
                </a:solidFill>
                <a:latin typeface="+mn-ea"/>
                <a:ea typeface="+mn-ea"/>
              </a:endParaRPr>
            </a:p>
          </p:txBody>
        </p:sp>
      </p:gr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p:cTn id="7" dur="300" fill="hold"/>
                                        <p:tgtEl>
                                          <p:spTgt spid="12291"/>
                                        </p:tgtEl>
                                        <p:attrNameLst>
                                          <p:attrName>ppt_w</p:attrName>
                                        </p:attrNameLst>
                                      </p:cBhvr>
                                      <p:tavLst>
                                        <p:tav tm="0">
                                          <p:val>
                                            <p:fltVal val="0"/>
                                          </p:val>
                                        </p:tav>
                                        <p:tav tm="100000">
                                          <p:val>
                                            <p:strVal val="#ppt_w"/>
                                          </p:val>
                                        </p:tav>
                                      </p:tavLst>
                                    </p:anim>
                                    <p:anim calcmode="lin" valueType="num">
                                      <p:cBhvr>
                                        <p:cTn id="8" dur="300" fill="hold"/>
                                        <p:tgtEl>
                                          <p:spTgt spid="12291"/>
                                        </p:tgtEl>
                                        <p:attrNameLst>
                                          <p:attrName>ppt_h</p:attrName>
                                        </p:attrNameLst>
                                      </p:cBhvr>
                                      <p:tavLst>
                                        <p:tav tm="0">
                                          <p:val>
                                            <p:fltVal val="0"/>
                                          </p:val>
                                        </p:tav>
                                        <p:tav tm="100000">
                                          <p:val>
                                            <p:strVal val="#ppt_h"/>
                                          </p:val>
                                        </p:tav>
                                      </p:tavLst>
                                    </p:anim>
                                    <p:anim calcmode="lin" valueType="num">
                                      <p:cBhvr>
                                        <p:cTn id="9" dur="300" fill="hold"/>
                                        <p:tgtEl>
                                          <p:spTgt spid="12291"/>
                                        </p:tgtEl>
                                        <p:attrNameLst>
                                          <p:attrName>style.rotation</p:attrName>
                                        </p:attrNameLst>
                                      </p:cBhvr>
                                      <p:tavLst>
                                        <p:tav tm="0">
                                          <p:val>
                                            <p:fltVal val="90"/>
                                          </p:val>
                                        </p:tav>
                                        <p:tav tm="100000">
                                          <p:val>
                                            <p:fltVal val="0"/>
                                          </p:val>
                                        </p:tav>
                                      </p:tavLst>
                                    </p:anim>
                                    <p:animEffect transition="in" filter="fade">
                                      <p:cBhvr>
                                        <p:cTn id="10" dur="300"/>
                                        <p:tgtEl>
                                          <p:spTgt spid="12291"/>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2290"/>
                                        </p:tgtEl>
                                        <p:attrNameLst>
                                          <p:attrName>style.visibility</p:attrName>
                                        </p:attrNameLst>
                                      </p:cBhvr>
                                      <p:to>
                                        <p:strVal val="visible"/>
                                      </p:to>
                                    </p:set>
                                    <p:anim calcmode="lin" valueType="num">
                                      <p:cBhvr>
                                        <p:cTn id="14" dur="400" fill="hold"/>
                                        <p:tgtEl>
                                          <p:spTgt spid="1229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2290"/>
                                        </p:tgtEl>
                                        <p:attrNameLst>
                                          <p:attrName>ppt_y</p:attrName>
                                        </p:attrNameLst>
                                      </p:cBhvr>
                                      <p:tavLst>
                                        <p:tav tm="0">
                                          <p:val>
                                            <p:strVal val="#ppt_y"/>
                                          </p:val>
                                        </p:tav>
                                        <p:tav tm="100000">
                                          <p:val>
                                            <p:strVal val="#ppt_y"/>
                                          </p:val>
                                        </p:tav>
                                      </p:tavLst>
                                    </p:anim>
                                    <p:anim calcmode="lin" valueType="num">
                                      <p:cBhvr>
                                        <p:cTn id="16" dur="400" fill="hold"/>
                                        <p:tgtEl>
                                          <p:spTgt spid="1229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229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2290"/>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wipe(left)">
                                      <p:cBhvr>
                                        <p:cTn id="21" dur="500"/>
                                        <p:tgtEl>
                                          <p:spTgt spid="27"/>
                                        </p:tgtEl>
                                      </p:cBhvr>
                                    </p:animEffect>
                                  </p:childTnLst>
                                </p:cTn>
                              </p:par>
                              <p:par>
                                <p:cTn id="22" presetID="22" presetClass="entr" presetSubtype="8" fill="hold" nodeType="withEffect">
                                  <p:stCondLst>
                                    <p:cond delay="600"/>
                                  </p:stCondLst>
                                  <p:childTnLst>
                                    <p:set>
                                      <p:cBhvr>
                                        <p:cTn id="23" dur="1" fill="hold">
                                          <p:stCondLst>
                                            <p:cond delay="0"/>
                                          </p:stCondLst>
                                        </p:cTn>
                                        <p:tgtEl>
                                          <p:spTgt spid="28"/>
                                        </p:tgtEl>
                                        <p:attrNameLst>
                                          <p:attrName>style.visibility</p:attrName>
                                        </p:attrNameLst>
                                      </p:cBhvr>
                                      <p:to>
                                        <p:strVal val="visible"/>
                                      </p:to>
                                    </p:set>
                                    <p:animEffect transition="in" filter="wipe(left)">
                                      <p:cBhvr>
                                        <p:cTn id="24"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autoUpdateAnimBg="0"/>
      <p:bldP spid="12291" grpId="0" animBg="1"/>
      <p:bldP spid="2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27"/>
          <p:cNvSpPr txBox="1">
            <a:spLocks noChangeArrowheads="1"/>
          </p:cNvSpPr>
          <p:nvPr/>
        </p:nvSpPr>
        <p:spPr bwMode="auto">
          <a:xfrm>
            <a:off x="1012825" y="176213"/>
            <a:ext cx="3576620"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1.1 </a:t>
            </a:r>
            <a:r>
              <a:rPr lang="zh-CN" altLang="en-US" sz="3000" b="1" dirty="0" smtClean="0">
                <a:solidFill>
                  <a:schemeClr val="accent1"/>
                </a:solidFill>
                <a:latin typeface="微软雅黑" pitchFamily="34" charset="-122"/>
                <a:ea typeface="微软雅黑" pitchFamily="34" charset="-122"/>
              </a:rPr>
              <a:t>研究背景与意义</a:t>
            </a:r>
            <a:endParaRPr lang="zh-CN" altLang="en-US" sz="3000" b="1" dirty="0">
              <a:solidFill>
                <a:schemeClr val="accent1"/>
              </a:solidFill>
              <a:latin typeface="微软雅黑" pitchFamily="34" charset="-122"/>
              <a:ea typeface="微软雅黑" pitchFamily="34" charset="-122"/>
            </a:endParaRPr>
          </a:p>
        </p:txBody>
      </p:sp>
      <p:sp>
        <p:nvSpPr>
          <p:cNvPr id="12291"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round/>
            <a:headEnd/>
            <a:tailEnd/>
          </a:ln>
        </p:spPr>
        <p:txBody>
          <a:bodyPr/>
          <a:lstStyle/>
          <a:p>
            <a:endParaRPr lang="zh-CN" altLang="en-US"/>
          </a:p>
        </p:txBody>
      </p:sp>
      <p:sp>
        <p:nvSpPr>
          <p:cNvPr id="9" name="矩形 8"/>
          <p:cNvSpPr/>
          <p:nvPr/>
        </p:nvSpPr>
        <p:spPr>
          <a:xfrm>
            <a:off x="695323" y="1126274"/>
            <a:ext cx="1415772" cy="461665"/>
          </a:xfrm>
          <a:prstGeom prst="rect">
            <a:avLst/>
          </a:prstGeom>
          <a:solidFill>
            <a:srgbClr val="006BBC"/>
          </a:solidFill>
          <a:ln>
            <a:solidFill>
              <a:srgbClr val="006BBC"/>
            </a:solidFill>
          </a:ln>
        </p:spPr>
        <p:txBody>
          <a:bodyPr wrap="none">
            <a:spAutoFit/>
          </a:bodyPr>
          <a:lstStyle/>
          <a:p>
            <a:r>
              <a:rPr lang="zh-CN" altLang="en-US" sz="2400" b="1" dirty="0">
                <a:solidFill>
                  <a:srgbClr val="F8F8F8"/>
                </a:solidFill>
                <a:latin typeface="+mn-ea"/>
                <a:ea typeface="+mn-ea"/>
              </a:rPr>
              <a:t>研究</a:t>
            </a:r>
            <a:r>
              <a:rPr lang="zh-CN" altLang="en-US" sz="2400" b="1" dirty="0" smtClean="0">
                <a:solidFill>
                  <a:srgbClr val="F8F8F8"/>
                </a:solidFill>
                <a:latin typeface="+mn-ea"/>
                <a:ea typeface="+mn-ea"/>
              </a:rPr>
              <a:t>意义</a:t>
            </a:r>
            <a:endParaRPr lang="en-US" altLang="zh-CN" sz="2400" b="1" dirty="0" smtClean="0">
              <a:solidFill>
                <a:srgbClr val="F8F8F8"/>
              </a:solidFill>
              <a:latin typeface="+mn-ea"/>
              <a:ea typeface="+mn-ea"/>
            </a:endParaRPr>
          </a:p>
        </p:txBody>
      </p:sp>
      <p:sp>
        <p:nvSpPr>
          <p:cNvPr id="10" name="Line 9"/>
          <p:cNvSpPr>
            <a:spLocks noChangeShapeType="1"/>
          </p:cNvSpPr>
          <p:nvPr/>
        </p:nvSpPr>
        <p:spPr bwMode="auto">
          <a:xfrm>
            <a:off x="2836863" y="2253746"/>
            <a:ext cx="8459787" cy="0"/>
          </a:xfrm>
          <a:prstGeom prst="line">
            <a:avLst/>
          </a:prstGeom>
          <a:noFill/>
          <a:ln w="13">
            <a:solidFill>
              <a:srgbClr val="2E2C2C"/>
            </a:solidFill>
            <a:round/>
            <a:headEnd/>
            <a:tailEnd/>
          </a:ln>
        </p:spPr>
        <p:txBody>
          <a:bodyPr/>
          <a:lstStyle/>
          <a:p>
            <a:endParaRPr lang="zh-CN" altLang="en-US"/>
          </a:p>
        </p:txBody>
      </p:sp>
      <p:sp>
        <p:nvSpPr>
          <p:cNvPr id="11" name="TextBox 5"/>
          <p:cNvSpPr txBox="1">
            <a:spLocks noChangeArrowheads="1"/>
          </p:cNvSpPr>
          <p:nvPr/>
        </p:nvSpPr>
        <p:spPr bwMode="auto">
          <a:xfrm>
            <a:off x="2871788" y="1793371"/>
            <a:ext cx="3794125" cy="431800"/>
          </a:xfrm>
          <a:prstGeom prst="rect">
            <a:avLst/>
          </a:prstGeom>
          <a:noFill/>
          <a:ln w="9525">
            <a:noFill/>
            <a:miter lim="800000"/>
            <a:headEnd/>
            <a:tailEnd/>
          </a:ln>
        </p:spPr>
        <p:txBody>
          <a:bodyPr>
            <a:spAutoFit/>
          </a:bodyPr>
          <a:lstStyle/>
          <a:p>
            <a:pPr eaLnBrk="1" hangingPunct="1"/>
            <a:r>
              <a:rPr lang="zh-CN" altLang="en-US" sz="2200" b="1" dirty="0" smtClean="0">
                <a:solidFill>
                  <a:schemeClr val="accent1"/>
                </a:solidFill>
                <a:latin typeface="微软雅黑" pitchFamily="34" charset="-122"/>
                <a:ea typeface="微软雅黑" pitchFamily="34" charset="-122"/>
              </a:rPr>
              <a:t>提前锁定优质研究生生源</a:t>
            </a:r>
            <a:endParaRPr lang="en-US" altLang="zh-CN" sz="2200" b="1" dirty="0">
              <a:solidFill>
                <a:schemeClr val="accent1"/>
              </a:solidFill>
              <a:latin typeface="微软雅黑" pitchFamily="34" charset="-122"/>
              <a:ea typeface="微软雅黑" pitchFamily="34" charset="-122"/>
            </a:endParaRPr>
          </a:p>
        </p:txBody>
      </p:sp>
      <p:sp>
        <p:nvSpPr>
          <p:cNvPr id="12" name="TextBox 6"/>
          <p:cNvSpPr txBox="1">
            <a:spLocks noChangeArrowheads="1"/>
          </p:cNvSpPr>
          <p:nvPr/>
        </p:nvSpPr>
        <p:spPr bwMode="auto">
          <a:xfrm>
            <a:off x="2863850" y="2304546"/>
            <a:ext cx="8432800" cy="646331"/>
          </a:xfrm>
          <a:prstGeom prst="rect">
            <a:avLst/>
          </a:prstGeom>
          <a:noFill/>
          <a:ln w="9525">
            <a:noFill/>
            <a:miter lim="800000"/>
            <a:headEnd/>
            <a:tailEnd/>
          </a:ln>
        </p:spPr>
        <p:txBody>
          <a:bodyPr>
            <a:spAutoFit/>
          </a:bodyPr>
          <a:lstStyle/>
          <a:p>
            <a:pPr eaLnBrk="1" hangingPunct="1"/>
            <a:r>
              <a:rPr lang="zh-CN" altLang="en-US" dirty="0" smtClean="0">
                <a:solidFill>
                  <a:schemeClr val="accent1"/>
                </a:solidFill>
                <a:latin typeface="微软雅黑" pitchFamily="34" charset="-122"/>
                <a:ea typeface="微软雅黑" pitchFamily="34" charset="-122"/>
              </a:rPr>
              <a:t>随着国家对高等教育的重视，研究生招生规模逐年递增，高校对于优质生源的竞争日趋激烈。</a:t>
            </a:r>
            <a:endParaRPr lang="zh-CN" altLang="en-US" dirty="0">
              <a:solidFill>
                <a:schemeClr val="accent1"/>
              </a:solidFill>
              <a:latin typeface="微软雅黑" pitchFamily="34" charset="-122"/>
              <a:ea typeface="微软雅黑" pitchFamily="34" charset="-122"/>
            </a:endParaRPr>
          </a:p>
        </p:txBody>
      </p:sp>
      <p:sp>
        <p:nvSpPr>
          <p:cNvPr id="13" name="Freeform 8"/>
          <p:cNvSpPr>
            <a:spLocks/>
          </p:cNvSpPr>
          <p:nvPr/>
        </p:nvSpPr>
        <p:spPr bwMode="auto">
          <a:xfrm>
            <a:off x="2405063" y="2096584"/>
            <a:ext cx="269875" cy="312737"/>
          </a:xfrm>
          <a:custGeom>
            <a:avLst/>
            <a:gdLst>
              <a:gd name="T0" fmla="*/ 2147483646 w 274"/>
              <a:gd name="T1" fmla="*/ 2147483646 h 317"/>
              <a:gd name="T2" fmla="*/ 2147483646 w 274"/>
              <a:gd name="T3" fmla="*/ 2147483646 h 317"/>
              <a:gd name="T4" fmla="*/ 0 w 274"/>
              <a:gd name="T5" fmla="*/ 2147483646 h 317"/>
              <a:gd name="T6" fmla="*/ 0 w 274"/>
              <a:gd name="T7" fmla="*/ 2147483646 h 317"/>
              <a:gd name="T8" fmla="*/ 0 w 274"/>
              <a:gd name="T9" fmla="*/ 0 h 317"/>
              <a:gd name="T10" fmla="*/ 2147483646 w 274"/>
              <a:gd name="T11" fmla="*/ 2147483646 h 317"/>
              <a:gd name="T12" fmla="*/ 2147483646 w 274"/>
              <a:gd name="T13" fmla="*/ 2147483646 h 3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4" h="317">
                <a:moveTo>
                  <a:pt x="274" y="158"/>
                </a:moveTo>
                <a:lnTo>
                  <a:pt x="137" y="238"/>
                </a:lnTo>
                <a:lnTo>
                  <a:pt x="0" y="317"/>
                </a:lnTo>
                <a:lnTo>
                  <a:pt x="0" y="158"/>
                </a:lnTo>
                <a:lnTo>
                  <a:pt x="0" y="0"/>
                </a:lnTo>
                <a:lnTo>
                  <a:pt x="137" y="79"/>
                </a:lnTo>
                <a:lnTo>
                  <a:pt x="274" y="158"/>
                </a:lnTo>
                <a:close/>
              </a:path>
            </a:pathLst>
          </a:custGeom>
          <a:solidFill>
            <a:srgbClr val="113E6A"/>
          </a:solidFill>
          <a:ln w="9525">
            <a:noFill/>
            <a:round/>
            <a:headEnd/>
            <a:tailEnd/>
          </a:ln>
        </p:spPr>
        <p:txBody>
          <a:bodyPr/>
          <a:lstStyle/>
          <a:p>
            <a:endParaRPr lang="zh-CN" altLang="en-US"/>
          </a:p>
        </p:txBody>
      </p:sp>
      <p:sp>
        <p:nvSpPr>
          <p:cNvPr id="14" name="Line 9"/>
          <p:cNvSpPr>
            <a:spLocks noChangeShapeType="1"/>
          </p:cNvSpPr>
          <p:nvPr/>
        </p:nvSpPr>
        <p:spPr bwMode="auto">
          <a:xfrm>
            <a:off x="2836863" y="5855784"/>
            <a:ext cx="8459787" cy="0"/>
          </a:xfrm>
          <a:prstGeom prst="line">
            <a:avLst/>
          </a:prstGeom>
          <a:noFill/>
          <a:ln w="13">
            <a:solidFill>
              <a:srgbClr val="2E2C2C"/>
            </a:solidFill>
            <a:round/>
            <a:headEnd/>
            <a:tailEnd/>
          </a:ln>
        </p:spPr>
        <p:txBody>
          <a:bodyPr/>
          <a:lstStyle/>
          <a:p>
            <a:endParaRPr lang="zh-CN" altLang="en-US"/>
          </a:p>
        </p:txBody>
      </p:sp>
      <p:sp>
        <p:nvSpPr>
          <p:cNvPr id="15" name="TextBox 9"/>
          <p:cNvSpPr txBox="1">
            <a:spLocks noChangeArrowheads="1"/>
          </p:cNvSpPr>
          <p:nvPr/>
        </p:nvSpPr>
        <p:spPr bwMode="auto">
          <a:xfrm>
            <a:off x="2871788" y="5396996"/>
            <a:ext cx="3563937" cy="431800"/>
          </a:xfrm>
          <a:prstGeom prst="rect">
            <a:avLst/>
          </a:prstGeom>
          <a:noFill/>
          <a:ln w="9525">
            <a:noFill/>
            <a:miter lim="800000"/>
            <a:headEnd/>
            <a:tailEnd/>
          </a:ln>
        </p:spPr>
        <p:txBody>
          <a:bodyPr>
            <a:spAutoFit/>
          </a:bodyPr>
          <a:lstStyle/>
          <a:p>
            <a:pPr eaLnBrk="1" hangingPunct="1"/>
            <a:r>
              <a:rPr lang="zh-CN" altLang="en-US" sz="2200" b="1" dirty="0" smtClean="0">
                <a:solidFill>
                  <a:schemeClr val="accent1"/>
                </a:solidFill>
                <a:latin typeface="微软雅黑" pitchFamily="34" charset="-122"/>
                <a:ea typeface="微软雅黑" pitchFamily="34" charset="-122"/>
              </a:rPr>
              <a:t>提升高校信息化建设水平</a:t>
            </a:r>
            <a:endParaRPr lang="en-US" altLang="zh-CN" sz="2200" b="1" dirty="0">
              <a:solidFill>
                <a:schemeClr val="accent1"/>
              </a:solidFill>
              <a:latin typeface="微软雅黑" pitchFamily="34" charset="-122"/>
              <a:ea typeface="微软雅黑" pitchFamily="34" charset="-122"/>
            </a:endParaRPr>
          </a:p>
        </p:txBody>
      </p:sp>
      <p:sp>
        <p:nvSpPr>
          <p:cNvPr id="16" name="TextBox 10"/>
          <p:cNvSpPr txBox="1">
            <a:spLocks noChangeArrowheads="1"/>
          </p:cNvSpPr>
          <p:nvPr/>
        </p:nvSpPr>
        <p:spPr bwMode="auto">
          <a:xfrm>
            <a:off x="2863850" y="5908171"/>
            <a:ext cx="8432800" cy="369332"/>
          </a:xfrm>
          <a:prstGeom prst="rect">
            <a:avLst/>
          </a:prstGeom>
          <a:noFill/>
          <a:ln w="9525">
            <a:noFill/>
            <a:miter lim="800000"/>
            <a:headEnd/>
            <a:tailEnd/>
          </a:ln>
        </p:spPr>
        <p:txBody>
          <a:bodyPr>
            <a:spAutoFit/>
          </a:bodyPr>
          <a:lstStyle/>
          <a:p>
            <a:pPr eaLnBrk="1" hangingPunct="1"/>
            <a:r>
              <a:rPr lang="zh-CN" altLang="en-US" dirty="0" smtClean="0">
                <a:solidFill>
                  <a:schemeClr val="accent1"/>
                </a:solidFill>
                <a:latin typeface="微软雅黑" pitchFamily="34" charset="-122"/>
                <a:ea typeface="微软雅黑" pitchFamily="34" charset="-122"/>
              </a:rPr>
              <a:t>目前，新兴互联网技术蓬勃发展，信息化建设也已经成为高校发展的重要组成部分。</a:t>
            </a:r>
            <a:endParaRPr lang="zh-CN" altLang="en-US" dirty="0">
              <a:solidFill>
                <a:schemeClr val="accent1"/>
              </a:solidFill>
              <a:latin typeface="微软雅黑" pitchFamily="34" charset="-122"/>
              <a:ea typeface="微软雅黑" pitchFamily="34" charset="-122"/>
            </a:endParaRPr>
          </a:p>
        </p:txBody>
      </p:sp>
      <p:sp>
        <p:nvSpPr>
          <p:cNvPr id="17" name="Freeform 8"/>
          <p:cNvSpPr>
            <a:spLocks/>
          </p:cNvSpPr>
          <p:nvPr/>
        </p:nvSpPr>
        <p:spPr bwMode="auto">
          <a:xfrm>
            <a:off x="2405063" y="5700209"/>
            <a:ext cx="269875" cy="312737"/>
          </a:xfrm>
          <a:custGeom>
            <a:avLst/>
            <a:gdLst>
              <a:gd name="T0" fmla="*/ 2147483646 w 274"/>
              <a:gd name="T1" fmla="*/ 2147483646 h 317"/>
              <a:gd name="T2" fmla="*/ 2147483646 w 274"/>
              <a:gd name="T3" fmla="*/ 2147483646 h 317"/>
              <a:gd name="T4" fmla="*/ 0 w 274"/>
              <a:gd name="T5" fmla="*/ 2147483646 h 317"/>
              <a:gd name="T6" fmla="*/ 0 w 274"/>
              <a:gd name="T7" fmla="*/ 2147483646 h 317"/>
              <a:gd name="T8" fmla="*/ 0 w 274"/>
              <a:gd name="T9" fmla="*/ 0 h 317"/>
              <a:gd name="T10" fmla="*/ 2147483646 w 274"/>
              <a:gd name="T11" fmla="*/ 2147483646 h 317"/>
              <a:gd name="T12" fmla="*/ 2147483646 w 274"/>
              <a:gd name="T13" fmla="*/ 2147483646 h 3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4" h="317">
                <a:moveTo>
                  <a:pt x="274" y="158"/>
                </a:moveTo>
                <a:lnTo>
                  <a:pt x="137" y="238"/>
                </a:lnTo>
                <a:lnTo>
                  <a:pt x="0" y="317"/>
                </a:lnTo>
                <a:lnTo>
                  <a:pt x="0" y="158"/>
                </a:lnTo>
                <a:lnTo>
                  <a:pt x="0" y="0"/>
                </a:lnTo>
                <a:lnTo>
                  <a:pt x="137" y="79"/>
                </a:lnTo>
                <a:lnTo>
                  <a:pt x="274" y="158"/>
                </a:lnTo>
                <a:close/>
              </a:path>
            </a:pathLst>
          </a:custGeom>
          <a:solidFill>
            <a:srgbClr val="113E6A"/>
          </a:solidFill>
          <a:ln w="9525">
            <a:noFill/>
            <a:round/>
            <a:headEnd/>
            <a:tailEnd/>
          </a:ln>
        </p:spPr>
        <p:txBody>
          <a:bodyPr/>
          <a:lstStyle/>
          <a:p>
            <a:endParaRPr lang="zh-CN" altLang="en-US"/>
          </a:p>
        </p:txBody>
      </p:sp>
      <p:sp>
        <p:nvSpPr>
          <p:cNvPr id="18" name="Line 9"/>
          <p:cNvSpPr>
            <a:spLocks noChangeShapeType="1"/>
          </p:cNvSpPr>
          <p:nvPr/>
        </p:nvSpPr>
        <p:spPr bwMode="auto">
          <a:xfrm>
            <a:off x="4097338" y="4014284"/>
            <a:ext cx="7199312" cy="0"/>
          </a:xfrm>
          <a:prstGeom prst="line">
            <a:avLst/>
          </a:prstGeom>
          <a:noFill/>
          <a:ln w="13">
            <a:solidFill>
              <a:srgbClr val="2E2C2C"/>
            </a:solidFill>
            <a:round/>
            <a:headEnd/>
            <a:tailEnd/>
          </a:ln>
        </p:spPr>
        <p:txBody>
          <a:bodyPr/>
          <a:lstStyle/>
          <a:p>
            <a:endParaRPr lang="zh-CN" altLang="en-US"/>
          </a:p>
        </p:txBody>
      </p:sp>
      <p:sp>
        <p:nvSpPr>
          <p:cNvPr id="19" name="TextBox 14"/>
          <p:cNvSpPr txBox="1">
            <a:spLocks noChangeArrowheads="1"/>
          </p:cNvSpPr>
          <p:nvPr/>
        </p:nvSpPr>
        <p:spPr bwMode="auto">
          <a:xfrm>
            <a:off x="4081463" y="3555496"/>
            <a:ext cx="4124074" cy="430887"/>
          </a:xfrm>
          <a:prstGeom prst="rect">
            <a:avLst/>
          </a:prstGeom>
          <a:noFill/>
          <a:ln w="9525">
            <a:noFill/>
            <a:miter lim="800000"/>
            <a:headEnd/>
            <a:tailEnd/>
          </a:ln>
        </p:spPr>
        <p:txBody>
          <a:bodyPr wrap="square">
            <a:spAutoFit/>
          </a:bodyPr>
          <a:lstStyle/>
          <a:p>
            <a:pPr eaLnBrk="1" hangingPunct="1"/>
            <a:r>
              <a:rPr lang="zh-CN" altLang="en-US" sz="2200" b="1" dirty="0" smtClean="0">
                <a:solidFill>
                  <a:schemeClr val="accent1"/>
                </a:solidFill>
                <a:latin typeface="微软雅黑" pitchFamily="34" charset="-122"/>
                <a:ea typeface="微软雅黑" pitchFamily="34" charset="-122"/>
              </a:rPr>
              <a:t>优化研究生招生复试工作流程</a:t>
            </a:r>
            <a:endParaRPr lang="en-US" altLang="zh-CN" sz="2200" b="1" dirty="0">
              <a:solidFill>
                <a:schemeClr val="accent1"/>
              </a:solidFill>
              <a:latin typeface="微软雅黑" pitchFamily="34" charset="-122"/>
              <a:ea typeface="微软雅黑" pitchFamily="34" charset="-122"/>
            </a:endParaRPr>
          </a:p>
        </p:txBody>
      </p:sp>
      <p:sp>
        <p:nvSpPr>
          <p:cNvPr id="20" name="TextBox 15"/>
          <p:cNvSpPr txBox="1">
            <a:spLocks noChangeArrowheads="1"/>
          </p:cNvSpPr>
          <p:nvPr/>
        </p:nvSpPr>
        <p:spPr bwMode="auto">
          <a:xfrm>
            <a:off x="4073525" y="4065084"/>
            <a:ext cx="7223125" cy="646331"/>
          </a:xfrm>
          <a:prstGeom prst="rect">
            <a:avLst/>
          </a:prstGeom>
          <a:noFill/>
          <a:ln w="9525">
            <a:noFill/>
            <a:miter lim="800000"/>
            <a:headEnd/>
            <a:tailEnd/>
          </a:ln>
        </p:spPr>
        <p:txBody>
          <a:bodyPr>
            <a:spAutoFit/>
          </a:bodyPr>
          <a:lstStyle/>
          <a:p>
            <a:pPr eaLnBrk="1" hangingPunct="1"/>
            <a:r>
              <a:rPr lang="zh-CN" altLang="en-US" dirty="0" smtClean="0">
                <a:solidFill>
                  <a:schemeClr val="accent1"/>
                </a:solidFill>
                <a:latin typeface="微软雅黑" pitchFamily="34" charset="-122"/>
                <a:ea typeface="微软雅黑" pitchFamily="34" charset="-122"/>
              </a:rPr>
              <a:t>国家及早的实施了研究生招生信息网并为各招生单位提供了信息服务，然而多数高校依旧沿用传统的信息处理方式，流程繁琐而且低效。</a:t>
            </a:r>
            <a:endParaRPr lang="zh-CN" altLang="en-US" dirty="0">
              <a:solidFill>
                <a:schemeClr val="accent1"/>
              </a:solidFill>
              <a:latin typeface="微软雅黑" pitchFamily="34" charset="-122"/>
              <a:ea typeface="微软雅黑" pitchFamily="34" charset="-122"/>
            </a:endParaRPr>
          </a:p>
        </p:txBody>
      </p:sp>
      <p:sp>
        <p:nvSpPr>
          <p:cNvPr id="21" name="Freeform 8"/>
          <p:cNvSpPr>
            <a:spLocks/>
          </p:cNvSpPr>
          <p:nvPr/>
        </p:nvSpPr>
        <p:spPr bwMode="auto">
          <a:xfrm>
            <a:off x="3608388" y="3857121"/>
            <a:ext cx="271462" cy="312738"/>
          </a:xfrm>
          <a:custGeom>
            <a:avLst/>
            <a:gdLst>
              <a:gd name="T0" fmla="*/ 2147483646 w 274"/>
              <a:gd name="T1" fmla="*/ 2147483646 h 317"/>
              <a:gd name="T2" fmla="*/ 2147483646 w 274"/>
              <a:gd name="T3" fmla="*/ 2147483646 h 317"/>
              <a:gd name="T4" fmla="*/ 0 w 274"/>
              <a:gd name="T5" fmla="*/ 2147483646 h 317"/>
              <a:gd name="T6" fmla="*/ 0 w 274"/>
              <a:gd name="T7" fmla="*/ 2147483646 h 317"/>
              <a:gd name="T8" fmla="*/ 0 w 274"/>
              <a:gd name="T9" fmla="*/ 0 h 317"/>
              <a:gd name="T10" fmla="*/ 2147483646 w 274"/>
              <a:gd name="T11" fmla="*/ 2147483646 h 317"/>
              <a:gd name="T12" fmla="*/ 2147483646 w 274"/>
              <a:gd name="T13" fmla="*/ 2147483646 h 3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4" h="317">
                <a:moveTo>
                  <a:pt x="274" y="158"/>
                </a:moveTo>
                <a:lnTo>
                  <a:pt x="137" y="238"/>
                </a:lnTo>
                <a:lnTo>
                  <a:pt x="0" y="317"/>
                </a:lnTo>
                <a:lnTo>
                  <a:pt x="0" y="158"/>
                </a:lnTo>
                <a:lnTo>
                  <a:pt x="0" y="0"/>
                </a:lnTo>
                <a:lnTo>
                  <a:pt x="137" y="79"/>
                </a:lnTo>
                <a:lnTo>
                  <a:pt x="274" y="158"/>
                </a:lnTo>
                <a:close/>
              </a:path>
            </a:pathLst>
          </a:custGeom>
          <a:solidFill>
            <a:srgbClr val="113E6A"/>
          </a:solidFill>
          <a:ln w="9525">
            <a:noFill/>
            <a:round/>
            <a:headEnd/>
            <a:tailEnd/>
          </a:ln>
        </p:spPr>
        <p:txBody>
          <a:bodyPr/>
          <a:lstStyle/>
          <a:p>
            <a:endParaRPr lang="zh-CN" altLang="en-US"/>
          </a:p>
        </p:txBody>
      </p:sp>
      <p:sp>
        <p:nvSpPr>
          <p:cNvPr id="22" name="Oval 6"/>
          <p:cNvSpPr>
            <a:spLocks noChangeArrowheads="1"/>
          </p:cNvSpPr>
          <p:nvPr/>
        </p:nvSpPr>
        <p:spPr bwMode="auto">
          <a:xfrm>
            <a:off x="1181100" y="1715584"/>
            <a:ext cx="1076325" cy="1076325"/>
          </a:xfrm>
          <a:prstGeom prst="ellipse">
            <a:avLst/>
          </a:prstGeom>
          <a:solidFill>
            <a:srgbClr val="DFDFE1"/>
          </a:solidFill>
          <a:ln w="9525">
            <a:noFill/>
            <a:round/>
            <a:headEnd/>
            <a:tailEnd/>
          </a:ln>
        </p:spPr>
        <p:txBody>
          <a:bodyPr/>
          <a:lstStyle/>
          <a:p>
            <a:pPr eaLnBrk="1" hangingPunct="1"/>
            <a:endParaRPr lang="zh-CN" altLang="en-US"/>
          </a:p>
        </p:txBody>
      </p:sp>
      <p:sp>
        <p:nvSpPr>
          <p:cNvPr id="23" name="Oval 7"/>
          <p:cNvSpPr>
            <a:spLocks noChangeArrowheads="1"/>
          </p:cNvSpPr>
          <p:nvPr/>
        </p:nvSpPr>
        <p:spPr bwMode="auto">
          <a:xfrm>
            <a:off x="1271588" y="1806071"/>
            <a:ext cx="896937" cy="895350"/>
          </a:xfrm>
          <a:prstGeom prst="ellipse">
            <a:avLst/>
          </a:prstGeom>
          <a:solidFill>
            <a:srgbClr val="113E6A"/>
          </a:solidFill>
          <a:ln w="9525">
            <a:noFill/>
            <a:round/>
            <a:headEnd/>
            <a:tailEnd/>
          </a:ln>
        </p:spPr>
        <p:txBody>
          <a:bodyPr/>
          <a:lstStyle/>
          <a:p>
            <a:pPr eaLnBrk="1" hangingPunct="1"/>
            <a:endParaRPr lang="zh-CN" altLang="en-US" dirty="0">
              <a:solidFill>
                <a:schemeClr val="accent2"/>
              </a:solidFill>
            </a:endParaRPr>
          </a:p>
        </p:txBody>
      </p:sp>
      <p:sp>
        <p:nvSpPr>
          <p:cNvPr id="24" name="TextBox 19"/>
          <p:cNvSpPr txBox="1">
            <a:spLocks noChangeArrowheads="1"/>
          </p:cNvSpPr>
          <p:nvPr/>
        </p:nvSpPr>
        <p:spPr bwMode="auto">
          <a:xfrm>
            <a:off x="1271588" y="1929896"/>
            <a:ext cx="901700" cy="646113"/>
          </a:xfrm>
          <a:prstGeom prst="rect">
            <a:avLst/>
          </a:prstGeom>
          <a:noFill/>
          <a:ln w="9525">
            <a:noFill/>
            <a:miter lim="800000"/>
            <a:headEnd/>
            <a:tailEnd/>
          </a:ln>
        </p:spPr>
        <p:txBody>
          <a:bodyPr>
            <a:spAutoFit/>
          </a:bodyPr>
          <a:lstStyle/>
          <a:p>
            <a:pPr algn="ctr" eaLnBrk="1" hangingPunct="1"/>
            <a:r>
              <a:rPr lang="en-US" altLang="zh-CN" sz="3600" b="1" dirty="0">
                <a:solidFill>
                  <a:schemeClr val="accent2"/>
                </a:solidFill>
                <a:latin typeface="微软雅黑" pitchFamily="34" charset="-122"/>
                <a:ea typeface="微软雅黑" pitchFamily="34" charset="-122"/>
              </a:rPr>
              <a:t>01</a:t>
            </a:r>
          </a:p>
        </p:txBody>
      </p:sp>
      <p:sp>
        <p:nvSpPr>
          <p:cNvPr id="25" name="Oval 6"/>
          <p:cNvSpPr>
            <a:spLocks noChangeArrowheads="1"/>
          </p:cNvSpPr>
          <p:nvPr/>
        </p:nvSpPr>
        <p:spPr bwMode="auto">
          <a:xfrm>
            <a:off x="1181100" y="5317621"/>
            <a:ext cx="1076325" cy="1076325"/>
          </a:xfrm>
          <a:prstGeom prst="ellipse">
            <a:avLst/>
          </a:prstGeom>
          <a:solidFill>
            <a:srgbClr val="DFDFE1"/>
          </a:solidFill>
          <a:ln w="9525">
            <a:noFill/>
            <a:round/>
            <a:headEnd/>
            <a:tailEnd/>
          </a:ln>
        </p:spPr>
        <p:txBody>
          <a:bodyPr/>
          <a:lstStyle/>
          <a:p>
            <a:pPr eaLnBrk="1" hangingPunct="1"/>
            <a:endParaRPr lang="zh-CN" altLang="en-US"/>
          </a:p>
        </p:txBody>
      </p:sp>
      <p:sp>
        <p:nvSpPr>
          <p:cNvPr id="28" name="Oval 7"/>
          <p:cNvSpPr>
            <a:spLocks noChangeArrowheads="1"/>
          </p:cNvSpPr>
          <p:nvPr/>
        </p:nvSpPr>
        <p:spPr bwMode="auto">
          <a:xfrm>
            <a:off x="1271588" y="5408109"/>
            <a:ext cx="896937" cy="895350"/>
          </a:xfrm>
          <a:prstGeom prst="ellipse">
            <a:avLst/>
          </a:prstGeom>
          <a:solidFill>
            <a:srgbClr val="113E6A"/>
          </a:solidFill>
          <a:ln w="9525">
            <a:noFill/>
            <a:round/>
            <a:headEnd/>
            <a:tailEnd/>
          </a:ln>
        </p:spPr>
        <p:txBody>
          <a:bodyPr/>
          <a:lstStyle/>
          <a:p>
            <a:pPr eaLnBrk="1" hangingPunct="1"/>
            <a:endParaRPr lang="zh-CN" altLang="en-US">
              <a:solidFill>
                <a:schemeClr val="accent2"/>
              </a:solidFill>
            </a:endParaRPr>
          </a:p>
        </p:txBody>
      </p:sp>
      <p:sp>
        <p:nvSpPr>
          <p:cNvPr id="31" name="Oval 6"/>
          <p:cNvSpPr>
            <a:spLocks noChangeArrowheads="1"/>
          </p:cNvSpPr>
          <p:nvPr/>
        </p:nvSpPr>
        <p:spPr bwMode="auto">
          <a:xfrm>
            <a:off x="2420938" y="3476121"/>
            <a:ext cx="1076325" cy="1076325"/>
          </a:xfrm>
          <a:prstGeom prst="ellipse">
            <a:avLst/>
          </a:prstGeom>
          <a:solidFill>
            <a:srgbClr val="DFDFE1"/>
          </a:solidFill>
          <a:ln w="9525">
            <a:noFill/>
            <a:round/>
            <a:headEnd/>
            <a:tailEnd/>
          </a:ln>
        </p:spPr>
        <p:txBody>
          <a:bodyPr/>
          <a:lstStyle/>
          <a:p>
            <a:pPr eaLnBrk="1" hangingPunct="1"/>
            <a:endParaRPr lang="zh-CN" altLang="en-US"/>
          </a:p>
        </p:txBody>
      </p:sp>
      <p:sp>
        <p:nvSpPr>
          <p:cNvPr id="32" name="Oval 7"/>
          <p:cNvSpPr>
            <a:spLocks noChangeArrowheads="1"/>
          </p:cNvSpPr>
          <p:nvPr/>
        </p:nvSpPr>
        <p:spPr bwMode="auto">
          <a:xfrm>
            <a:off x="2511425" y="3566609"/>
            <a:ext cx="895350" cy="895350"/>
          </a:xfrm>
          <a:prstGeom prst="ellipse">
            <a:avLst/>
          </a:prstGeom>
          <a:solidFill>
            <a:srgbClr val="113E6A"/>
          </a:solidFill>
          <a:ln w="9525">
            <a:noFill/>
            <a:round/>
            <a:headEnd/>
            <a:tailEnd/>
          </a:ln>
        </p:spPr>
        <p:txBody>
          <a:bodyPr/>
          <a:lstStyle/>
          <a:p>
            <a:pPr eaLnBrk="1" hangingPunct="1"/>
            <a:endParaRPr lang="zh-CN" altLang="en-US"/>
          </a:p>
        </p:txBody>
      </p:sp>
      <p:sp>
        <p:nvSpPr>
          <p:cNvPr id="33" name="TextBox 24"/>
          <p:cNvSpPr txBox="1">
            <a:spLocks noChangeArrowheads="1"/>
          </p:cNvSpPr>
          <p:nvPr/>
        </p:nvSpPr>
        <p:spPr bwMode="auto">
          <a:xfrm>
            <a:off x="2503488" y="3723771"/>
            <a:ext cx="901700" cy="646113"/>
          </a:xfrm>
          <a:prstGeom prst="rect">
            <a:avLst/>
          </a:prstGeom>
          <a:noFill/>
          <a:ln w="9525">
            <a:noFill/>
            <a:miter lim="800000"/>
            <a:headEnd/>
            <a:tailEnd/>
          </a:ln>
        </p:spPr>
        <p:txBody>
          <a:bodyPr>
            <a:spAutoFit/>
          </a:bodyPr>
          <a:lstStyle/>
          <a:p>
            <a:pPr algn="ctr" eaLnBrk="1" hangingPunct="1"/>
            <a:r>
              <a:rPr lang="en-US" altLang="zh-CN" sz="3600" b="1" dirty="0">
                <a:solidFill>
                  <a:schemeClr val="accent2"/>
                </a:solidFill>
                <a:latin typeface="微软雅黑" pitchFamily="34" charset="-122"/>
                <a:ea typeface="微软雅黑" pitchFamily="34" charset="-122"/>
              </a:rPr>
              <a:t>02</a:t>
            </a:r>
          </a:p>
        </p:txBody>
      </p:sp>
      <p:sp>
        <p:nvSpPr>
          <p:cNvPr id="34" name="TextBox 25"/>
          <p:cNvSpPr txBox="1">
            <a:spLocks noChangeArrowheads="1"/>
          </p:cNvSpPr>
          <p:nvPr/>
        </p:nvSpPr>
        <p:spPr bwMode="auto">
          <a:xfrm>
            <a:off x="1258888" y="5539871"/>
            <a:ext cx="901700" cy="646113"/>
          </a:xfrm>
          <a:prstGeom prst="rect">
            <a:avLst/>
          </a:prstGeom>
          <a:noFill/>
          <a:ln w="9525">
            <a:noFill/>
            <a:miter lim="800000"/>
            <a:headEnd/>
            <a:tailEnd/>
          </a:ln>
        </p:spPr>
        <p:txBody>
          <a:bodyPr>
            <a:spAutoFit/>
          </a:bodyPr>
          <a:lstStyle/>
          <a:p>
            <a:pPr algn="ctr" eaLnBrk="1" hangingPunct="1"/>
            <a:r>
              <a:rPr lang="en-US" altLang="zh-CN" sz="3600" b="1" dirty="0">
                <a:solidFill>
                  <a:schemeClr val="accent2"/>
                </a:solidFill>
                <a:latin typeface="微软雅黑" pitchFamily="34" charset="-122"/>
                <a:ea typeface="微软雅黑" pitchFamily="34" charset="-122"/>
              </a:rPr>
              <a:t>03</a:t>
            </a: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p:cTn id="7" dur="300" fill="hold"/>
                                        <p:tgtEl>
                                          <p:spTgt spid="12291"/>
                                        </p:tgtEl>
                                        <p:attrNameLst>
                                          <p:attrName>ppt_w</p:attrName>
                                        </p:attrNameLst>
                                      </p:cBhvr>
                                      <p:tavLst>
                                        <p:tav tm="0">
                                          <p:val>
                                            <p:fltVal val="0"/>
                                          </p:val>
                                        </p:tav>
                                        <p:tav tm="100000">
                                          <p:val>
                                            <p:strVal val="#ppt_w"/>
                                          </p:val>
                                        </p:tav>
                                      </p:tavLst>
                                    </p:anim>
                                    <p:anim calcmode="lin" valueType="num">
                                      <p:cBhvr>
                                        <p:cTn id="8" dur="300" fill="hold"/>
                                        <p:tgtEl>
                                          <p:spTgt spid="12291"/>
                                        </p:tgtEl>
                                        <p:attrNameLst>
                                          <p:attrName>ppt_h</p:attrName>
                                        </p:attrNameLst>
                                      </p:cBhvr>
                                      <p:tavLst>
                                        <p:tav tm="0">
                                          <p:val>
                                            <p:fltVal val="0"/>
                                          </p:val>
                                        </p:tav>
                                        <p:tav tm="100000">
                                          <p:val>
                                            <p:strVal val="#ppt_h"/>
                                          </p:val>
                                        </p:tav>
                                      </p:tavLst>
                                    </p:anim>
                                    <p:anim calcmode="lin" valueType="num">
                                      <p:cBhvr>
                                        <p:cTn id="9" dur="300" fill="hold"/>
                                        <p:tgtEl>
                                          <p:spTgt spid="12291"/>
                                        </p:tgtEl>
                                        <p:attrNameLst>
                                          <p:attrName>style.rotation</p:attrName>
                                        </p:attrNameLst>
                                      </p:cBhvr>
                                      <p:tavLst>
                                        <p:tav tm="0">
                                          <p:val>
                                            <p:fltVal val="90"/>
                                          </p:val>
                                        </p:tav>
                                        <p:tav tm="100000">
                                          <p:val>
                                            <p:fltVal val="0"/>
                                          </p:val>
                                        </p:tav>
                                      </p:tavLst>
                                    </p:anim>
                                    <p:animEffect transition="in" filter="fade">
                                      <p:cBhvr>
                                        <p:cTn id="10" dur="300"/>
                                        <p:tgtEl>
                                          <p:spTgt spid="12291"/>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2290"/>
                                        </p:tgtEl>
                                        <p:attrNameLst>
                                          <p:attrName>style.visibility</p:attrName>
                                        </p:attrNameLst>
                                      </p:cBhvr>
                                      <p:to>
                                        <p:strVal val="visible"/>
                                      </p:to>
                                    </p:set>
                                    <p:anim calcmode="lin" valueType="num">
                                      <p:cBhvr>
                                        <p:cTn id="14" dur="400" fill="hold"/>
                                        <p:tgtEl>
                                          <p:spTgt spid="1229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2290"/>
                                        </p:tgtEl>
                                        <p:attrNameLst>
                                          <p:attrName>ppt_y</p:attrName>
                                        </p:attrNameLst>
                                      </p:cBhvr>
                                      <p:tavLst>
                                        <p:tav tm="0">
                                          <p:val>
                                            <p:strVal val="#ppt_y"/>
                                          </p:val>
                                        </p:tav>
                                        <p:tav tm="100000">
                                          <p:val>
                                            <p:strVal val="#ppt_y"/>
                                          </p:val>
                                        </p:tav>
                                      </p:tavLst>
                                    </p:anim>
                                    <p:anim calcmode="lin" valueType="num">
                                      <p:cBhvr>
                                        <p:cTn id="16" dur="400" fill="hold"/>
                                        <p:tgtEl>
                                          <p:spTgt spid="1229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229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2290"/>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left)">
                                      <p:cBhvr>
                                        <p:cTn id="21" dur="500"/>
                                        <p:tgtEl>
                                          <p:spTgt spid="9"/>
                                        </p:tgtEl>
                                      </p:cBhvr>
                                    </p:animEffect>
                                  </p:childTnLst>
                                </p:cTn>
                              </p:par>
                            </p:childTnLst>
                          </p:cTn>
                        </p:par>
                        <p:par>
                          <p:cTn id="22" fill="hold">
                            <p:stCondLst>
                              <p:cond delay="1060"/>
                            </p:stCondLst>
                            <p:childTnLst>
                              <p:par>
                                <p:cTn id="23" presetID="2" presetClass="entr" presetSubtype="6" fill="hold" grpId="0" nodeType="afterEffect">
                                  <p:stCondLst>
                                    <p:cond delay="0"/>
                                  </p:stCondLst>
                                  <p:childTnLst>
                                    <p:set>
                                      <p:cBhvr>
                                        <p:cTn id="24" dur="1" fill="hold">
                                          <p:stCondLst>
                                            <p:cond delay="0"/>
                                          </p:stCondLst>
                                        </p:cTn>
                                        <p:tgtEl>
                                          <p:spTgt spid="22"/>
                                        </p:tgtEl>
                                        <p:attrNameLst>
                                          <p:attrName>style.visibility</p:attrName>
                                        </p:attrNameLst>
                                      </p:cBhvr>
                                      <p:to>
                                        <p:strVal val="visible"/>
                                      </p:to>
                                    </p:set>
                                    <p:anim calcmode="lin" valueType="num">
                                      <p:cBhvr additive="base">
                                        <p:cTn id="25" dur="500" fill="hold"/>
                                        <p:tgtEl>
                                          <p:spTgt spid="22"/>
                                        </p:tgtEl>
                                        <p:attrNameLst>
                                          <p:attrName>ppt_x</p:attrName>
                                        </p:attrNameLst>
                                      </p:cBhvr>
                                      <p:tavLst>
                                        <p:tav tm="0">
                                          <p:val>
                                            <p:strVal val="1+#ppt_w/2"/>
                                          </p:val>
                                        </p:tav>
                                        <p:tav tm="100000">
                                          <p:val>
                                            <p:strVal val="#ppt_x"/>
                                          </p:val>
                                        </p:tav>
                                      </p:tavLst>
                                    </p:anim>
                                    <p:anim calcmode="lin" valueType="num">
                                      <p:cBhvr additive="base">
                                        <p:cTn id="26" dur="500" fill="hold"/>
                                        <p:tgtEl>
                                          <p:spTgt spid="22"/>
                                        </p:tgtEl>
                                        <p:attrNameLst>
                                          <p:attrName>ppt_y</p:attrName>
                                        </p:attrNameLst>
                                      </p:cBhvr>
                                      <p:tavLst>
                                        <p:tav tm="0">
                                          <p:val>
                                            <p:strVal val="1+#ppt_h/2"/>
                                          </p:val>
                                        </p:tav>
                                        <p:tav tm="100000">
                                          <p:val>
                                            <p:strVal val="#ppt_y"/>
                                          </p:val>
                                        </p:tav>
                                      </p:tavLst>
                                    </p:anim>
                                  </p:childTnLst>
                                </p:cTn>
                              </p:par>
                              <p:par>
                                <p:cTn id="27" presetID="2" presetClass="entr" presetSubtype="6"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anim calcmode="lin" valueType="num">
                                      <p:cBhvr additive="base">
                                        <p:cTn id="29" dur="500" fill="hold"/>
                                        <p:tgtEl>
                                          <p:spTgt spid="23"/>
                                        </p:tgtEl>
                                        <p:attrNameLst>
                                          <p:attrName>ppt_x</p:attrName>
                                        </p:attrNameLst>
                                      </p:cBhvr>
                                      <p:tavLst>
                                        <p:tav tm="0">
                                          <p:val>
                                            <p:strVal val="1+#ppt_w/2"/>
                                          </p:val>
                                        </p:tav>
                                        <p:tav tm="100000">
                                          <p:val>
                                            <p:strVal val="#ppt_x"/>
                                          </p:val>
                                        </p:tav>
                                      </p:tavLst>
                                    </p:anim>
                                    <p:anim calcmode="lin" valueType="num">
                                      <p:cBhvr additive="base">
                                        <p:cTn id="30" dur="500" fill="hold"/>
                                        <p:tgtEl>
                                          <p:spTgt spid="23"/>
                                        </p:tgtEl>
                                        <p:attrNameLst>
                                          <p:attrName>ppt_y</p:attrName>
                                        </p:attrNameLst>
                                      </p:cBhvr>
                                      <p:tavLst>
                                        <p:tav tm="0">
                                          <p:val>
                                            <p:strVal val="1+#ppt_h/2"/>
                                          </p:val>
                                        </p:tav>
                                        <p:tav tm="100000">
                                          <p:val>
                                            <p:strVal val="#ppt_y"/>
                                          </p:val>
                                        </p:tav>
                                      </p:tavLst>
                                    </p:anim>
                                  </p:childTnLst>
                                </p:cTn>
                              </p:par>
                              <p:par>
                                <p:cTn id="31" presetID="2" presetClass="entr" presetSubtype="6"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anim calcmode="lin" valueType="num">
                                      <p:cBhvr additive="base">
                                        <p:cTn id="33" dur="500" fill="hold"/>
                                        <p:tgtEl>
                                          <p:spTgt spid="24"/>
                                        </p:tgtEl>
                                        <p:attrNameLst>
                                          <p:attrName>ppt_x</p:attrName>
                                        </p:attrNameLst>
                                      </p:cBhvr>
                                      <p:tavLst>
                                        <p:tav tm="0">
                                          <p:val>
                                            <p:strVal val="1+#ppt_w/2"/>
                                          </p:val>
                                        </p:tav>
                                        <p:tav tm="100000">
                                          <p:val>
                                            <p:strVal val="#ppt_x"/>
                                          </p:val>
                                        </p:tav>
                                      </p:tavLst>
                                    </p:anim>
                                    <p:anim calcmode="lin" valueType="num">
                                      <p:cBhvr additive="base">
                                        <p:cTn id="34" dur="500" fill="hold"/>
                                        <p:tgtEl>
                                          <p:spTgt spid="24"/>
                                        </p:tgtEl>
                                        <p:attrNameLst>
                                          <p:attrName>ppt_y</p:attrName>
                                        </p:attrNameLst>
                                      </p:cBhvr>
                                      <p:tavLst>
                                        <p:tav tm="0">
                                          <p:val>
                                            <p:strVal val="1+#ppt_h/2"/>
                                          </p:val>
                                        </p:tav>
                                        <p:tav tm="100000">
                                          <p:val>
                                            <p:strVal val="#ppt_y"/>
                                          </p:val>
                                        </p:tav>
                                      </p:tavLst>
                                    </p:anim>
                                  </p:childTnLst>
                                </p:cTn>
                              </p:par>
                            </p:childTnLst>
                          </p:cTn>
                        </p:par>
                        <p:par>
                          <p:cTn id="35" fill="hold">
                            <p:stCondLst>
                              <p:cond delay="1560"/>
                            </p:stCondLst>
                            <p:childTnLst>
                              <p:par>
                                <p:cTn id="36" presetID="1" presetClass="entr" presetSubtype="0" fill="hold" grpId="0" nodeType="afterEffect">
                                  <p:stCondLst>
                                    <p:cond delay="0"/>
                                  </p:stCondLst>
                                  <p:childTnLst>
                                    <p:set>
                                      <p:cBhvr>
                                        <p:cTn id="37" dur="1" fill="hold">
                                          <p:stCondLst>
                                            <p:cond delay="0"/>
                                          </p:stCondLst>
                                        </p:cTn>
                                        <p:tgtEl>
                                          <p:spTgt spid="13"/>
                                        </p:tgtEl>
                                        <p:attrNameLst>
                                          <p:attrName>style.visibility</p:attrName>
                                        </p:attrNameLst>
                                      </p:cBhvr>
                                      <p:to>
                                        <p:strVal val="visible"/>
                                      </p:to>
                                    </p:set>
                                  </p:childTnLst>
                                </p:cTn>
                              </p:par>
                              <p:par>
                                <p:cTn id="38" presetID="63" presetClass="path" presetSubtype="0" accel="50000" decel="50000" fill="hold" grpId="1" nodeType="withEffect">
                                  <p:stCondLst>
                                    <p:cond delay="0"/>
                                  </p:stCondLst>
                                  <p:childTnLst>
                                    <p:animMotion origin="layout" path="M 4.57715E-6 -1.3876E-6 L -0.07456 -1.3876E-6 " pathEditMode="relative" rAng="0" ptsTypes="AA">
                                      <p:cBhvr>
                                        <p:cTn id="39" dur="500" spd="-99900" fill="hold"/>
                                        <p:tgtEl>
                                          <p:spTgt spid="13"/>
                                        </p:tgtEl>
                                        <p:attrNameLst>
                                          <p:attrName>ppt_x,ppt_y</p:attrName>
                                        </p:attrNameLst>
                                      </p:cBhvr>
                                      <p:rCtr x="-36" y="0"/>
                                    </p:animMotion>
                                  </p:childTnLst>
                                </p:cTn>
                              </p:par>
                            </p:childTnLst>
                          </p:cTn>
                        </p:par>
                        <p:par>
                          <p:cTn id="40" fill="hold">
                            <p:stCondLst>
                              <p:cond delay="2060"/>
                            </p:stCondLst>
                            <p:childTnLst>
                              <p:par>
                                <p:cTn id="41" presetID="22" presetClass="entr" presetSubtype="8" fill="hold" grpId="0" nodeType="after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wipe(left)">
                                      <p:cBhvr>
                                        <p:cTn id="43" dur="500"/>
                                        <p:tgtEl>
                                          <p:spTgt spid="10"/>
                                        </p:tgtEl>
                                      </p:cBhvr>
                                    </p:animEffect>
                                  </p:childTnLst>
                                </p:cTn>
                              </p:par>
                            </p:childTnLst>
                          </p:cTn>
                        </p:par>
                        <p:par>
                          <p:cTn id="44" fill="hold">
                            <p:stCondLst>
                              <p:cond delay="2560"/>
                            </p:stCondLst>
                            <p:childTnLst>
                              <p:par>
                                <p:cTn id="45" presetID="22" presetClass="entr" presetSubtype="4" fill="hold" grpId="0" nodeType="after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wipe(down)">
                                      <p:cBhvr>
                                        <p:cTn id="47" dur="500"/>
                                        <p:tgtEl>
                                          <p:spTgt spid="11"/>
                                        </p:tgtEl>
                                      </p:cBhvr>
                                    </p:animEffect>
                                  </p:childTnLst>
                                </p:cTn>
                              </p:par>
                              <p:par>
                                <p:cTn id="48" presetID="22" presetClass="entr" presetSubtype="1" fill="hold" grpId="0" nodeType="with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wipe(up)">
                                      <p:cBhvr>
                                        <p:cTn id="50" dur="500"/>
                                        <p:tgtEl>
                                          <p:spTgt spid="12"/>
                                        </p:tgtEl>
                                      </p:cBhvr>
                                    </p:animEffect>
                                  </p:childTnLst>
                                </p:cTn>
                              </p:par>
                            </p:childTnLst>
                          </p:cTn>
                        </p:par>
                        <p:par>
                          <p:cTn id="51" fill="hold">
                            <p:stCondLst>
                              <p:cond delay="3060"/>
                            </p:stCondLst>
                            <p:childTnLst>
                              <p:par>
                                <p:cTn id="52" presetID="2" presetClass="entr" presetSubtype="6" fill="hold" grpId="0" nodeType="afterEffect">
                                  <p:stCondLst>
                                    <p:cond delay="0"/>
                                  </p:stCondLst>
                                  <p:childTnLst>
                                    <p:set>
                                      <p:cBhvr>
                                        <p:cTn id="53" dur="1" fill="hold">
                                          <p:stCondLst>
                                            <p:cond delay="0"/>
                                          </p:stCondLst>
                                        </p:cTn>
                                        <p:tgtEl>
                                          <p:spTgt spid="31"/>
                                        </p:tgtEl>
                                        <p:attrNameLst>
                                          <p:attrName>style.visibility</p:attrName>
                                        </p:attrNameLst>
                                      </p:cBhvr>
                                      <p:to>
                                        <p:strVal val="visible"/>
                                      </p:to>
                                    </p:set>
                                    <p:anim calcmode="lin" valueType="num">
                                      <p:cBhvr additive="base">
                                        <p:cTn id="54" dur="500" fill="hold"/>
                                        <p:tgtEl>
                                          <p:spTgt spid="31"/>
                                        </p:tgtEl>
                                        <p:attrNameLst>
                                          <p:attrName>ppt_x</p:attrName>
                                        </p:attrNameLst>
                                      </p:cBhvr>
                                      <p:tavLst>
                                        <p:tav tm="0">
                                          <p:val>
                                            <p:strVal val="1+#ppt_w/2"/>
                                          </p:val>
                                        </p:tav>
                                        <p:tav tm="100000">
                                          <p:val>
                                            <p:strVal val="#ppt_x"/>
                                          </p:val>
                                        </p:tav>
                                      </p:tavLst>
                                    </p:anim>
                                    <p:anim calcmode="lin" valueType="num">
                                      <p:cBhvr additive="base">
                                        <p:cTn id="55" dur="500" fill="hold"/>
                                        <p:tgtEl>
                                          <p:spTgt spid="31"/>
                                        </p:tgtEl>
                                        <p:attrNameLst>
                                          <p:attrName>ppt_y</p:attrName>
                                        </p:attrNameLst>
                                      </p:cBhvr>
                                      <p:tavLst>
                                        <p:tav tm="0">
                                          <p:val>
                                            <p:strVal val="1+#ppt_h/2"/>
                                          </p:val>
                                        </p:tav>
                                        <p:tav tm="100000">
                                          <p:val>
                                            <p:strVal val="#ppt_y"/>
                                          </p:val>
                                        </p:tav>
                                      </p:tavLst>
                                    </p:anim>
                                  </p:childTnLst>
                                </p:cTn>
                              </p:par>
                              <p:par>
                                <p:cTn id="56" presetID="2" presetClass="entr" presetSubtype="6" fill="hold" grpId="0" nodeType="withEffect">
                                  <p:stCondLst>
                                    <p:cond delay="0"/>
                                  </p:stCondLst>
                                  <p:childTnLst>
                                    <p:set>
                                      <p:cBhvr>
                                        <p:cTn id="57" dur="1" fill="hold">
                                          <p:stCondLst>
                                            <p:cond delay="0"/>
                                          </p:stCondLst>
                                        </p:cTn>
                                        <p:tgtEl>
                                          <p:spTgt spid="32"/>
                                        </p:tgtEl>
                                        <p:attrNameLst>
                                          <p:attrName>style.visibility</p:attrName>
                                        </p:attrNameLst>
                                      </p:cBhvr>
                                      <p:to>
                                        <p:strVal val="visible"/>
                                      </p:to>
                                    </p:set>
                                    <p:anim calcmode="lin" valueType="num">
                                      <p:cBhvr additive="base">
                                        <p:cTn id="58" dur="500" fill="hold"/>
                                        <p:tgtEl>
                                          <p:spTgt spid="32"/>
                                        </p:tgtEl>
                                        <p:attrNameLst>
                                          <p:attrName>ppt_x</p:attrName>
                                        </p:attrNameLst>
                                      </p:cBhvr>
                                      <p:tavLst>
                                        <p:tav tm="0">
                                          <p:val>
                                            <p:strVal val="1+#ppt_w/2"/>
                                          </p:val>
                                        </p:tav>
                                        <p:tav tm="100000">
                                          <p:val>
                                            <p:strVal val="#ppt_x"/>
                                          </p:val>
                                        </p:tav>
                                      </p:tavLst>
                                    </p:anim>
                                    <p:anim calcmode="lin" valueType="num">
                                      <p:cBhvr additive="base">
                                        <p:cTn id="59" dur="500" fill="hold"/>
                                        <p:tgtEl>
                                          <p:spTgt spid="32"/>
                                        </p:tgtEl>
                                        <p:attrNameLst>
                                          <p:attrName>ppt_y</p:attrName>
                                        </p:attrNameLst>
                                      </p:cBhvr>
                                      <p:tavLst>
                                        <p:tav tm="0">
                                          <p:val>
                                            <p:strVal val="1+#ppt_h/2"/>
                                          </p:val>
                                        </p:tav>
                                        <p:tav tm="100000">
                                          <p:val>
                                            <p:strVal val="#ppt_y"/>
                                          </p:val>
                                        </p:tav>
                                      </p:tavLst>
                                    </p:anim>
                                  </p:childTnLst>
                                </p:cTn>
                              </p:par>
                            </p:childTnLst>
                          </p:cTn>
                        </p:par>
                        <p:par>
                          <p:cTn id="60" fill="hold">
                            <p:stCondLst>
                              <p:cond delay="3560"/>
                            </p:stCondLst>
                            <p:childTnLst>
                              <p:par>
                                <p:cTn id="61" presetID="1" presetClass="entr" presetSubtype="0" fill="hold" grpId="0" nodeType="afterEffect">
                                  <p:stCondLst>
                                    <p:cond delay="0"/>
                                  </p:stCondLst>
                                  <p:childTnLst>
                                    <p:set>
                                      <p:cBhvr>
                                        <p:cTn id="62" dur="1" fill="hold">
                                          <p:stCondLst>
                                            <p:cond delay="0"/>
                                          </p:stCondLst>
                                        </p:cTn>
                                        <p:tgtEl>
                                          <p:spTgt spid="21"/>
                                        </p:tgtEl>
                                        <p:attrNameLst>
                                          <p:attrName>style.visibility</p:attrName>
                                        </p:attrNameLst>
                                      </p:cBhvr>
                                      <p:to>
                                        <p:strVal val="visible"/>
                                      </p:to>
                                    </p:set>
                                  </p:childTnLst>
                                </p:cTn>
                              </p:par>
                              <p:par>
                                <p:cTn id="63" presetID="63" presetClass="path" presetSubtype="0" accel="50000" decel="50000" fill="hold" grpId="1" nodeType="withEffect">
                                  <p:stCondLst>
                                    <p:cond delay="0"/>
                                  </p:stCondLst>
                                  <p:childTnLst>
                                    <p:animMotion origin="layout" path="M 4.57715E-6 -1.3876E-6 L -0.07456 -1.3876E-6 " pathEditMode="relative" rAng="0" ptsTypes="AA">
                                      <p:cBhvr>
                                        <p:cTn id="64" dur="500" spd="-99900" fill="hold"/>
                                        <p:tgtEl>
                                          <p:spTgt spid="21"/>
                                        </p:tgtEl>
                                        <p:attrNameLst>
                                          <p:attrName>ppt_x,ppt_y</p:attrName>
                                        </p:attrNameLst>
                                      </p:cBhvr>
                                      <p:rCtr x="-36" y="0"/>
                                    </p:animMotion>
                                  </p:childTnLst>
                                </p:cTn>
                              </p:par>
                              <p:par>
                                <p:cTn id="65" presetID="2" presetClass="entr" presetSubtype="6" fill="hold" grpId="0" nodeType="withEffect">
                                  <p:stCondLst>
                                    <p:cond delay="0"/>
                                  </p:stCondLst>
                                  <p:childTnLst>
                                    <p:set>
                                      <p:cBhvr>
                                        <p:cTn id="66" dur="1" fill="hold">
                                          <p:stCondLst>
                                            <p:cond delay="0"/>
                                          </p:stCondLst>
                                        </p:cTn>
                                        <p:tgtEl>
                                          <p:spTgt spid="33"/>
                                        </p:tgtEl>
                                        <p:attrNameLst>
                                          <p:attrName>style.visibility</p:attrName>
                                        </p:attrNameLst>
                                      </p:cBhvr>
                                      <p:to>
                                        <p:strVal val="visible"/>
                                      </p:to>
                                    </p:set>
                                    <p:anim calcmode="lin" valueType="num">
                                      <p:cBhvr additive="base">
                                        <p:cTn id="67" dur="500" fill="hold"/>
                                        <p:tgtEl>
                                          <p:spTgt spid="33"/>
                                        </p:tgtEl>
                                        <p:attrNameLst>
                                          <p:attrName>ppt_x</p:attrName>
                                        </p:attrNameLst>
                                      </p:cBhvr>
                                      <p:tavLst>
                                        <p:tav tm="0">
                                          <p:val>
                                            <p:strVal val="1+#ppt_w/2"/>
                                          </p:val>
                                        </p:tav>
                                        <p:tav tm="100000">
                                          <p:val>
                                            <p:strVal val="#ppt_x"/>
                                          </p:val>
                                        </p:tav>
                                      </p:tavLst>
                                    </p:anim>
                                    <p:anim calcmode="lin" valueType="num">
                                      <p:cBhvr additive="base">
                                        <p:cTn id="68" dur="500" fill="hold"/>
                                        <p:tgtEl>
                                          <p:spTgt spid="33"/>
                                        </p:tgtEl>
                                        <p:attrNameLst>
                                          <p:attrName>ppt_y</p:attrName>
                                        </p:attrNameLst>
                                      </p:cBhvr>
                                      <p:tavLst>
                                        <p:tav tm="0">
                                          <p:val>
                                            <p:strVal val="1+#ppt_h/2"/>
                                          </p:val>
                                        </p:tav>
                                        <p:tav tm="100000">
                                          <p:val>
                                            <p:strVal val="#ppt_y"/>
                                          </p:val>
                                        </p:tav>
                                      </p:tavLst>
                                    </p:anim>
                                  </p:childTnLst>
                                </p:cTn>
                              </p:par>
                            </p:childTnLst>
                          </p:cTn>
                        </p:par>
                        <p:par>
                          <p:cTn id="69" fill="hold">
                            <p:stCondLst>
                              <p:cond delay="4060"/>
                            </p:stCondLst>
                            <p:childTnLst>
                              <p:par>
                                <p:cTn id="70" presetID="22" presetClass="entr" presetSubtype="8" fill="hold" grpId="0" nodeType="after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wipe(left)">
                                      <p:cBhvr>
                                        <p:cTn id="72" dur="500"/>
                                        <p:tgtEl>
                                          <p:spTgt spid="18"/>
                                        </p:tgtEl>
                                      </p:cBhvr>
                                    </p:animEffect>
                                  </p:childTnLst>
                                </p:cTn>
                              </p:par>
                            </p:childTnLst>
                          </p:cTn>
                        </p:par>
                        <p:par>
                          <p:cTn id="73" fill="hold">
                            <p:stCondLst>
                              <p:cond delay="4560"/>
                            </p:stCondLst>
                            <p:childTnLst>
                              <p:par>
                                <p:cTn id="74" presetID="22" presetClass="entr" presetSubtype="4" fill="hold" grpId="0" nodeType="afterEffect">
                                  <p:stCondLst>
                                    <p:cond delay="0"/>
                                  </p:stCondLst>
                                  <p:childTnLst>
                                    <p:set>
                                      <p:cBhvr>
                                        <p:cTn id="75" dur="1" fill="hold">
                                          <p:stCondLst>
                                            <p:cond delay="0"/>
                                          </p:stCondLst>
                                        </p:cTn>
                                        <p:tgtEl>
                                          <p:spTgt spid="19"/>
                                        </p:tgtEl>
                                        <p:attrNameLst>
                                          <p:attrName>style.visibility</p:attrName>
                                        </p:attrNameLst>
                                      </p:cBhvr>
                                      <p:to>
                                        <p:strVal val="visible"/>
                                      </p:to>
                                    </p:set>
                                    <p:animEffect transition="in" filter="wipe(down)">
                                      <p:cBhvr>
                                        <p:cTn id="76" dur="500"/>
                                        <p:tgtEl>
                                          <p:spTgt spid="19"/>
                                        </p:tgtEl>
                                      </p:cBhvr>
                                    </p:animEffect>
                                  </p:childTnLst>
                                </p:cTn>
                              </p:par>
                              <p:par>
                                <p:cTn id="77" presetID="22" presetClass="entr" presetSubtype="1" fill="hold" grpId="0" nodeType="withEffect">
                                  <p:stCondLst>
                                    <p:cond delay="0"/>
                                  </p:stCondLst>
                                  <p:childTnLst>
                                    <p:set>
                                      <p:cBhvr>
                                        <p:cTn id="78" dur="1" fill="hold">
                                          <p:stCondLst>
                                            <p:cond delay="0"/>
                                          </p:stCondLst>
                                        </p:cTn>
                                        <p:tgtEl>
                                          <p:spTgt spid="20"/>
                                        </p:tgtEl>
                                        <p:attrNameLst>
                                          <p:attrName>style.visibility</p:attrName>
                                        </p:attrNameLst>
                                      </p:cBhvr>
                                      <p:to>
                                        <p:strVal val="visible"/>
                                      </p:to>
                                    </p:set>
                                    <p:animEffect transition="in" filter="wipe(up)">
                                      <p:cBhvr>
                                        <p:cTn id="79" dur="500"/>
                                        <p:tgtEl>
                                          <p:spTgt spid="20"/>
                                        </p:tgtEl>
                                      </p:cBhvr>
                                    </p:animEffect>
                                  </p:childTnLst>
                                </p:cTn>
                              </p:par>
                            </p:childTnLst>
                          </p:cTn>
                        </p:par>
                        <p:par>
                          <p:cTn id="80" fill="hold">
                            <p:stCondLst>
                              <p:cond delay="5060"/>
                            </p:stCondLst>
                            <p:childTnLst>
                              <p:par>
                                <p:cTn id="81" presetID="2" presetClass="entr" presetSubtype="6" fill="hold" grpId="0" nodeType="afterEffect">
                                  <p:stCondLst>
                                    <p:cond delay="0"/>
                                  </p:stCondLst>
                                  <p:childTnLst>
                                    <p:set>
                                      <p:cBhvr>
                                        <p:cTn id="82" dur="1" fill="hold">
                                          <p:stCondLst>
                                            <p:cond delay="0"/>
                                          </p:stCondLst>
                                        </p:cTn>
                                        <p:tgtEl>
                                          <p:spTgt spid="25"/>
                                        </p:tgtEl>
                                        <p:attrNameLst>
                                          <p:attrName>style.visibility</p:attrName>
                                        </p:attrNameLst>
                                      </p:cBhvr>
                                      <p:to>
                                        <p:strVal val="visible"/>
                                      </p:to>
                                    </p:set>
                                    <p:anim calcmode="lin" valueType="num">
                                      <p:cBhvr additive="base">
                                        <p:cTn id="83" dur="500" fill="hold"/>
                                        <p:tgtEl>
                                          <p:spTgt spid="25"/>
                                        </p:tgtEl>
                                        <p:attrNameLst>
                                          <p:attrName>ppt_x</p:attrName>
                                        </p:attrNameLst>
                                      </p:cBhvr>
                                      <p:tavLst>
                                        <p:tav tm="0">
                                          <p:val>
                                            <p:strVal val="1+#ppt_w/2"/>
                                          </p:val>
                                        </p:tav>
                                        <p:tav tm="100000">
                                          <p:val>
                                            <p:strVal val="#ppt_x"/>
                                          </p:val>
                                        </p:tav>
                                      </p:tavLst>
                                    </p:anim>
                                    <p:anim calcmode="lin" valueType="num">
                                      <p:cBhvr additive="base">
                                        <p:cTn id="84" dur="500" fill="hold"/>
                                        <p:tgtEl>
                                          <p:spTgt spid="25"/>
                                        </p:tgtEl>
                                        <p:attrNameLst>
                                          <p:attrName>ppt_y</p:attrName>
                                        </p:attrNameLst>
                                      </p:cBhvr>
                                      <p:tavLst>
                                        <p:tav tm="0">
                                          <p:val>
                                            <p:strVal val="1+#ppt_h/2"/>
                                          </p:val>
                                        </p:tav>
                                        <p:tav tm="100000">
                                          <p:val>
                                            <p:strVal val="#ppt_y"/>
                                          </p:val>
                                        </p:tav>
                                      </p:tavLst>
                                    </p:anim>
                                  </p:childTnLst>
                                </p:cTn>
                              </p:par>
                              <p:par>
                                <p:cTn id="85" presetID="2" presetClass="entr" presetSubtype="6" fill="hold" grpId="0" nodeType="withEffect">
                                  <p:stCondLst>
                                    <p:cond delay="0"/>
                                  </p:stCondLst>
                                  <p:childTnLst>
                                    <p:set>
                                      <p:cBhvr>
                                        <p:cTn id="86" dur="1" fill="hold">
                                          <p:stCondLst>
                                            <p:cond delay="0"/>
                                          </p:stCondLst>
                                        </p:cTn>
                                        <p:tgtEl>
                                          <p:spTgt spid="28"/>
                                        </p:tgtEl>
                                        <p:attrNameLst>
                                          <p:attrName>style.visibility</p:attrName>
                                        </p:attrNameLst>
                                      </p:cBhvr>
                                      <p:to>
                                        <p:strVal val="visible"/>
                                      </p:to>
                                    </p:set>
                                    <p:anim calcmode="lin" valueType="num">
                                      <p:cBhvr additive="base">
                                        <p:cTn id="87" dur="500" fill="hold"/>
                                        <p:tgtEl>
                                          <p:spTgt spid="28"/>
                                        </p:tgtEl>
                                        <p:attrNameLst>
                                          <p:attrName>ppt_x</p:attrName>
                                        </p:attrNameLst>
                                      </p:cBhvr>
                                      <p:tavLst>
                                        <p:tav tm="0">
                                          <p:val>
                                            <p:strVal val="1+#ppt_w/2"/>
                                          </p:val>
                                        </p:tav>
                                        <p:tav tm="100000">
                                          <p:val>
                                            <p:strVal val="#ppt_x"/>
                                          </p:val>
                                        </p:tav>
                                      </p:tavLst>
                                    </p:anim>
                                    <p:anim calcmode="lin" valueType="num">
                                      <p:cBhvr additive="base">
                                        <p:cTn id="88" dur="500" fill="hold"/>
                                        <p:tgtEl>
                                          <p:spTgt spid="28"/>
                                        </p:tgtEl>
                                        <p:attrNameLst>
                                          <p:attrName>ppt_y</p:attrName>
                                        </p:attrNameLst>
                                      </p:cBhvr>
                                      <p:tavLst>
                                        <p:tav tm="0">
                                          <p:val>
                                            <p:strVal val="1+#ppt_h/2"/>
                                          </p:val>
                                        </p:tav>
                                        <p:tav tm="100000">
                                          <p:val>
                                            <p:strVal val="#ppt_y"/>
                                          </p:val>
                                        </p:tav>
                                      </p:tavLst>
                                    </p:anim>
                                  </p:childTnLst>
                                </p:cTn>
                              </p:par>
                            </p:childTnLst>
                          </p:cTn>
                        </p:par>
                        <p:par>
                          <p:cTn id="89" fill="hold">
                            <p:stCondLst>
                              <p:cond delay="5560"/>
                            </p:stCondLst>
                            <p:childTnLst>
                              <p:par>
                                <p:cTn id="90" presetID="1" presetClass="entr" presetSubtype="0" fill="hold" grpId="0" nodeType="afterEffect">
                                  <p:stCondLst>
                                    <p:cond delay="0"/>
                                  </p:stCondLst>
                                  <p:childTnLst>
                                    <p:set>
                                      <p:cBhvr>
                                        <p:cTn id="91" dur="1" fill="hold">
                                          <p:stCondLst>
                                            <p:cond delay="0"/>
                                          </p:stCondLst>
                                        </p:cTn>
                                        <p:tgtEl>
                                          <p:spTgt spid="17"/>
                                        </p:tgtEl>
                                        <p:attrNameLst>
                                          <p:attrName>style.visibility</p:attrName>
                                        </p:attrNameLst>
                                      </p:cBhvr>
                                      <p:to>
                                        <p:strVal val="visible"/>
                                      </p:to>
                                    </p:set>
                                  </p:childTnLst>
                                </p:cTn>
                              </p:par>
                              <p:par>
                                <p:cTn id="92" presetID="63" presetClass="path" presetSubtype="0" accel="50000" decel="50000" fill="hold" grpId="1" nodeType="withEffect">
                                  <p:stCondLst>
                                    <p:cond delay="0"/>
                                  </p:stCondLst>
                                  <p:childTnLst>
                                    <p:animMotion origin="layout" path="M 4.57715E-6 -1.3876E-6 L -0.07456 -1.3876E-6 " pathEditMode="relative" rAng="0" ptsTypes="AA">
                                      <p:cBhvr>
                                        <p:cTn id="93" dur="500" spd="-99900" fill="hold"/>
                                        <p:tgtEl>
                                          <p:spTgt spid="17"/>
                                        </p:tgtEl>
                                        <p:attrNameLst>
                                          <p:attrName>ppt_x,ppt_y</p:attrName>
                                        </p:attrNameLst>
                                      </p:cBhvr>
                                      <p:rCtr x="-36" y="0"/>
                                    </p:animMotion>
                                  </p:childTnLst>
                                </p:cTn>
                              </p:par>
                              <p:par>
                                <p:cTn id="94" presetID="2" presetClass="entr" presetSubtype="6" fill="hold" grpId="0" nodeType="withEffect">
                                  <p:stCondLst>
                                    <p:cond delay="0"/>
                                  </p:stCondLst>
                                  <p:childTnLst>
                                    <p:set>
                                      <p:cBhvr>
                                        <p:cTn id="95" dur="1" fill="hold">
                                          <p:stCondLst>
                                            <p:cond delay="0"/>
                                          </p:stCondLst>
                                        </p:cTn>
                                        <p:tgtEl>
                                          <p:spTgt spid="34"/>
                                        </p:tgtEl>
                                        <p:attrNameLst>
                                          <p:attrName>style.visibility</p:attrName>
                                        </p:attrNameLst>
                                      </p:cBhvr>
                                      <p:to>
                                        <p:strVal val="visible"/>
                                      </p:to>
                                    </p:set>
                                    <p:anim calcmode="lin" valueType="num">
                                      <p:cBhvr additive="base">
                                        <p:cTn id="96" dur="500" fill="hold"/>
                                        <p:tgtEl>
                                          <p:spTgt spid="34"/>
                                        </p:tgtEl>
                                        <p:attrNameLst>
                                          <p:attrName>ppt_x</p:attrName>
                                        </p:attrNameLst>
                                      </p:cBhvr>
                                      <p:tavLst>
                                        <p:tav tm="0">
                                          <p:val>
                                            <p:strVal val="1+#ppt_w/2"/>
                                          </p:val>
                                        </p:tav>
                                        <p:tav tm="100000">
                                          <p:val>
                                            <p:strVal val="#ppt_x"/>
                                          </p:val>
                                        </p:tav>
                                      </p:tavLst>
                                    </p:anim>
                                    <p:anim calcmode="lin" valueType="num">
                                      <p:cBhvr additive="base">
                                        <p:cTn id="97" dur="500" fill="hold"/>
                                        <p:tgtEl>
                                          <p:spTgt spid="34"/>
                                        </p:tgtEl>
                                        <p:attrNameLst>
                                          <p:attrName>ppt_y</p:attrName>
                                        </p:attrNameLst>
                                      </p:cBhvr>
                                      <p:tavLst>
                                        <p:tav tm="0">
                                          <p:val>
                                            <p:strVal val="1+#ppt_h/2"/>
                                          </p:val>
                                        </p:tav>
                                        <p:tav tm="100000">
                                          <p:val>
                                            <p:strVal val="#ppt_y"/>
                                          </p:val>
                                        </p:tav>
                                      </p:tavLst>
                                    </p:anim>
                                  </p:childTnLst>
                                </p:cTn>
                              </p:par>
                            </p:childTnLst>
                          </p:cTn>
                        </p:par>
                        <p:par>
                          <p:cTn id="98" fill="hold">
                            <p:stCondLst>
                              <p:cond delay="6060"/>
                            </p:stCondLst>
                            <p:childTnLst>
                              <p:par>
                                <p:cTn id="99" presetID="22" presetClass="entr" presetSubtype="8" fill="hold" grpId="0" nodeType="afterEffect">
                                  <p:stCondLst>
                                    <p:cond delay="0"/>
                                  </p:stCondLst>
                                  <p:childTnLst>
                                    <p:set>
                                      <p:cBhvr>
                                        <p:cTn id="100" dur="1" fill="hold">
                                          <p:stCondLst>
                                            <p:cond delay="0"/>
                                          </p:stCondLst>
                                        </p:cTn>
                                        <p:tgtEl>
                                          <p:spTgt spid="14"/>
                                        </p:tgtEl>
                                        <p:attrNameLst>
                                          <p:attrName>style.visibility</p:attrName>
                                        </p:attrNameLst>
                                      </p:cBhvr>
                                      <p:to>
                                        <p:strVal val="visible"/>
                                      </p:to>
                                    </p:set>
                                    <p:animEffect transition="in" filter="wipe(left)">
                                      <p:cBhvr>
                                        <p:cTn id="101" dur="500"/>
                                        <p:tgtEl>
                                          <p:spTgt spid="14"/>
                                        </p:tgtEl>
                                      </p:cBhvr>
                                    </p:animEffect>
                                  </p:childTnLst>
                                </p:cTn>
                              </p:par>
                            </p:childTnLst>
                          </p:cTn>
                        </p:par>
                        <p:par>
                          <p:cTn id="102" fill="hold">
                            <p:stCondLst>
                              <p:cond delay="6560"/>
                            </p:stCondLst>
                            <p:childTnLst>
                              <p:par>
                                <p:cTn id="103" presetID="22" presetClass="entr" presetSubtype="4" fill="hold" grpId="0" nodeType="afterEffect">
                                  <p:stCondLst>
                                    <p:cond delay="0"/>
                                  </p:stCondLst>
                                  <p:childTnLst>
                                    <p:set>
                                      <p:cBhvr>
                                        <p:cTn id="104" dur="1" fill="hold">
                                          <p:stCondLst>
                                            <p:cond delay="0"/>
                                          </p:stCondLst>
                                        </p:cTn>
                                        <p:tgtEl>
                                          <p:spTgt spid="15"/>
                                        </p:tgtEl>
                                        <p:attrNameLst>
                                          <p:attrName>style.visibility</p:attrName>
                                        </p:attrNameLst>
                                      </p:cBhvr>
                                      <p:to>
                                        <p:strVal val="visible"/>
                                      </p:to>
                                    </p:set>
                                    <p:animEffect transition="in" filter="wipe(down)">
                                      <p:cBhvr>
                                        <p:cTn id="105" dur="500"/>
                                        <p:tgtEl>
                                          <p:spTgt spid="15"/>
                                        </p:tgtEl>
                                      </p:cBhvr>
                                    </p:animEffect>
                                  </p:childTnLst>
                                </p:cTn>
                              </p:par>
                              <p:par>
                                <p:cTn id="106" presetID="22" presetClass="entr" presetSubtype="1" fill="hold" grpId="0" nodeType="withEffect">
                                  <p:stCondLst>
                                    <p:cond delay="0"/>
                                  </p:stCondLst>
                                  <p:childTnLst>
                                    <p:set>
                                      <p:cBhvr>
                                        <p:cTn id="107" dur="1" fill="hold">
                                          <p:stCondLst>
                                            <p:cond delay="0"/>
                                          </p:stCondLst>
                                        </p:cTn>
                                        <p:tgtEl>
                                          <p:spTgt spid="16"/>
                                        </p:tgtEl>
                                        <p:attrNameLst>
                                          <p:attrName>style.visibility</p:attrName>
                                        </p:attrNameLst>
                                      </p:cBhvr>
                                      <p:to>
                                        <p:strVal val="visible"/>
                                      </p:to>
                                    </p:set>
                                    <p:animEffect transition="in" filter="wipe(up)">
                                      <p:cBhvr>
                                        <p:cTn id="10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autoUpdateAnimBg="0"/>
      <p:bldP spid="12291" grpId="0" animBg="1"/>
      <p:bldP spid="9" grpId="0" animBg="1"/>
      <p:bldP spid="10" grpId="0" animBg="1"/>
      <p:bldP spid="11" grpId="0" autoUpdateAnimBg="0"/>
      <p:bldP spid="12" grpId="0" autoUpdateAnimBg="0"/>
      <p:bldP spid="13" grpId="0" animBg="1"/>
      <p:bldP spid="13" grpId="1" animBg="1"/>
      <p:bldP spid="14" grpId="0" animBg="1"/>
      <p:bldP spid="15" grpId="0" autoUpdateAnimBg="0"/>
      <p:bldP spid="16" grpId="0" autoUpdateAnimBg="0"/>
      <p:bldP spid="17" grpId="0" animBg="1"/>
      <p:bldP spid="17" grpId="1" animBg="1"/>
      <p:bldP spid="18" grpId="0" animBg="1"/>
      <p:bldP spid="19" grpId="0" autoUpdateAnimBg="0"/>
      <p:bldP spid="20" grpId="0" autoUpdateAnimBg="0"/>
      <p:bldP spid="21" grpId="0" animBg="1"/>
      <p:bldP spid="21" grpId="1" animBg="1"/>
      <p:bldP spid="22" grpId="0" animBg="1" autoUpdateAnimBg="0"/>
      <p:bldP spid="23" grpId="0" animBg="1" autoUpdateAnimBg="0"/>
      <p:bldP spid="24" grpId="0" autoUpdateAnimBg="0"/>
      <p:bldP spid="25" grpId="0" animBg="1" autoUpdateAnimBg="0"/>
      <p:bldP spid="28" grpId="0" animBg="1" autoUpdateAnimBg="0"/>
      <p:bldP spid="31" grpId="0" animBg="1" autoUpdateAnimBg="0"/>
      <p:bldP spid="32" grpId="0" animBg="1" autoUpdateAnimBg="0"/>
      <p:bldP spid="33" grpId="0" autoUpdateAnimBg="0"/>
      <p:bldP spid="34"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Box 27"/>
          <p:cNvSpPr txBox="1">
            <a:spLocks noChangeArrowheads="1"/>
          </p:cNvSpPr>
          <p:nvPr/>
        </p:nvSpPr>
        <p:spPr bwMode="auto">
          <a:xfrm>
            <a:off x="1012825" y="176213"/>
            <a:ext cx="3191899"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1.2 </a:t>
            </a:r>
            <a:r>
              <a:rPr lang="zh-CN" altLang="en-US" sz="3000" b="1" dirty="0" smtClean="0">
                <a:solidFill>
                  <a:schemeClr val="accent1"/>
                </a:solidFill>
                <a:latin typeface="微软雅黑" pitchFamily="34" charset="-122"/>
                <a:ea typeface="微软雅黑" pitchFamily="34" charset="-122"/>
              </a:rPr>
              <a:t>课题研究现状</a:t>
            </a:r>
            <a:endParaRPr lang="zh-CN" altLang="en-US" sz="3000" b="1" dirty="0">
              <a:solidFill>
                <a:schemeClr val="accent1"/>
              </a:solidFill>
              <a:latin typeface="微软雅黑" pitchFamily="34" charset="-122"/>
              <a:ea typeface="微软雅黑" pitchFamily="34" charset="-122"/>
            </a:endParaRPr>
          </a:p>
        </p:txBody>
      </p:sp>
      <p:sp>
        <p:nvSpPr>
          <p:cNvPr id="13315"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round/>
            <a:headEnd/>
            <a:tailEnd/>
          </a:ln>
        </p:spPr>
        <p:txBody>
          <a:bodyPr/>
          <a:lstStyle/>
          <a:p>
            <a:endParaRPr lang="zh-CN" altLang="en-US"/>
          </a:p>
        </p:txBody>
      </p:sp>
      <p:sp>
        <p:nvSpPr>
          <p:cNvPr id="13316" name="TextBox 3"/>
          <p:cNvSpPr txBox="1">
            <a:spLocks noChangeArrowheads="1"/>
          </p:cNvSpPr>
          <p:nvPr/>
        </p:nvSpPr>
        <p:spPr bwMode="auto">
          <a:xfrm>
            <a:off x="1174750" y="-1179513"/>
            <a:ext cx="184150" cy="554038"/>
          </a:xfrm>
          <a:prstGeom prst="rect">
            <a:avLst/>
          </a:prstGeom>
          <a:noFill/>
          <a:ln w="9525">
            <a:noFill/>
            <a:miter lim="800000"/>
            <a:headEnd/>
            <a:tailEnd/>
          </a:ln>
        </p:spPr>
        <p:txBody>
          <a:bodyPr wrap="none">
            <a:spAutoFit/>
          </a:bodyPr>
          <a:lstStyle/>
          <a:p>
            <a:pPr eaLnBrk="1" hangingPunct="1"/>
            <a:endParaRPr lang="zh-CN" altLang="en-US" sz="3000" b="1">
              <a:solidFill>
                <a:schemeClr val="accent1"/>
              </a:solidFill>
              <a:latin typeface="微软雅黑" pitchFamily="34" charset="-122"/>
              <a:ea typeface="微软雅黑" pitchFamily="34" charset="-122"/>
            </a:endParaRPr>
          </a:p>
        </p:txBody>
      </p:sp>
      <p:sp>
        <p:nvSpPr>
          <p:cNvPr id="55" name="Line 5"/>
          <p:cNvSpPr>
            <a:spLocks noChangeShapeType="1"/>
          </p:cNvSpPr>
          <p:nvPr/>
        </p:nvSpPr>
        <p:spPr bwMode="auto">
          <a:xfrm flipH="1">
            <a:off x="3328966" y="1578280"/>
            <a:ext cx="43722" cy="5019072"/>
          </a:xfrm>
          <a:prstGeom prst="line">
            <a:avLst/>
          </a:prstGeom>
          <a:noFill/>
          <a:ln w="28575">
            <a:solidFill>
              <a:schemeClr val="accent1"/>
            </a:solidFill>
            <a:round/>
            <a:headEnd/>
            <a:tailEnd/>
          </a:ln>
        </p:spPr>
        <p:txBody>
          <a:bodyPr/>
          <a:lstStyle/>
          <a:p>
            <a:endParaRPr lang="zh-CN" altLang="en-US"/>
          </a:p>
        </p:txBody>
      </p:sp>
      <p:sp>
        <p:nvSpPr>
          <p:cNvPr id="56" name="Oval 6"/>
          <p:cNvSpPr>
            <a:spLocks noChangeArrowheads="1"/>
          </p:cNvSpPr>
          <p:nvPr/>
        </p:nvSpPr>
        <p:spPr bwMode="auto">
          <a:xfrm>
            <a:off x="3248249" y="1471197"/>
            <a:ext cx="220662" cy="209550"/>
          </a:xfrm>
          <a:prstGeom prst="ellipse">
            <a:avLst/>
          </a:prstGeom>
          <a:solidFill>
            <a:srgbClr val="113E6A"/>
          </a:solidFill>
          <a:ln w="7">
            <a:solidFill>
              <a:schemeClr val="accent2"/>
            </a:solidFill>
            <a:round/>
            <a:headEnd/>
            <a:tailEnd/>
          </a:ln>
        </p:spPr>
        <p:txBody>
          <a:bodyPr/>
          <a:lstStyle/>
          <a:p>
            <a:pPr eaLnBrk="1" hangingPunct="1"/>
            <a:endParaRPr lang="zh-CN" altLang="en-US"/>
          </a:p>
        </p:txBody>
      </p:sp>
      <p:sp>
        <p:nvSpPr>
          <p:cNvPr id="57" name="Oval 8"/>
          <p:cNvSpPr>
            <a:spLocks noChangeArrowheads="1"/>
          </p:cNvSpPr>
          <p:nvPr/>
        </p:nvSpPr>
        <p:spPr bwMode="auto">
          <a:xfrm>
            <a:off x="3248249" y="3084214"/>
            <a:ext cx="220662" cy="209550"/>
          </a:xfrm>
          <a:prstGeom prst="ellipse">
            <a:avLst/>
          </a:prstGeom>
          <a:solidFill>
            <a:srgbClr val="113E6A"/>
          </a:solidFill>
          <a:ln w="7">
            <a:solidFill>
              <a:schemeClr val="accent2"/>
            </a:solidFill>
            <a:round/>
            <a:headEnd/>
            <a:tailEnd/>
          </a:ln>
        </p:spPr>
        <p:txBody>
          <a:bodyPr/>
          <a:lstStyle/>
          <a:p>
            <a:pPr eaLnBrk="1" hangingPunct="1"/>
            <a:endParaRPr lang="zh-CN" altLang="en-US"/>
          </a:p>
        </p:txBody>
      </p:sp>
      <p:sp>
        <p:nvSpPr>
          <p:cNvPr id="58" name="Oval 10"/>
          <p:cNvSpPr>
            <a:spLocks noChangeArrowheads="1"/>
          </p:cNvSpPr>
          <p:nvPr/>
        </p:nvSpPr>
        <p:spPr bwMode="auto">
          <a:xfrm>
            <a:off x="3248249" y="4883554"/>
            <a:ext cx="220662" cy="207963"/>
          </a:xfrm>
          <a:prstGeom prst="ellipse">
            <a:avLst/>
          </a:prstGeom>
          <a:solidFill>
            <a:srgbClr val="113E6A"/>
          </a:solidFill>
          <a:ln w="7">
            <a:solidFill>
              <a:schemeClr val="accent2"/>
            </a:solidFill>
            <a:round/>
            <a:headEnd/>
            <a:tailEnd/>
          </a:ln>
        </p:spPr>
        <p:txBody>
          <a:bodyPr/>
          <a:lstStyle/>
          <a:p>
            <a:pPr eaLnBrk="1" hangingPunct="1"/>
            <a:endParaRPr lang="zh-CN" altLang="en-US"/>
          </a:p>
        </p:txBody>
      </p:sp>
      <p:sp>
        <p:nvSpPr>
          <p:cNvPr id="59" name="TextBox 10"/>
          <p:cNvSpPr txBox="1">
            <a:spLocks noChangeArrowheads="1"/>
          </p:cNvSpPr>
          <p:nvPr/>
        </p:nvSpPr>
        <p:spPr bwMode="auto">
          <a:xfrm>
            <a:off x="3611786" y="1442989"/>
            <a:ext cx="3185487" cy="369332"/>
          </a:xfrm>
          <a:prstGeom prst="rect">
            <a:avLst/>
          </a:prstGeom>
          <a:noFill/>
          <a:ln w="9525">
            <a:noFill/>
            <a:miter lim="800000"/>
            <a:headEnd/>
            <a:tailEnd/>
          </a:ln>
        </p:spPr>
        <p:txBody>
          <a:bodyPr wrap="none">
            <a:spAutoFit/>
          </a:bodyPr>
          <a:lstStyle/>
          <a:p>
            <a:pPr eaLnBrk="1" hangingPunct="1"/>
            <a:r>
              <a:rPr lang="zh-CN" altLang="en-US" b="1" dirty="0" smtClean="0">
                <a:solidFill>
                  <a:schemeClr val="accent1"/>
                </a:solidFill>
                <a:latin typeface="微软雅黑" pitchFamily="34" charset="-122"/>
                <a:ea typeface="微软雅黑" pitchFamily="34" charset="-122"/>
              </a:rPr>
              <a:t>互联网基础设施有了很大改善</a:t>
            </a:r>
            <a:endParaRPr lang="zh-CN" altLang="en-US" b="1" dirty="0">
              <a:solidFill>
                <a:schemeClr val="accent1"/>
              </a:solidFill>
              <a:latin typeface="微软雅黑" pitchFamily="34" charset="-122"/>
              <a:ea typeface="微软雅黑" pitchFamily="34" charset="-122"/>
            </a:endParaRPr>
          </a:p>
        </p:txBody>
      </p:sp>
      <p:sp>
        <p:nvSpPr>
          <p:cNvPr id="60" name="TextBox 11"/>
          <p:cNvSpPr txBox="1">
            <a:spLocks noChangeArrowheads="1"/>
          </p:cNvSpPr>
          <p:nvPr/>
        </p:nvSpPr>
        <p:spPr bwMode="auto">
          <a:xfrm>
            <a:off x="3693269" y="1772303"/>
            <a:ext cx="7626350" cy="707886"/>
          </a:xfrm>
          <a:prstGeom prst="rect">
            <a:avLst/>
          </a:prstGeom>
          <a:noFill/>
          <a:ln w="9525">
            <a:noFill/>
            <a:miter lim="800000"/>
            <a:headEnd/>
            <a:tailEnd/>
          </a:ln>
        </p:spPr>
        <p:txBody>
          <a:bodyPr>
            <a:spAutoFit/>
          </a:bodyPr>
          <a:lstStyle/>
          <a:p>
            <a:r>
              <a:rPr lang="zh-CN" altLang="zh-CN" sz="2000" dirty="0" smtClean="0">
                <a:solidFill>
                  <a:schemeClr val="accent1"/>
                </a:solidFill>
                <a:latin typeface="微软雅黑" pitchFamily="34" charset="-122"/>
                <a:ea typeface="微软雅黑" pitchFamily="34" charset="-122"/>
              </a:rPr>
              <a:t>基于国家的大力支持，校园网络基础设施有了很大改善，校园信息化水平也得到极大提高</a:t>
            </a:r>
            <a:r>
              <a:rPr lang="zh-CN" altLang="en-US" sz="2000" dirty="0">
                <a:solidFill>
                  <a:schemeClr val="accent1"/>
                </a:solidFill>
                <a:latin typeface="微软雅黑" pitchFamily="34" charset="-122"/>
                <a:ea typeface="微软雅黑" pitchFamily="34" charset="-122"/>
              </a:rPr>
              <a:t>。</a:t>
            </a:r>
          </a:p>
        </p:txBody>
      </p:sp>
      <p:sp>
        <p:nvSpPr>
          <p:cNvPr id="61" name="TextBox 14"/>
          <p:cNvSpPr txBox="1">
            <a:spLocks noChangeArrowheads="1"/>
          </p:cNvSpPr>
          <p:nvPr/>
        </p:nvSpPr>
        <p:spPr bwMode="auto">
          <a:xfrm>
            <a:off x="3632424" y="3003252"/>
            <a:ext cx="3185487" cy="369332"/>
          </a:xfrm>
          <a:prstGeom prst="rect">
            <a:avLst/>
          </a:prstGeom>
          <a:noFill/>
          <a:ln w="9525">
            <a:noFill/>
            <a:miter lim="800000"/>
            <a:headEnd/>
            <a:tailEnd/>
          </a:ln>
        </p:spPr>
        <p:txBody>
          <a:bodyPr wrap="none">
            <a:spAutoFit/>
          </a:bodyPr>
          <a:lstStyle/>
          <a:p>
            <a:pPr eaLnBrk="1" hangingPunct="1"/>
            <a:r>
              <a:rPr lang="zh-CN" altLang="en-US" b="1" dirty="0" smtClean="0">
                <a:solidFill>
                  <a:schemeClr val="accent1"/>
                </a:solidFill>
                <a:latin typeface="微软雅黑" pitchFamily="34" charset="-122"/>
                <a:ea typeface="微软雅黑" pitchFamily="34" charset="-122"/>
              </a:rPr>
              <a:t>部分高校信息化建设起步较早</a:t>
            </a:r>
            <a:endParaRPr lang="zh-CN" altLang="en-US" b="1" dirty="0">
              <a:solidFill>
                <a:schemeClr val="accent1"/>
              </a:solidFill>
              <a:latin typeface="微软雅黑" pitchFamily="34" charset="-122"/>
              <a:ea typeface="微软雅黑" pitchFamily="34" charset="-122"/>
            </a:endParaRPr>
          </a:p>
        </p:txBody>
      </p:sp>
      <p:sp>
        <p:nvSpPr>
          <p:cNvPr id="62" name="TextBox 16"/>
          <p:cNvSpPr txBox="1">
            <a:spLocks noChangeArrowheads="1"/>
          </p:cNvSpPr>
          <p:nvPr/>
        </p:nvSpPr>
        <p:spPr bwMode="auto">
          <a:xfrm>
            <a:off x="3638774" y="4787602"/>
            <a:ext cx="5493812" cy="369332"/>
          </a:xfrm>
          <a:prstGeom prst="rect">
            <a:avLst/>
          </a:prstGeom>
          <a:noFill/>
          <a:ln w="9525">
            <a:noFill/>
            <a:miter lim="800000"/>
            <a:headEnd/>
            <a:tailEnd/>
          </a:ln>
        </p:spPr>
        <p:txBody>
          <a:bodyPr wrap="none">
            <a:spAutoFit/>
          </a:bodyPr>
          <a:lstStyle/>
          <a:p>
            <a:pPr eaLnBrk="1" hangingPunct="1"/>
            <a:r>
              <a:rPr lang="zh-CN" altLang="en-US" b="1" dirty="0" smtClean="0">
                <a:solidFill>
                  <a:schemeClr val="accent1"/>
                </a:solidFill>
                <a:latin typeface="微软雅黑" pitchFamily="34" charset="-122"/>
                <a:ea typeface="微软雅黑" pitchFamily="34" charset="-122"/>
              </a:rPr>
              <a:t>我国已初步形成统一的研究生招生考试信息管理平台</a:t>
            </a:r>
            <a:endParaRPr lang="zh-CN" altLang="en-US" b="1" dirty="0">
              <a:solidFill>
                <a:schemeClr val="accent1"/>
              </a:solidFill>
              <a:latin typeface="微软雅黑" pitchFamily="34" charset="-122"/>
              <a:ea typeface="微软雅黑" pitchFamily="34" charset="-122"/>
            </a:endParaRPr>
          </a:p>
        </p:txBody>
      </p:sp>
      <p:sp>
        <p:nvSpPr>
          <p:cNvPr id="63" name="TextBox 19"/>
          <p:cNvSpPr txBox="1">
            <a:spLocks noChangeArrowheads="1"/>
          </p:cNvSpPr>
          <p:nvPr/>
        </p:nvSpPr>
        <p:spPr bwMode="auto">
          <a:xfrm>
            <a:off x="3603329" y="3379490"/>
            <a:ext cx="7439025" cy="1015663"/>
          </a:xfrm>
          <a:prstGeom prst="rect">
            <a:avLst/>
          </a:prstGeom>
          <a:noFill/>
          <a:ln w="9525">
            <a:noFill/>
            <a:miter lim="800000"/>
            <a:headEnd/>
            <a:tailEnd/>
          </a:ln>
        </p:spPr>
        <p:txBody>
          <a:bodyPr>
            <a:spAutoFit/>
          </a:bodyPr>
          <a:lstStyle/>
          <a:p>
            <a:r>
              <a:rPr lang="zh-CN" altLang="zh-CN" sz="2000" dirty="0" smtClean="0">
                <a:solidFill>
                  <a:schemeClr val="accent1"/>
                </a:solidFill>
                <a:latin typeface="微软雅黑" pitchFamily="34" charset="-122"/>
                <a:ea typeface="微软雅黑" pitchFamily="34" charset="-122"/>
              </a:rPr>
              <a:t>清华大学和北京大学自</a:t>
            </a:r>
            <a:r>
              <a:rPr lang="en-US" altLang="zh-CN" sz="2000" dirty="0" smtClean="0">
                <a:solidFill>
                  <a:schemeClr val="accent1"/>
                </a:solidFill>
                <a:latin typeface="微软雅黑" pitchFamily="34" charset="-122"/>
                <a:ea typeface="微软雅黑" pitchFamily="34" charset="-122"/>
              </a:rPr>
              <a:t>20</a:t>
            </a:r>
            <a:r>
              <a:rPr lang="zh-CN" altLang="zh-CN" sz="2000" dirty="0" smtClean="0">
                <a:solidFill>
                  <a:schemeClr val="accent1"/>
                </a:solidFill>
                <a:latin typeface="微软雅黑" pitchFamily="34" charset="-122"/>
                <a:ea typeface="微软雅黑" pitchFamily="34" charset="-122"/>
              </a:rPr>
              <a:t>世纪</a:t>
            </a:r>
            <a:r>
              <a:rPr lang="en-US" altLang="zh-CN" sz="2000" dirty="0" smtClean="0">
                <a:solidFill>
                  <a:schemeClr val="accent1"/>
                </a:solidFill>
                <a:latin typeface="微软雅黑" pitchFamily="34" charset="-122"/>
                <a:ea typeface="微软雅黑" pitchFamily="34" charset="-122"/>
              </a:rPr>
              <a:t>90</a:t>
            </a:r>
            <a:r>
              <a:rPr lang="zh-CN" altLang="zh-CN" sz="2000" dirty="0" smtClean="0">
                <a:solidFill>
                  <a:schemeClr val="accent1"/>
                </a:solidFill>
                <a:latin typeface="微软雅黑" pitchFamily="34" charset="-122"/>
                <a:ea typeface="微软雅黑" pitchFamily="34" charset="-122"/>
              </a:rPr>
              <a:t>年代开始建设校园网络，经过近</a:t>
            </a:r>
            <a:r>
              <a:rPr lang="en-US" altLang="zh-CN" sz="2000" dirty="0" smtClean="0">
                <a:solidFill>
                  <a:schemeClr val="accent1"/>
                </a:solidFill>
                <a:latin typeface="微软雅黑" pitchFamily="34" charset="-122"/>
                <a:ea typeface="微软雅黑" pitchFamily="34" charset="-122"/>
              </a:rPr>
              <a:t>10</a:t>
            </a:r>
            <a:r>
              <a:rPr lang="zh-CN" altLang="zh-CN" sz="2000" dirty="0" smtClean="0">
                <a:solidFill>
                  <a:schemeClr val="accent1"/>
                </a:solidFill>
                <a:latin typeface="微软雅黑" pitchFamily="34" charset="-122"/>
                <a:ea typeface="微软雅黑" pitchFamily="34" charset="-122"/>
              </a:rPr>
              <a:t>年的建设，已基本建成包括学术研究、信息管理、社区服务和网络办公为主要功能的数字化教育信息管理平台</a:t>
            </a:r>
            <a:r>
              <a:rPr lang="zh-CN" altLang="en-US" sz="2000" dirty="0" smtClean="0">
                <a:solidFill>
                  <a:schemeClr val="accent1"/>
                </a:solidFill>
                <a:latin typeface="微软雅黑" pitchFamily="34" charset="-122"/>
                <a:ea typeface="微软雅黑" pitchFamily="34" charset="-122"/>
              </a:rPr>
              <a:t>。</a:t>
            </a:r>
            <a:endParaRPr lang="zh-CN" altLang="en-US" sz="2000" dirty="0">
              <a:solidFill>
                <a:schemeClr val="accent1"/>
              </a:solidFill>
              <a:latin typeface="微软雅黑" pitchFamily="34" charset="-122"/>
              <a:ea typeface="微软雅黑" pitchFamily="34" charset="-122"/>
            </a:endParaRPr>
          </a:p>
        </p:txBody>
      </p:sp>
      <p:sp>
        <p:nvSpPr>
          <p:cNvPr id="64" name="TextBox 21"/>
          <p:cNvSpPr txBox="1">
            <a:spLocks noChangeArrowheads="1"/>
          </p:cNvSpPr>
          <p:nvPr/>
        </p:nvSpPr>
        <p:spPr bwMode="auto">
          <a:xfrm>
            <a:off x="3633310" y="5149257"/>
            <a:ext cx="7439025" cy="1323439"/>
          </a:xfrm>
          <a:prstGeom prst="rect">
            <a:avLst/>
          </a:prstGeom>
          <a:noFill/>
          <a:ln w="9525">
            <a:noFill/>
            <a:miter lim="800000"/>
            <a:headEnd/>
            <a:tailEnd/>
          </a:ln>
        </p:spPr>
        <p:txBody>
          <a:bodyPr>
            <a:spAutoFit/>
          </a:bodyPr>
          <a:lstStyle/>
          <a:p>
            <a:r>
              <a:rPr lang="zh-CN" altLang="zh-CN" sz="2000" dirty="0" smtClean="0">
                <a:solidFill>
                  <a:schemeClr val="accent1"/>
                </a:solidFill>
                <a:latin typeface="微软雅黑" pitchFamily="34" charset="-122"/>
                <a:ea typeface="微软雅黑" pitchFamily="34" charset="-122"/>
              </a:rPr>
              <a:t>在研究生招生管理工作方面，我国已经初步形成了国家统一的研究生招生考试信息管理平台，有效解决了研究生招生考试</a:t>
            </a:r>
            <a:r>
              <a:rPr lang="zh-CN" altLang="zh-CN" sz="2000" b="1" dirty="0" smtClean="0">
                <a:solidFill>
                  <a:schemeClr val="accent1"/>
                </a:solidFill>
                <a:latin typeface="微软雅黑" pitchFamily="34" charset="-122"/>
                <a:ea typeface="微软雅黑" pitchFamily="34" charset="-122"/>
              </a:rPr>
              <a:t>初试阶段</a:t>
            </a:r>
            <a:r>
              <a:rPr lang="zh-CN" altLang="zh-CN" sz="2000" dirty="0" smtClean="0">
                <a:solidFill>
                  <a:schemeClr val="accent1"/>
                </a:solidFill>
                <a:latin typeface="微软雅黑" pitchFamily="34" charset="-122"/>
                <a:ea typeface="微软雅黑" pitchFamily="34" charset="-122"/>
              </a:rPr>
              <a:t>的信息整合和管理过程中存在的不足，有效提高了研究生招考工作的办公效率</a:t>
            </a:r>
            <a:endParaRPr lang="zh-CN" altLang="en-US" sz="2000" dirty="0">
              <a:solidFill>
                <a:schemeClr val="accent1"/>
              </a:solidFill>
              <a:latin typeface="微软雅黑" pitchFamily="34" charset="-122"/>
              <a:ea typeface="微软雅黑" pitchFamily="34" charset="-122"/>
            </a:endParaRPr>
          </a:p>
        </p:txBody>
      </p:sp>
      <p:sp>
        <p:nvSpPr>
          <p:cNvPr id="65" name="矩形 23"/>
          <p:cNvSpPr>
            <a:spLocks noChangeArrowheads="1"/>
          </p:cNvSpPr>
          <p:nvPr/>
        </p:nvSpPr>
        <p:spPr bwMode="auto">
          <a:xfrm>
            <a:off x="1417861" y="1575237"/>
            <a:ext cx="1728788" cy="1062037"/>
          </a:xfrm>
          <a:prstGeom prst="rect">
            <a:avLst/>
          </a:prstGeom>
          <a:blipFill dpi="0" rotWithShape="1">
            <a:blip r:embed="rId2" cstate="print"/>
            <a:srcRect/>
            <a:stretch>
              <a:fillRect/>
            </a:stretch>
          </a:blipFill>
          <a:ln w="9525">
            <a:solidFill>
              <a:schemeClr val="tx1"/>
            </a:solidFill>
            <a:bevel/>
            <a:headEnd/>
            <a:tailEnd/>
          </a:ln>
        </p:spPr>
        <p:txBody>
          <a:bodyPr/>
          <a:lstStyle/>
          <a:p>
            <a:pPr eaLnBrk="1" hangingPunct="1"/>
            <a:endParaRPr lang="zh-CN" altLang="en-US"/>
          </a:p>
        </p:txBody>
      </p:sp>
      <p:sp>
        <p:nvSpPr>
          <p:cNvPr id="66" name="矩形 24"/>
          <p:cNvSpPr>
            <a:spLocks noChangeArrowheads="1"/>
          </p:cNvSpPr>
          <p:nvPr/>
        </p:nvSpPr>
        <p:spPr bwMode="auto">
          <a:xfrm>
            <a:off x="1417861" y="3454102"/>
            <a:ext cx="1728788" cy="1063625"/>
          </a:xfrm>
          <a:prstGeom prst="rect">
            <a:avLst/>
          </a:prstGeom>
          <a:blipFill dpi="0" rotWithShape="1">
            <a:blip r:embed="rId3" cstate="print"/>
            <a:srcRect/>
            <a:stretch>
              <a:fillRect/>
            </a:stretch>
          </a:blipFill>
          <a:ln w="9525">
            <a:solidFill>
              <a:schemeClr val="tx1"/>
            </a:solidFill>
            <a:bevel/>
            <a:headEnd/>
            <a:tailEnd/>
          </a:ln>
        </p:spPr>
        <p:txBody>
          <a:bodyPr/>
          <a:lstStyle/>
          <a:p>
            <a:pPr eaLnBrk="1" hangingPunct="1"/>
            <a:endParaRPr lang="zh-CN" altLang="en-US"/>
          </a:p>
        </p:txBody>
      </p:sp>
      <p:sp>
        <p:nvSpPr>
          <p:cNvPr id="67" name="矩形 25"/>
          <p:cNvSpPr>
            <a:spLocks noChangeArrowheads="1"/>
          </p:cNvSpPr>
          <p:nvPr/>
        </p:nvSpPr>
        <p:spPr bwMode="auto">
          <a:xfrm>
            <a:off x="1417861" y="5340052"/>
            <a:ext cx="1728788" cy="1063625"/>
          </a:xfrm>
          <a:prstGeom prst="rect">
            <a:avLst/>
          </a:prstGeom>
          <a:blipFill dpi="0" rotWithShape="1">
            <a:blip r:embed="rId4" cstate="print"/>
            <a:srcRect/>
            <a:stretch>
              <a:fillRect/>
            </a:stretch>
          </a:blipFill>
          <a:ln w="9525">
            <a:solidFill>
              <a:schemeClr val="tx1"/>
            </a:solidFill>
            <a:bevel/>
            <a:headEnd/>
            <a:tailEnd/>
          </a:ln>
        </p:spPr>
        <p:txBody>
          <a:bodyPr/>
          <a:lstStyle/>
          <a:p>
            <a:pPr eaLnBrk="1" hangingPunct="1"/>
            <a:endParaRPr lang="zh-CN" altLang="en-US"/>
          </a:p>
        </p:txBody>
      </p:sp>
      <p:sp>
        <p:nvSpPr>
          <p:cNvPr id="68" name="矩形 67"/>
          <p:cNvSpPr/>
          <p:nvPr/>
        </p:nvSpPr>
        <p:spPr>
          <a:xfrm>
            <a:off x="394597" y="961192"/>
            <a:ext cx="1415772"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发展现状</a:t>
            </a:r>
            <a:endParaRPr lang="en-US" altLang="zh-CN" sz="2400" b="1" dirty="0" smtClean="0">
              <a:solidFill>
                <a:srgbClr val="F8F8F8"/>
              </a:solidFill>
              <a:latin typeface="+mn-ea"/>
              <a:ea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13315"/>
                                        </p:tgtEl>
                                        <p:attrNameLst>
                                          <p:attrName>style.visibility</p:attrName>
                                        </p:attrNameLst>
                                      </p:cBhvr>
                                      <p:to>
                                        <p:strVal val="visible"/>
                                      </p:to>
                                    </p:set>
                                    <p:anim calcmode="lin" valueType="num">
                                      <p:cBhvr>
                                        <p:cTn id="7" dur="300" fill="hold"/>
                                        <p:tgtEl>
                                          <p:spTgt spid="13315"/>
                                        </p:tgtEl>
                                        <p:attrNameLst>
                                          <p:attrName>ppt_w</p:attrName>
                                        </p:attrNameLst>
                                      </p:cBhvr>
                                      <p:tavLst>
                                        <p:tav tm="0">
                                          <p:val>
                                            <p:fltVal val="0"/>
                                          </p:val>
                                        </p:tav>
                                        <p:tav tm="100000">
                                          <p:val>
                                            <p:strVal val="#ppt_w"/>
                                          </p:val>
                                        </p:tav>
                                      </p:tavLst>
                                    </p:anim>
                                    <p:anim calcmode="lin" valueType="num">
                                      <p:cBhvr>
                                        <p:cTn id="8" dur="300" fill="hold"/>
                                        <p:tgtEl>
                                          <p:spTgt spid="13315"/>
                                        </p:tgtEl>
                                        <p:attrNameLst>
                                          <p:attrName>ppt_h</p:attrName>
                                        </p:attrNameLst>
                                      </p:cBhvr>
                                      <p:tavLst>
                                        <p:tav tm="0">
                                          <p:val>
                                            <p:fltVal val="0"/>
                                          </p:val>
                                        </p:tav>
                                        <p:tav tm="100000">
                                          <p:val>
                                            <p:strVal val="#ppt_h"/>
                                          </p:val>
                                        </p:tav>
                                      </p:tavLst>
                                    </p:anim>
                                    <p:anim calcmode="lin" valueType="num">
                                      <p:cBhvr>
                                        <p:cTn id="9" dur="300" fill="hold"/>
                                        <p:tgtEl>
                                          <p:spTgt spid="13315"/>
                                        </p:tgtEl>
                                        <p:attrNameLst>
                                          <p:attrName>style.rotation</p:attrName>
                                        </p:attrNameLst>
                                      </p:cBhvr>
                                      <p:tavLst>
                                        <p:tav tm="0">
                                          <p:val>
                                            <p:fltVal val="90"/>
                                          </p:val>
                                        </p:tav>
                                        <p:tav tm="100000">
                                          <p:val>
                                            <p:fltVal val="0"/>
                                          </p:val>
                                        </p:tav>
                                      </p:tavLst>
                                    </p:anim>
                                    <p:animEffect transition="in" filter="fade">
                                      <p:cBhvr>
                                        <p:cTn id="10" dur="300"/>
                                        <p:tgtEl>
                                          <p:spTgt spid="13315"/>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3314"/>
                                        </p:tgtEl>
                                        <p:attrNameLst>
                                          <p:attrName>style.visibility</p:attrName>
                                        </p:attrNameLst>
                                      </p:cBhvr>
                                      <p:to>
                                        <p:strVal val="visible"/>
                                      </p:to>
                                    </p:set>
                                    <p:anim calcmode="lin" valueType="num">
                                      <p:cBhvr>
                                        <p:cTn id="14" dur="400" fill="hold"/>
                                        <p:tgtEl>
                                          <p:spTgt spid="1331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3314"/>
                                        </p:tgtEl>
                                        <p:attrNameLst>
                                          <p:attrName>ppt_y</p:attrName>
                                        </p:attrNameLst>
                                      </p:cBhvr>
                                      <p:tavLst>
                                        <p:tav tm="0">
                                          <p:val>
                                            <p:strVal val="#ppt_y"/>
                                          </p:val>
                                        </p:tav>
                                        <p:tav tm="100000">
                                          <p:val>
                                            <p:strVal val="#ppt_y"/>
                                          </p:val>
                                        </p:tav>
                                      </p:tavLst>
                                    </p:anim>
                                    <p:anim calcmode="lin" valueType="num">
                                      <p:cBhvr>
                                        <p:cTn id="16" dur="400" fill="hold"/>
                                        <p:tgtEl>
                                          <p:spTgt spid="1331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331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3314"/>
                                        </p:tgtEl>
                                      </p:cBhvr>
                                    </p:animEffect>
                                  </p:childTnLst>
                                </p:cTn>
                              </p:par>
                            </p:childTnLst>
                          </p:cTn>
                        </p:par>
                        <p:par>
                          <p:cTn id="19" fill="hold" nodeType="afterGroup">
                            <p:stCondLst>
                              <p:cond delay="1020"/>
                            </p:stCondLst>
                            <p:childTnLst>
                              <p:par>
                                <p:cTn id="20" presetID="41" presetClass="entr" presetSubtype="0" fill="hold" grpId="0" nodeType="afterEffect" nodePh="1">
                                  <p:stCondLst>
                                    <p:cond delay="0"/>
                                  </p:stCondLst>
                                  <p:endCondLst>
                                    <p:cond evt="begin" delay="0">
                                      <p:tn val="20"/>
                                    </p:cond>
                                  </p:endCondLst>
                                  <p:iterate type="lt">
                                    <p:tmPct val="10000"/>
                                  </p:iterate>
                                  <p:childTnLst>
                                    <p:set>
                                      <p:cBhvr>
                                        <p:cTn id="21" dur="1" fill="hold">
                                          <p:stCondLst>
                                            <p:cond delay="0"/>
                                          </p:stCondLst>
                                        </p:cTn>
                                        <p:tgtEl>
                                          <p:spTgt spid="13316"/>
                                        </p:tgtEl>
                                        <p:attrNameLst>
                                          <p:attrName>style.visibility</p:attrName>
                                        </p:attrNameLst>
                                      </p:cBhvr>
                                      <p:to>
                                        <p:strVal val="visible"/>
                                      </p:to>
                                    </p:set>
                                    <p:anim calcmode="lin" valueType="num">
                                      <p:cBhvr>
                                        <p:cTn id="22" dur="400" fill="hold"/>
                                        <p:tgtEl>
                                          <p:spTgt spid="13316"/>
                                        </p:tgtEl>
                                        <p:attrNameLst>
                                          <p:attrName>ppt_x</p:attrName>
                                        </p:attrNameLst>
                                      </p:cBhvr>
                                      <p:tavLst>
                                        <p:tav tm="0">
                                          <p:val>
                                            <p:strVal val="#ppt_x"/>
                                          </p:val>
                                        </p:tav>
                                        <p:tav tm="50000">
                                          <p:val>
                                            <p:strVal val="#ppt_x+.1"/>
                                          </p:val>
                                        </p:tav>
                                        <p:tav tm="100000">
                                          <p:val>
                                            <p:strVal val="#ppt_x"/>
                                          </p:val>
                                        </p:tav>
                                      </p:tavLst>
                                    </p:anim>
                                    <p:anim calcmode="lin" valueType="num">
                                      <p:cBhvr>
                                        <p:cTn id="23" dur="400" fill="hold"/>
                                        <p:tgtEl>
                                          <p:spTgt spid="13316"/>
                                        </p:tgtEl>
                                        <p:attrNameLst>
                                          <p:attrName>ppt_y</p:attrName>
                                        </p:attrNameLst>
                                      </p:cBhvr>
                                      <p:tavLst>
                                        <p:tav tm="0">
                                          <p:val>
                                            <p:strVal val="#ppt_y"/>
                                          </p:val>
                                        </p:tav>
                                        <p:tav tm="100000">
                                          <p:val>
                                            <p:strVal val="#ppt_y"/>
                                          </p:val>
                                        </p:tav>
                                      </p:tavLst>
                                    </p:anim>
                                    <p:anim calcmode="lin" valueType="num">
                                      <p:cBhvr>
                                        <p:cTn id="24" dur="400" fill="hold"/>
                                        <p:tgtEl>
                                          <p:spTgt spid="13316"/>
                                        </p:tgtEl>
                                        <p:attrNameLst>
                                          <p:attrName>ppt_h</p:attrName>
                                        </p:attrNameLst>
                                      </p:cBhvr>
                                      <p:tavLst>
                                        <p:tav tm="0">
                                          <p:val>
                                            <p:strVal val="#ppt_h/10"/>
                                          </p:val>
                                        </p:tav>
                                        <p:tav tm="50000">
                                          <p:val>
                                            <p:strVal val="#ppt_h+.01"/>
                                          </p:val>
                                        </p:tav>
                                        <p:tav tm="100000">
                                          <p:val>
                                            <p:strVal val="#ppt_h"/>
                                          </p:val>
                                        </p:tav>
                                      </p:tavLst>
                                    </p:anim>
                                    <p:anim calcmode="lin" valueType="num">
                                      <p:cBhvr>
                                        <p:cTn id="25" dur="400" fill="hold"/>
                                        <p:tgtEl>
                                          <p:spTgt spid="13316"/>
                                        </p:tgtEl>
                                        <p:attrNameLst>
                                          <p:attrName>ppt_w</p:attrName>
                                        </p:attrNameLst>
                                      </p:cBhvr>
                                      <p:tavLst>
                                        <p:tav tm="0">
                                          <p:val>
                                            <p:strVal val="#ppt_w/10"/>
                                          </p:val>
                                        </p:tav>
                                        <p:tav tm="50000">
                                          <p:val>
                                            <p:strVal val="#ppt_w+.01"/>
                                          </p:val>
                                        </p:tav>
                                        <p:tav tm="100000">
                                          <p:val>
                                            <p:strVal val="#ppt_w"/>
                                          </p:val>
                                        </p:tav>
                                      </p:tavLst>
                                    </p:anim>
                                    <p:animEffect transition="in" filter="fade">
                                      <p:cBhvr>
                                        <p:cTn id="26" dur="400" tmFilter="0,0; .5, 1; 1, 1"/>
                                        <p:tgtEl>
                                          <p:spTgt spid="13316"/>
                                        </p:tgtEl>
                                      </p:cBhvr>
                                    </p:animEffect>
                                  </p:childTnLst>
                                </p:cTn>
                              </p:par>
                            </p:childTnLst>
                          </p:cTn>
                        </p:par>
                        <p:par>
                          <p:cTn id="27" fill="hold">
                            <p:stCondLst>
                              <p:cond delay="1420"/>
                            </p:stCondLst>
                            <p:childTnLst>
                              <p:par>
                                <p:cTn id="28" presetID="22" presetClass="entr" presetSubtype="1" fill="hold" grpId="0" nodeType="afterEffect">
                                  <p:stCondLst>
                                    <p:cond delay="0"/>
                                  </p:stCondLst>
                                  <p:childTnLst>
                                    <p:set>
                                      <p:cBhvr>
                                        <p:cTn id="29" dur="1" fill="hold">
                                          <p:stCondLst>
                                            <p:cond delay="0"/>
                                          </p:stCondLst>
                                        </p:cTn>
                                        <p:tgtEl>
                                          <p:spTgt spid="55"/>
                                        </p:tgtEl>
                                        <p:attrNameLst>
                                          <p:attrName>style.visibility</p:attrName>
                                        </p:attrNameLst>
                                      </p:cBhvr>
                                      <p:to>
                                        <p:strVal val="visible"/>
                                      </p:to>
                                    </p:set>
                                    <p:animEffect transition="in" filter="wipe(up)">
                                      <p:cBhvr>
                                        <p:cTn id="30" dur="500"/>
                                        <p:tgtEl>
                                          <p:spTgt spid="55"/>
                                        </p:tgtEl>
                                      </p:cBhvr>
                                    </p:animEffect>
                                  </p:childTnLst>
                                </p:cTn>
                              </p:par>
                            </p:childTnLst>
                          </p:cTn>
                        </p:par>
                        <p:par>
                          <p:cTn id="31" fill="hold">
                            <p:stCondLst>
                              <p:cond delay="1920"/>
                            </p:stCondLst>
                            <p:childTnLst>
                              <p:par>
                                <p:cTn id="32" presetID="10" presetClass="entr" presetSubtype="0" fill="hold" grpId="0" nodeType="afterEffect">
                                  <p:stCondLst>
                                    <p:cond delay="0"/>
                                  </p:stCondLst>
                                  <p:childTnLst>
                                    <p:set>
                                      <p:cBhvr>
                                        <p:cTn id="33" dur="1" fill="hold">
                                          <p:stCondLst>
                                            <p:cond delay="0"/>
                                          </p:stCondLst>
                                        </p:cTn>
                                        <p:tgtEl>
                                          <p:spTgt spid="56"/>
                                        </p:tgtEl>
                                        <p:attrNameLst>
                                          <p:attrName>style.visibility</p:attrName>
                                        </p:attrNameLst>
                                      </p:cBhvr>
                                      <p:to>
                                        <p:strVal val="visible"/>
                                      </p:to>
                                    </p:set>
                                    <p:anim calcmode="lin" valueType="num">
                                      <p:cBhvr>
                                        <p:cTn id="34" dur="500" fill="hold"/>
                                        <p:tgtEl>
                                          <p:spTgt spid="56"/>
                                        </p:tgtEl>
                                        <p:attrNameLst>
                                          <p:attrName>ppt_w</p:attrName>
                                        </p:attrNameLst>
                                      </p:cBhvr>
                                      <p:tavLst>
                                        <p:tav tm="0">
                                          <p:val>
                                            <p:fltVal val="0"/>
                                          </p:val>
                                        </p:tav>
                                        <p:tav tm="100000">
                                          <p:val>
                                            <p:strVal val="#ppt_w"/>
                                          </p:val>
                                        </p:tav>
                                      </p:tavLst>
                                    </p:anim>
                                    <p:anim calcmode="lin" valueType="num">
                                      <p:cBhvr>
                                        <p:cTn id="35" dur="500" fill="hold"/>
                                        <p:tgtEl>
                                          <p:spTgt spid="56"/>
                                        </p:tgtEl>
                                        <p:attrNameLst>
                                          <p:attrName>ppt_h</p:attrName>
                                        </p:attrNameLst>
                                      </p:cBhvr>
                                      <p:tavLst>
                                        <p:tav tm="0">
                                          <p:val>
                                            <p:fltVal val="0"/>
                                          </p:val>
                                        </p:tav>
                                        <p:tav tm="100000">
                                          <p:val>
                                            <p:strVal val="#ppt_h"/>
                                          </p:val>
                                        </p:tav>
                                      </p:tavLst>
                                    </p:anim>
                                    <p:animEffect transition="in" filter="fade">
                                      <p:cBhvr>
                                        <p:cTn id="36" dur="500"/>
                                        <p:tgtEl>
                                          <p:spTgt spid="56"/>
                                        </p:tgtEl>
                                      </p:cBhvr>
                                    </p:animEffect>
                                  </p:childTnLst>
                                </p:cTn>
                              </p:par>
                            </p:childTnLst>
                          </p:cTn>
                        </p:par>
                        <p:par>
                          <p:cTn id="37" fill="hold">
                            <p:stCondLst>
                              <p:cond delay="2420"/>
                            </p:stCondLst>
                            <p:childTnLst>
                              <p:par>
                                <p:cTn id="38" presetID="31" presetClass="entr" presetSubtype="0" fill="hold" grpId="0" nodeType="afterEffect">
                                  <p:stCondLst>
                                    <p:cond delay="0"/>
                                  </p:stCondLst>
                                  <p:childTnLst>
                                    <p:set>
                                      <p:cBhvr>
                                        <p:cTn id="39" dur="1" fill="hold">
                                          <p:stCondLst>
                                            <p:cond delay="0"/>
                                          </p:stCondLst>
                                        </p:cTn>
                                        <p:tgtEl>
                                          <p:spTgt spid="59"/>
                                        </p:tgtEl>
                                        <p:attrNameLst>
                                          <p:attrName>style.visibility</p:attrName>
                                        </p:attrNameLst>
                                      </p:cBhvr>
                                      <p:to>
                                        <p:strVal val="visible"/>
                                      </p:to>
                                    </p:set>
                                    <p:anim calcmode="lin" valueType="num">
                                      <p:cBhvr>
                                        <p:cTn id="40" dur="400" fill="hold"/>
                                        <p:tgtEl>
                                          <p:spTgt spid="59"/>
                                        </p:tgtEl>
                                        <p:attrNameLst>
                                          <p:attrName>ppt_w</p:attrName>
                                        </p:attrNameLst>
                                      </p:cBhvr>
                                      <p:tavLst>
                                        <p:tav tm="0">
                                          <p:val>
                                            <p:fltVal val="0"/>
                                          </p:val>
                                        </p:tav>
                                        <p:tav tm="100000">
                                          <p:val>
                                            <p:strVal val="#ppt_w"/>
                                          </p:val>
                                        </p:tav>
                                      </p:tavLst>
                                    </p:anim>
                                    <p:anim calcmode="lin" valueType="num">
                                      <p:cBhvr>
                                        <p:cTn id="41" dur="400" fill="hold"/>
                                        <p:tgtEl>
                                          <p:spTgt spid="59"/>
                                        </p:tgtEl>
                                        <p:attrNameLst>
                                          <p:attrName>ppt_h</p:attrName>
                                        </p:attrNameLst>
                                      </p:cBhvr>
                                      <p:tavLst>
                                        <p:tav tm="0">
                                          <p:val>
                                            <p:fltVal val="0"/>
                                          </p:val>
                                        </p:tav>
                                        <p:tav tm="100000">
                                          <p:val>
                                            <p:strVal val="#ppt_h"/>
                                          </p:val>
                                        </p:tav>
                                      </p:tavLst>
                                    </p:anim>
                                    <p:anim calcmode="lin" valueType="num">
                                      <p:cBhvr>
                                        <p:cTn id="42" dur="400" fill="hold"/>
                                        <p:tgtEl>
                                          <p:spTgt spid="59"/>
                                        </p:tgtEl>
                                        <p:attrNameLst>
                                          <p:attrName>style.rotation</p:attrName>
                                        </p:attrNameLst>
                                      </p:cBhvr>
                                      <p:tavLst>
                                        <p:tav tm="0">
                                          <p:val>
                                            <p:fltVal val="90"/>
                                          </p:val>
                                        </p:tav>
                                        <p:tav tm="100000">
                                          <p:val>
                                            <p:fltVal val="0"/>
                                          </p:val>
                                        </p:tav>
                                      </p:tavLst>
                                    </p:anim>
                                    <p:animEffect transition="in" filter="fade">
                                      <p:cBhvr>
                                        <p:cTn id="43" dur="400"/>
                                        <p:tgtEl>
                                          <p:spTgt spid="59"/>
                                        </p:tgtEl>
                                      </p:cBhvr>
                                    </p:animEffect>
                                  </p:childTnLst>
                                </p:cTn>
                              </p:par>
                            </p:childTnLst>
                          </p:cTn>
                        </p:par>
                        <p:par>
                          <p:cTn id="44" fill="hold">
                            <p:stCondLst>
                              <p:cond delay="2820"/>
                            </p:stCondLst>
                            <p:childTnLst>
                              <p:par>
                                <p:cTn id="45" presetID="22" presetClass="entr" presetSubtype="8" fill="hold" grpId="0" nodeType="afterEffect">
                                  <p:stCondLst>
                                    <p:cond delay="0"/>
                                  </p:stCondLst>
                                  <p:childTnLst>
                                    <p:set>
                                      <p:cBhvr>
                                        <p:cTn id="46" dur="1" fill="hold">
                                          <p:stCondLst>
                                            <p:cond delay="0"/>
                                          </p:stCondLst>
                                        </p:cTn>
                                        <p:tgtEl>
                                          <p:spTgt spid="60"/>
                                        </p:tgtEl>
                                        <p:attrNameLst>
                                          <p:attrName>style.visibility</p:attrName>
                                        </p:attrNameLst>
                                      </p:cBhvr>
                                      <p:to>
                                        <p:strVal val="visible"/>
                                      </p:to>
                                    </p:set>
                                    <p:animEffect transition="in" filter="wipe(left)">
                                      <p:cBhvr>
                                        <p:cTn id="47" dur="500"/>
                                        <p:tgtEl>
                                          <p:spTgt spid="60"/>
                                        </p:tgtEl>
                                      </p:cBhvr>
                                    </p:animEffect>
                                  </p:childTnLst>
                                </p:cTn>
                              </p:par>
                            </p:childTnLst>
                          </p:cTn>
                        </p:par>
                        <p:par>
                          <p:cTn id="48" fill="hold">
                            <p:stCondLst>
                              <p:cond delay="3320"/>
                            </p:stCondLst>
                            <p:childTnLst>
                              <p:par>
                                <p:cTn id="49" presetID="10" presetClass="entr" presetSubtype="0" fill="hold" grpId="0" nodeType="afterEffect">
                                  <p:stCondLst>
                                    <p:cond delay="0"/>
                                  </p:stCondLst>
                                  <p:childTnLst>
                                    <p:set>
                                      <p:cBhvr>
                                        <p:cTn id="50" dur="1" fill="hold">
                                          <p:stCondLst>
                                            <p:cond delay="0"/>
                                          </p:stCondLst>
                                        </p:cTn>
                                        <p:tgtEl>
                                          <p:spTgt spid="57"/>
                                        </p:tgtEl>
                                        <p:attrNameLst>
                                          <p:attrName>style.visibility</p:attrName>
                                        </p:attrNameLst>
                                      </p:cBhvr>
                                      <p:to>
                                        <p:strVal val="visible"/>
                                      </p:to>
                                    </p:set>
                                    <p:anim calcmode="lin" valueType="num">
                                      <p:cBhvr>
                                        <p:cTn id="51" dur="500" fill="hold"/>
                                        <p:tgtEl>
                                          <p:spTgt spid="57"/>
                                        </p:tgtEl>
                                        <p:attrNameLst>
                                          <p:attrName>ppt_w</p:attrName>
                                        </p:attrNameLst>
                                      </p:cBhvr>
                                      <p:tavLst>
                                        <p:tav tm="0">
                                          <p:val>
                                            <p:fltVal val="0"/>
                                          </p:val>
                                        </p:tav>
                                        <p:tav tm="100000">
                                          <p:val>
                                            <p:strVal val="#ppt_w"/>
                                          </p:val>
                                        </p:tav>
                                      </p:tavLst>
                                    </p:anim>
                                    <p:anim calcmode="lin" valueType="num">
                                      <p:cBhvr>
                                        <p:cTn id="52" dur="500" fill="hold"/>
                                        <p:tgtEl>
                                          <p:spTgt spid="57"/>
                                        </p:tgtEl>
                                        <p:attrNameLst>
                                          <p:attrName>ppt_h</p:attrName>
                                        </p:attrNameLst>
                                      </p:cBhvr>
                                      <p:tavLst>
                                        <p:tav tm="0">
                                          <p:val>
                                            <p:fltVal val="0"/>
                                          </p:val>
                                        </p:tav>
                                        <p:tav tm="100000">
                                          <p:val>
                                            <p:strVal val="#ppt_h"/>
                                          </p:val>
                                        </p:tav>
                                      </p:tavLst>
                                    </p:anim>
                                    <p:animEffect transition="in" filter="fade">
                                      <p:cBhvr>
                                        <p:cTn id="53" dur="500"/>
                                        <p:tgtEl>
                                          <p:spTgt spid="57"/>
                                        </p:tgtEl>
                                      </p:cBhvr>
                                    </p:animEffect>
                                  </p:childTnLst>
                                </p:cTn>
                              </p:par>
                            </p:childTnLst>
                          </p:cTn>
                        </p:par>
                        <p:par>
                          <p:cTn id="54" fill="hold">
                            <p:stCondLst>
                              <p:cond delay="3820"/>
                            </p:stCondLst>
                            <p:childTnLst>
                              <p:par>
                                <p:cTn id="55" presetID="31" presetClass="entr" presetSubtype="0" fill="hold" grpId="0" nodeType="afterEffect">
                                  <p:stCondLst>
                                    <p:cond delay="0"/>
                                  </p:stCondLst>
                                  <p:childTnLst>
                                    <p:set>
                                      <p:cBhvr>
                                        <p:cTn id="56" dur="1" fill="hold">
                                          <p:stCondLst>
                                            <p:cond delay="0"/>
                                          </p:stCondLst>
                                        </p:cTn>
                                        <p:tgtEl>
                                          <p:spTgt spid="61"/>
                                        </p:tgtEl>
                                        <p:attrNameLst>
                                          <p:attrName>style.visibility</p:attrName>
                                        </p:attrNameLst>
                                      </p:cBhvr>
                                      <p:to>
                                        <p:strVal val="visible"/>
                                      </p:to>
                                    </p:set>
                                    <p:anim calcmode="lin" valueType="num">
                                      <p:cBhvr>
                                        <p:cTn id="57" dur="400" fill="hold"/>
                                        <p:tgtEl>
                                          <p:spTgt spid="61"/>
                                        </p:tgtEl>
                                        <p:attrNameLst>
                                          <p:attrName>ppt_w</p:attrName>
                                        </p:attrNameLst>
                                      </p:cBhvr>
                                      <p:tavLst>
                                        <p:tav tm="0">
                                          <p:val>
                                            <p:fltVal val="0"/>
                                          </p:val>
                                        </p:tav>
                                        <p:tav tm="100000">
                                          <p:val>
                                            <p:strVal val="#ppt_w"/>
                                          </p:val>
                                        </p:tav>
                                      </p:tavLst>
                                    </p:anim>
                                    <p:anim calcmode="lin" valueType="num">
                                      <p:cBhvr>
                                        <p:cTn id="58" dur="400" fill="hold"/>
                                        <p:tgtEl>
                                          <p:spTgt spid="61"/>
                                        </p:tgtEl>
                                        <p:attrNameLst>
                                          <p:attrName>ppt_h</p:attrName>
                                        </p:attrNameLst>
                                      </p:cBhvr>
                                      <p:tavLst>
                                        <p:tav tm="0">
                                          <p:val>
                                            <p:fltVal val="0"/>
                                          </p:val>
                                        </p:tav>
                                        <p:tav tm="100000">
                                          <p:val>
                                            <p:strVal val="#ppt_h"/>
                                          </p:val>
                                        </p:tav>
                                      </p:tavLst>
                                    </p:anim>
                                    <p:anim calcmode="lin" valueType="num">
                                      <p:cBhvr>
                                        <p:cTn id="59" dur="400" fill="hold"/>
                                        <p:tgtEl>
                                          <p:spTgt spid="61"/>
                                        </p:tgtEl>
                                        <p:attrNameLst>
                                          <p:attrName>style.rotation</p:attrName>
                                        </p:attrNameLst>
                                      </p:cBhvr>
                                      <p:tavLst>
                                        <p:tav tm="0">
                                          <p:val>
                                            <p:fltVal val="90"/>
                                          </p:val>
                                        </p:tav>
                                        <p:tav tm="100000">
                                          <p:val>
                                            <p:fltVal val="0"/>
                                          </p:val>
                                        </p:tav>
                                      </p:tavLst>
                                    </p:anim>
                                    <p:animEffect transition="in" filter="fade">
                                      <p:cBhvr>
                                        <p:cTn id="60" dur="400"/>
                                        <p:tgtEl>
                                          <p:spTgt spid="61"/>
                                        </p:tgtEl>
                                      </p:cBhvr>
                                    </p:animEffect>
                                  </p:childTnLst>
                                </p:cTn>
                              </p:par>
                            </p:childTnLst>
                          </p:cTn>
                        </p:par>
                        <p:par>
                          <p:cTn id="61" fill="hold">
                            <p:stCondLst>
                              <p:cond delay="4220"/>
                            </p:stCondLst>
                            <p:childTnLst>
                              <p:par>
                                <p:cTn id="62" presetID="22" presetClass="entr" presetSubtype="8" fill="hold" grpId="0" nodeType="afterEffect">
                                  <p:stCondLst>
                                    <p:cond delay="0"/>
                                  </p:stCondLst>
                                  <p:childTnLst>
                                    <p:set>
                                      <p:cBhvr>
                                        <p:cTn id="63" dur="1" fill="hold">
                                          <p:stCondLst>
                                            <p:cond delay="0"/>
                                          </p:stCondLst>
                                        </p:cTn>
                                        <p:tgtEl>
                                          <p:spTgt spid="63"/>
                                        </p:tgtEl>
                                        <p:attrNameLst>
                                          <p:attrName>style.visibility</p:attrName>
                                        </p:attrNameLst>
                                      </p:cBhvr>
                                      <p:to>
                                        <p:strVal val="visible"/>
                                      </p:to>
                                    </p:set>
                                    <p:animEffect transition="in" filter="wipe(left)">
                                      <p:cBhvr>
                                        <p:cTn id="64" dur="500"/>
                                        <p:tgtEl>
                                          <p:spTgt spid="63"/>
                                        </p:tgtEl>
                                      </p:cBhvr>
                                    </p:animEffect>
                                  </p:childTnLst>
                                </p:cTn>
                              </p:par>
                            </p:childTnLst>
                          </p:cTn>
                        </p:par>
                        <p:par>
                          <p:cTn id="65" fill="hold">
                            <p:stCondLst>
                              <p:cond delay="4720"/>
                            </p:stCondLst>
                            <p:childTnLst>
                              <p:par>
                                <p:cTn id="66" presetID="10" presetClass="entr" presetSubtype="0" fill="hold" grpId="0" nodeType="afterEffect">
                                  <p:stCondLst>
                                    <p:cond delay="0"/>
                                  </p:stCondLst>
                                  <p:childTnLst>
                                    <p:set>
                                      <p:cBhvr>
                                        <p:cTn id="67" dur="1" fill="hold">
                                          <p:stCondLst>
                                            <p:cond delay="0"/>
                                          </p:stCondLst>
                                        </p:cTn>
                                        <p:tgtEl>
                                          <p:spTgt spid="58"/>
                                        </p:tgtEl>
                                        <p:attrNameLst>
                                          <p:attrName>style.visibility</p:attrName>
                                        </p:attrNameLst>
                                      </p:cBhvr>
                                      <p:to>
                                        <p:strVal val="visible"/>
                                      </p:to>
                                    </p:set>
                                    <p:anim calcmode="lin" valueType="num">
                                      <p:cBhvr>
                                        <p:cTn id="68" dur="500" fill="hold"/>
                                        <p:tgtEl>
                                          <p:spTgt spid="58"/>
                                        </p:tgtEl>
                                        <p:attrNameLst>
                                          <p:attrName>ppt_w</p:attrName>
                                        </p:attrNameLst>
                                      </p:cBhvr>
                                      <p:tavLst>
                                        <p:tav tm="0">
                                          <p:val>
                                            <p:fltVal val="0"/>
                                          </p:val>
                                        </p:tav>
                                        <p:tav tm="100000">
                                          <p:val>
                                            <p:strVal val="#ppt_w"/>
                                          </p:val>
                                        </p:tav>
                                      </p:tavLst>
                                    </p:anim>
                                    <p:anim calcmode="lin" valueType="num">
                                      <p:cBhvr>
                                        <p:cTn id="69" dur="500" fill="hold"/>
                                        <p:tgtEl>
                                          <p:spTgt spid="58"/>
                                        </p:tgtEl>
                                        <p:attrNameLst>
                                          <p:attrName>ppt_h</p:attrName>
                                        </p:attrNameLst>
                                      </p:cBhvr>
                                      <p:tavLst>
                                        <p:tav tm="0">
                                          <p:val>
                                            <p:fltVal val="0"/>
                                          </p:val>
                                        </p:tav>
                                        <p:tav tm="100000">
                                          <p:val>
                                            <p:strVal val="#ppt_h"/>
                                          </p:val>
                                        </p:tav>
                                      </p:tavLst>
                                    </p:anim>
                                    <p:animEffect transition="in" filter="fade">
                                      <p:cBhvr>
                                        <p:cTn id="70" dur="500"/>
                                        <p:tgtEl>
                                          <p:spTgt spid="58"/>
                                        </p:tgtEl>
                                      </p:cBhvr>
                                    </p:animEffect>
                                  </p:childTnLst>
                                </p:cTn>
                              </p:par>
                            </p:childTnLst>
                          </p:cTn>
                        </p:par>
                        <p:par>
                          <p:cTn id="71" fill="hold">
                            <p:stCondLst>
                              <p:cond delay="5220"/>
                            </p:stCondLst>
                            <p:childTnLst>
                              <p:par>
                                <p:cTn id="72" presetID="31" presetClass="entr" presetSubtype="0" fill="hold" grpId="0" nodeType="afterEffect">
                                  <p:stCondLst>
                                    <p:cond delay="0"/>
                                  </p:stCondLst>
                                  <p:childTnLst>
                                    <p:set>
                                      <p:cBhvr>
                                        <p:cTn id="73" dur="1" fill="hold">
                                          <p:stCondLst>
                                            <p:cond delay="0"/>
                                          </p:stCondLst>
                                        </p:cTn>
                                        <p:tgtEl>
                                          <p:spTgt spid="62"/>
                                        </p:tgtEl>
                                        <p:attrNameLst>
                                          <p:attrName>style.visibility</p:attrName>
                                        </p:attrNameLst>
                                      </p:cBhvr>
                                      <p:to>
                                        <p:strVal val="visible"/>
                                      </p:to>
                                    </p:set>
                                    <p:anim calcmode="lin" valueType="num">
                                      <p:cBhvr>
                                        <p:cTn id="74" dur="400" fill="hold"/>
                                        <p:tgtEl>
                                          <p:spTgt spid="62"/>
                                        </p:tgtEl>
                                        <p:attrNameLst>
                                          <p:attrName>ppt_w</p:attrName>
                                        </p:attrNameLst>
                                      </p:cBhvr>
                                      <p:tavLst>
                                        <p:tav tm="0">
                                          <p:val>
                                            <p:fltVal val="0"/>
                                          </p:val>
                                        </p:tav>
                                        <p:tav tm="100000">
                                          <p:val>
                                            <p:strVal val="#ppt_w"/>
                                          </p:val>
                                        </p:tav>
                                      </p:tavLst>
                                    </p:anim>
                                    <p:anim calcmode="lin" valueType="num">
                                      <p:cBhvr>
                                        <p:cTn id="75" dur="400" fill="hold"/>
                                        <p:tgtEl>
                                          <p:spTgt spid="62"/>
                                        </p:tgtEl>
                                        <p:attrNameLst>
                                          <p:attrName>ppt_h</p:attrName>
                                        </p:attrNameLst>
                                      </p:cBhvr>
                                      <p:tavLst>
                                        <p:tav tm="0">
                                          <p:val>
                                            <p:fltVal val="0"/>
                                          </p:val>
                                        </p:tav>
                                        <p:tav tm="100000">
                                          <p:val>
                                            <p:strVal val="#ppt_h"/>
                                          </p:val>
                                        </p:tav>
                                      </p:tavLst>
                                    </p:anim>
                                    <p:anim calcmode="lin" valueType="num">
                                      <p:cBhvr>
                                        <p:cTn id="76" dur="400" fill="hold"/>
                                        <p:tgtEl>
                                          <p:spTgt spid="62"/>
                                        </p:tgtEl>
                                        <p:attrNameLst>
                                          <p:attrName>style.rotation</p:attrName>
                                        </p:attrNameLst>
                                      </p:cBhvr>
                                      <p:tavLst>
                                        <p:tav tm="0">
                                          <p:val>
                                            <p:fltVal val="90"/>
                                          </p:val>
                                        </p:tav>
                                        <p:tav tm="100000">
                                          <p:val>
                                            <p:fltVal val="0"/>
                                          </p:val>
                                        </p:tav>
                                      </p:tavLst>
                                    </p:anim>
                                    <p:animEffect transition="in" filter="fade">
                                      <p:cBhvr>
                                        <p:cTn id="77" dur="400"/>
                                        <p:tgtEl>
                                          <p:spTgt spid="62"/>
                                        </p:tgtEl>
                                      </p:cBhvr>
                                    </p:animEffect>
                                  </p:childTnLst>
                                </p:cTn>
                              </p:par>
                            </p:childTnLst>
                          </p:cTn>
                        </p:par>
                        <p:par>
                          <p:cTn id="78" fill="hold">
                            <p:stCondLst>
                              <p:cond delay="5620"/>
                            </p:stCondLst>
                            <p:childTnLst>
                              <p:par>
                                <p:cTn id="79" presetID="22" presetClass="entr" presetSubtype="8" fill="hold" grpId="0" nodeType="afterEffect">
                                  <p:stCondLst>
                                    <p:cond delay="0"/>
                                  </p:stCondLst>
                                  <p:childTnLst>
                                    <p:set>
                                      <p:cBhvr>
                                        <p:cTn id="80" dur="1" fill="hold">
                                          <p:stCondLst>
                                            <p:cond delay="0"/>
                                          </p:stCondLst>
                                        </p:cTn>
                                        <p:tgtEl>
                                          <p:spTgt spid="64"/>
                                        </p:tgtEl>
                                        <p:attrNameLst>
                                          <p:attrName>style.visibility</p:attrName>
                                        </p:attrNameLst>
                                      </p:cBhvr>
                                      <p:to>
                                        <p:strVal val="visible"/>
                                      </p:to>
                                    </p:set>
                                    <p:animEffect transition="in" filter="wipe(left)">
                                      <p:cBhvr>
                                        <p:cTn id="81" dur="500"/>
                                        <p:tgtEl>
                                          <p:spTgt spid="64"/>
                                        </p:tgtEl>
                                      </p:cBhvr>
                                    </p:animEffect>
                                  </p:childTnLst>
                                </p:cTn>
                              </p:par>
                            </p:childTnLst>
                          </p:cTn>
                        </p:par>
                        <p:par>
                          <p:cTn id="82" fill="hold">
                            <p:stCondLst>
                              <p:cond delay="6120"/>
                            </p:stCondLst>
                            <p:childTnLst>
                              <p:par>
                                <p:cTn id="83" presetID="2" presetClass="entr" presetSubtype="12" fill="hold" grpId="0" nodeType="afterEffect">
                                  <p:stCondLst>
                                    <p:cond delay="0"/>
                                  </p:stCondLst>
                                  <p:childTnLst>
                                    <p:set>
                                      <p:cBhvr>
                                        <p:cTn id="84" dur="1" fill="hold">
                                          <p:stCondLst>
                                            <p:cond delay="0"/>
                                          </p:stCondLst>
                                        </p:cTn>
                                        <p:tgtEl>
                                          <p:spTgt spid="65"/>
                                        </p:tgtEl>
                                        <p:attrNameLst>
                                          <p:attrName>style.visibility</p:attrName>
                                        </p:attrNameLst>
                                      </p:cBhvr>
                                      <p:to>
                                        <p:strVal val="visible"/>
                                      </p:to>
                                    </p:set>
                                    <p:anim calcmode="lin" valueType="num">
                                      <p:cBhvr additive="base">
                                        <p:cTn id="85" dur="500" fill="hold"/>
                                        <p:tgtEl>
                                          <p:spTgt spid="65"/>
                                        </p:tgtEl>
                                        <p:attrNameLst>
                                          <p:attrName>ppt_x</p:attrName>
                                        </p:attrNameLst>
                                      </p:cBhvr>
                                      <p:tavLst>
                                        <p:tav tm="0">
                                          <p:val>
                                            <p:strVal val="0-#ppt_w/2"/>
                                          </p:val>
                                        </p:tav>
                                        <p:tav tm="100000">
                                          <p:val>
                                            <p:strVal val="#ppt_x"/>
                                          </p:val>
                                        </p:tav>
                                      </p:tavLst>
                                    </p:anim>
                                    <p:anim calcmode="lin" valueType="num">
                                      <p:cBhvr additive="base">
                                        <p:cTn id="86" dur="500" fill="hold"/>
                                        <p:tgtEl>
                                          <p:spTgt spid="65"/>
                                        </p:tgtEl>
                                        <p:attrNameLst>
                                          <p:attrName>ppt_y</p:attrName>
                                        </p:attrNameLst>
                                      </p:cBhvr>
                                      <p:tavLst>
                                        <p:tav tm="0">
                                          <p:val>
                                            <p:strVal val="1+#ppt_h/2"/>
                                          </p:val>
                                        </p:tav>
                                        <p:tav tm="100000">
                                          <p:val>
                                            <p:strVal val="#ppt_y"/>
                                          </p:val>
                                        </p:tav>
                                      </p:tavLst>
                                    </p:anim>
                                  </p:childTnLst>
                                </p:cTn>
                              </p:par>
                              <p:par>
                                <p:cTn id="87" presetID="2" presetClass="entr" presetSubtype="12" fill="hold" grpId="0" nodeType="withEffect">
                                  <p:stCondLst>
                                    <p:cond delay="200"/>
                                  </p:stCondLst>
                                  <p:childTnLst>
                                    <p:set>
                                      <p:cBhvr>
                                        <p:cTn id="88" dur="1" fill="hold">
                                          <p:stCondLst>
                                            <p:cond delay="0"/>
                                          </p:stCondLst>
                                        </p:cTn>
                                        <p:tgtEl>
                                          <p:spTgt spid="66"/>
                                        </p:tgtEl>
                                        <p:attrNameLst>
                                          <p:attrName>style.visibility</p:attrName>
                                        </p:attrNameLst>
                                      </p:cBhvr>
                                      <p:to>
                                        <p:strVal val="visible"/>
                                      </p:to>
                                    </p:set>
                                    <p:anim calcmode="lin" valueType="num">
                                      <p:cBhvr additive="base">
                                        <p:cTn id="89" dur="500" fill="hold"/>
                                        <p:tgtEl>
                                          <p:spTgt spid="66"/>
                                        </p:tgtEl>
                                        <p:attrNameLst>
                                          <p:attrName>ppt_x</p:attrName>
                                        </p:attrNameLst>
                                      </p:cBhvr>
                                      <p:tavLst>
                                        <p:tav tm="0">
                                          <p:val>
                                            <p:strVal val="0-#ppt_w/2"/>
                                          </p:val>
                                        </p:tav>
                                        <p:tav tm="100000">
                                          <p:val>
                                            <p:strVal val="#ppt_x"/>
                                          </p:val>
                                        </p:tav>
                                      </p:tavLst>
                                    </p:anim>
                                    <p:anim calcmode="lin" valueType="num">
                                      <p:cBhvr additive="base">
                                        <p:cTn id="90" dur="500" fill="hold"/>
                                        <p:tgtEl>
                                          <p:spTgt spid="66"/>
                                        </p:tgtEl>
                                        <p:attrNameLst>
                                          <p:attrName>ppt_y</p:attrName>
                                        </p:attrNameLst>
                                      </p:cBhvr>
                                      <p:tavLst>
                                        <p:tav tm="0">
                                          <p:val>
                                            <p:strVal val="1+#ppt_h/2"/>
                                          </p:val>
                                        </p:tav>
                                        <p:tav tm="100000">
                                          <p:val>
                                            <p:strVal val="#ppt_y"/>
                                          </p:val>
                                        </p:tav>
                                      </p:tavLst>
                                    </p:anim>
                                  </p:childTnLst>
                                </p:cTn>
                              </p:par>
                              <p:par>
                                <p:cTn id="91" presetID="2" presetClass="entr" presetSubtype="12" fill="hold" grpId="0" nodeType="withEffect">
                                  <p:stCondLst>
                                    <p:cond delay="400"/>
                                  </p:stCondLst>
                                  <p:childTnLst>
                                    <p:set>
                                      <p:cBhvr>
                                        <p:cTn id="92" dur="1" fill="hold">
                                          <p:stCondLst>
                                            <p:cond delay="0"/>
                                          </p:stCondLst>
                                        </p:cTn>
                                        <p:tgtEl>
                                          <p:spTgt spid="67"/>
                                        </p:tgtEl>
                                        <p:attrNameLst>
                                          <p:attrName>style.visibility</p:attrName>
                                        </p:attrNameLst>
                                      </p:cBhvr>
                                      <p:to>
                                        <p:strVal val="visible"/>
                                      </p:to>
                                    </p:set>
                                    <p:anim calcmode="lin" valueType="num">
                                      <p:cBhvr additive="base">
                                        <p:cTn id="93" dur="500" fill="hold"/>
                                        <p:tgtEl>
                                          <p:spTgt spid="67"/>
                                        </p:tgtEl>
                                        <p:attrNameLst>
                                          <p:attrName>ppt_x</p:attrName>
                                        </p:attrNameLst>
                                      </p:cBhvr>
                                      <p:tavLst>
                                        <p:tav tm="0">
                                          <p:val>
                                            <p:strVal val="0-#ppt_w/2"/>
                                          </p:val>
                                        </p:tav>
                                        <p:tav tm="100000">
                                          <p:val>
                                            <p:strVal val="#ppt_x"/>
                                          </p:val>
                                        </p:tav>
                                      </p:tavLst>
                                    </p:anim>
                                    <p:anim calcmode="lin" valueType="num">
                                      <p:cBhvr additive="base">
                                        <p:cTn id="94" dur="500" fill="hold"/>
                                        <p:tgtEl>
                                          <p:spTgt spid="67"/>
                                        </p:tgtEl>
                                        <p:attrNameLst>
                                          <p:attrName>ppt_y</p:attrName>
                                        </p:attrNameLst>
                                      </p:cBhvr>
                                      <p:tavLst>
                                        <p:tav tm="0">
                                          <p:val>
                                            <p:strVal val="1+#ppt_h/2"/>
                                          </p:val>
                                        </p:tav>
                                        <p:tav tm="100000">
                                          <p:val>
                                            <p:strVal val="#ppt_y"/>
                                          </p:val>
                                        </p:tav>
                                      </p:tavLst>
                                    </p:anim>
                                  </p:childTnLst>
                                </p:cTn>
                              </p:par>
                              <p:par>
                                <p:cTn id="95" presetID="22" presetClass="entr" presetSubtype="8" fill="hold" grpId="0" nodeType="withEffect">
                                  <p:stCondLst>
                                    <p:cond delay="0"/>
                                  </p:stCondLst>
                                  <p:childTnLst>
                                    <p:set>
                                      <p:cBhvr>
                                        <p:cTn id="96" dur="1" fill="hold">
                                          <p:stCondLst>
                                            <p:cond delay="0"/>
                                          </p:stCondLst>
                                        </p:cTn>
                                        <p:tgtEl>
                                          <p:spTgt spid="68"/>
                                        </p:tgtEl>
                                        <p:attrNameLst>
                                          <p:attrName>style.visibility</p:attrName>
                                        </p:attrNameLst>
                                      </p:cBhvr>
                                      <p:to>
                                        <p:strVal val="visible"/>
                                      </p:to>
                                    </p:set>
                                    <p:animEffect transition="in" filter="wipe(left)">
                                      <p:cBhvr>
                                        <p:cTn id="97"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autoUpdateAnimBg="0"/>
      <p:bldP spid="13315" grpId="0" animBg="1"/>
      <p:bldP spid="13316" grpId="0" autoUpdateAnimBg="0"/>
      <p:bldP spid="55" grpId="0" animBg="1"/>
      <p:bldP spid="56" grpId="0" animBg="1" autoUpdateAnimBg="0"/>
      <p:bldP spid="57" grpId="0" animBg="1" autoUpdateAnimBg="0"/>
      <p:bldP spid="58" grpId="0" animBg="1" autoUpdateAnimBg="0"/>
      <p:bldP spid="59" grpId="0" autoUpdateAnimBg="0"/>
      <p:bldP spid="60" grpId="0" autoUpdateAnimBg="0"/>
      <p:bldP spid="61" grpId="0" autoUpdateAnimBg="0"/>
      <p:bldP spid="62" grpId="0" autoUpdateAnimBg="0"/>
      <p:bldP spid="63" grpId="0" autoUpdateAnimBg="0"/>
      <p:bldP spid="64" grpId="0" autoUpdateAnimBg="0"/>
      <p:bldP spid="65" grpId="0" animBg="1" autoUpdateAnimBg="0"/>
      <p:bldP spid="66" grpId="0" animBg="1" autoUpdateAnimBg="0"/>
      <p:bldP spid="67" grpId="0" animBg="1" autoUpdateAnimBg="0"/>
      <p:bldP spid="6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Box 27"/>
          <p:cNvSpPr txBox="1">
            <a:spLocks noChangeArrowheads="1"/>
          </p:cNvSpPr>
          <p:nvPr/>
        </p:nvSpPr>
        <p:spPr bwMode="auto">
          <a:xfrm>
            <a:off x="1012825" y="176213"/>
            <a:ext cx="3191899"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1.2 </a:t>
            </a:r>
            <a:r>
              <a:rPr lang="zh-CN" altLang="en-US" sz="3000" b="1" dirty="0" smtClean="0">
                <a:solidFill>
                  <a:schemeClr val="accent1"/>
                </a:solidFill>
                <a:latin typeface="微软雅黑" pitchFamily="34" charset="-122"/>
                <a:ea typeface="微软雅黑" pitchFamily="34" charset="-122"/>
              </a:rPr>
              <a:t>课题研究现状</a:t>
            </a:r>
            <a:endParaRPr lang="zh-CN" altLang="en-US" sz="3000" b="1" dirty="0">
              <a:solidFill>
                <a:schemeClr val="accent1"/>
              </a:solidFill>
              <a:latin typeface="微软雅黑" pitchFamily="34" charset="-122"/>
              <a:ea typeface="微软雅黑" pitchFamily="34" charset="-122"/>
            </a:endParaRPr>
          </a:p>
        </p:txBody>
      </p:sp>
      <p:sp>
        <p:nvSpPr>
          <p:cNvPr id="13315"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round/>
            <a:headEnd/>
            <a:tailEnd/>
          </a:ln>
        </p:spPr>
        <p:txBody>
          <a:bodyPr/>
          <a:lstStyle/>
          <a:p>
            <a:endParaRPr lang="zh-CN" altLang="en-US"/>
          </a:p>
        </p:txBody>
      </p:sp>
      <p:sp>
        <p:nvSpPr>
          <p:cNvPr id="13316" name="TextBox 3"/>
          <p:cNvSpPr txBox="1">
            <a:spLocks noChangeArrowheads="1"/>
          </p:cNvSpPr>
          <p:nvPr/>
        </p:nvSpPr>
        <p:spPr bwMode="auto">
          <a:xfrm>
            <a:off x="1174750" y="-1179513"/>
            <a:ext cx="184150" cy="554038"/>
          </a:xfrm>
          <a:prstGeom prst="rect">
            <a:avLst/>
          </a:prstGeom>
          <a:noFill/>
          <a:ln w="9525">
            <a:noFill/>
            <a:miter lim="800000"/>
            <a:headEnd/>
            <a:tailEnd/>
          </a:ln>
        </p:spPr>
        <p:txBody>
          <a:bodyPr wrap="none">
            <a:spAutoFit/>
          </a:bodyPr>
          <a:lstStyle/>
          <a:p>
            <a:pPr eaLnBrk="1" hangingPunct="1"/>
            <a:endParaRPr lang="zh-CN" altLang="en-US" sz="3000" b="1">
              <a:solidFill>
                <a:schemeClr val="accent1"/>
              </a:solidFill>
              <a:latin typeface="微软雅黑" pitchFamily="34" charset="-122"/>
              <a:ea typeface="微软雅黑" pitchFamily="34" charset="-122"/>
            </a:endParaRPr>
          </a:p>
        </p:txBody>
      </p:sp>
      <p:sp>
        <p:nvSpPr>
          <p:cNvPr id="41" name="矩形 40"/>
          <p:cNvSpPr/>
          <p:nvPr/>
        </p:nvSpPr>
        <p:spPr>
          <a:xfrm>
            <a:off x="695323" y="1126274"/>
            <a:ext cx="2339102"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现存的主要问题</a:t>
            </a:r>
            <a:endParaRPr lang="en-US" altLang="zh-CN" sz="2400" b="1" dirty="0" smtClean="0">
              <a:solidFill>
                <a:srgbClr val="F8F8F8"/>
              </a:solidFill>
              <a:latin typeface="+mn-ea"/>
              <a:ea typeface="+mn-ea"/>
            </a:endParaRPr>
          </a:p>
        </p:txBody>
      </p:sp>
      <p:sp>
        <p:nvSpPr>
          <p:cNvPr id="9" name="TextBox 4"/>
          <p:cNvSpPr txBox="1">
            <a:spLocks noChangeArrowheads="1"/>
          </p:cNvSpPr>
          <p:nvPr/>
        </p:nvSpPr>
        <p:spPr bwMode="auto">
          <a:xfrm>
            <a:off x="5197465" y="1439863"/>
            <a:ext cx="5700713" cy="923330"/>
          </a:xfrm>
          <a:prstGeom prst="rect">
            <a:avLst/>
          </a:prstGeom>
          <a:noFill/>
          <a:ln w="9525">
            <a:noFill/>
            <a:miter lim="800000"/>
            <a:headEnd/>
            <a:tailEnd/>
          </a:ln>
        </p:spPr>
        <p:txBody>
          <a:bodyPr>
            <a:spAutoFit/>
          </a:bodyPr>
          <a:lstStyle/>
          <a:p>
            <a:r>
              <a:rPr lang="zh-CN" altLang="en-US" b="1" dirty="0" smtClean="0">
                <a:solidFill>
                  <a:schemeClr val="accent1"/>
                </a:solidFill>
                <a:latin typeface="微软雅黑" pitchFamily="34" charset="-122"/>
                <a:ea typeface="微软雅黑" pitchFamily="34" charset="-122"/>
              </a:rPr>
              <a:t>信息化业务不完整。</a:t>
            </a:r>
            <a:r>
              <a:rPr lang="zh-CN" altLang="zh-CN" dirty="0" smtClean="0">
                <a:solidFill>
                  <a:schemeClr val="accent1"/>
                </a:solidFill>
                <a:latin typeface="微软雅黑" pitchFamily="34" charset="-122"/>
                <a:ea typeface="微软雅黑" pitchFamily="34" charset="-122"/>
              </a:rPr>
              <a:t>现有</a:t>
            </a:r>
            <a:r>
              <a:rPr lang="zh-CN" altLang="en-US" dirty="0" smtClean="0">
                <a:solidFill>
                  <a:schemeClr val="accent1"/>
                </a:solidFill>
                <a:latin typeface="微软雅黑" pitchFamily="34" charset="-122"/>
                <a:ea typeface="微软雅黑" pitchFamily="34" charset="-122"/>
              </a:rPr>
              <a:t>信息化</a:t>
            </a:r>
            <a:r>
              <a:rPr lang="zh-CN" altLang="zh-CN" dirty="0" smtClean="0">
                <a:solidFill>
                  <a:schemeClr val="accent1"/>
                </a:solidFill>
                <a:latin typeface="微软雅黑" pitchFamily="34" charset="-122"/>
                <a:ea typeface="微软雅黑" pitchFamily="34" charset="-122"/>
              </a:rPr>
              <a:t>系统在部分业务上仅提供“点状”支持，对整个业务流程缺乏整体的管理和支持</a:t>
            </a:r>
            <a:r>
              <a:rPr lang="zh-CN" altLang="en-US" dirty="0" smtClean="0">
                <a:solidFill>
                  <a:schemeClr val="accent1"/>
                </a:solidFill>
                <a:latin typeface="微软雅黑" pitchFamily="34" charset="-122"/>
                <a:ea typeface="微软雅黑" pitchFamily="34" charset="-122"/>
              </a:rPr>
              <a:t>。</a:t>
            </a:r>
            <a:endParaRPr lang="zh-CN" altLang="en-US" dirty="0">
              <a:solidFill>
                <a:schemeClr val="accent1"/>
              </a:solidFill>
              <a:latin typeface="微软雅黑" pitchFamily="34" charset="-122"/>
              <a:ea typeface="微软雅黑" pitchFamily="34" charset="-122"/>
            </a:endParaRPr>
          </a:p>
        </p:txBody>
      </p:sp>
      <p:sp>
        <p:nvSpPr>
          <p:cNvPr id="10" name="Freeform 14"/>
          <p:cNvSpPr>
            <a:spLocks/>
          </p:cNvSpPr>
          <p:nvPr/>
        </p:nvSpPr>
        <p:spPr bwMode="auto">
          <a:xfrm>
            <a:off x="3849678" y="1511300"/>
            <a:ext cx="1112837" cy="1111250"/>
          </a:xfrm>
          <a:custGeom>
            <a:avLst/>
            <a:gdLst>
              <a:gd name="T0" fmla="*/ 2147483646 w 3227"/>
              <a:gd name="T1" fmla="*/ 2147483646 h 3227"/>
              <a:gd name="T2" fmla="*/ 2147483646 w 3227"/>
              <a:gd name="T3" fmla="*/ 2147483646 h 3227"/>
              <a:gd name="T4" fmla="*/ 0 w 3227"/>
              <a:gd name="T5" fmla="*/ 2147483646 h 3227"/>
              <a:gd name="T6" fmla="*/ 2147483646 w 3227"/>
              <a:gd name="T7" fmla="*/ 0 h 3227"/>
              <a:gd name="T8" fmla="*/ 2147483646 w 3227"/>
              <a:gd name="T9" fmla="*/ 0 h 3227"/>
              <a:gd name="T10" fmla="*/ 2147483646 w 3227"/>
              <a:gd name="T11" fmla="*/ 0 h 3227"/>
              <a:gd name="T12" fmla="*/ 2147483646 w 3227"/>
              <a:gd name="T13" fmla="*/ 0 h 3227"/>
              <a:gd name="T14" fmla="*/ 2147483646 w 3227"/>
              <a:gd name="T15" fmla="*/ 2147483646 h 3227"/>
              <a:gd name="T16" fmla="*/ 2147483646 w 3227"/>
              <a:gd name="T17" fmla="*/ 2147483646 h 32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27" h="3227">
                <a:moveTo>
                  <a:pt x="3227" y="1634"/>
                </a:moveTo>
                <a:cubicBezTo>
                  <a:pt x="3216" y="2515"/>
                  <a:pt x="2498" y="3227"/>
                  <a:pt x="1614" y="3227"/>
                </a:cubicBezTo>
                <a:cubicBezTo>
                  <a:pt x="723" y="3227"/>
                  <a:pt x="0" y="2504"/>
                  <a:pt x="0" y="1613"/>
                </a:cubicBezTo>
                <a:cubicBezTo>
                  <a:pt x="0" y="729"/>
                  <a:pt x="712" y="11"/>
                  <a:pt x="1593" y="0"/>
                </a:cubicBezTo>
                <a:lnTo>
                  <a:pt x="1614" y="0"/>
                </a:lnTo>
                <a:lnTo>
                  <a:pt x="3227" y="0"/>
                </a:lnTo>
                <a:lnTo>
                  <a:pt x="3227" y="1613"/>
                </a:lnTo>
                <a:lnTo>
                  <a:pt x="3227" y="1634"/>
                </a:lnTo>
                <a:close/>
              </a:path>
            </a:pathLst>
          </a:custGeom>
          <a:solidFill>
            <a:srgbClr val="113E6A"/>
          </a:solidFill>
          <a:ln w="9525">
            <a:noFill/>
            <a:round/>
            <a:headEnd/>
            <a:tailEnd/>
          </a:ln>
        </p:spPr>
        <p:txBody>
          <a:bodyPr/>
          <a:lstStyle/>
          <a:p>
            <a:endParaRPr lang="zh-CN" altLang="en-US" sz="2000">
              <a:solidFill>
                <a:srgbClr val="FFFFFF"/>
              </a:solidFill>
            </a:endParaRPr>
          </a:p>
        </p:txBody>
      </p:sp>
      <p:sp>
        <p:nvSpPr>
          <p:cNvPr id="11" name="TextBox 6"/>
          <p:cNvSpPr txBox="1">
            <a:spLocks noChangeArrowheads="1"/>
          </p:cNvSpPr>
          <p:nvPr/>
        </p:nvSpPr>
        <p:spPr bwMode="auto">
          <a:xfrm>
            <a:off x="3927465" y="1665288"/>
            <a:ext cx="1100138" cy="708025"/>
          </a:xfrm>
          <a:prstGeom prst="rect">
            <a:avLst/>
          </a:prstGeom>
          <a:noFill/>
          <a:ln w="9525">
            <a:noFill/>
            <a:miter lim="800000"/>
            <a:headEnd/>
            <a:tailEnd/>
          </a:ln>
        </p:spPr>
        <p:txBody>
          <a:bodyPr>
            <a:spAutoFit/>
          </a:bodyPr>
          <a:lstStyle/>
          <a:p>
            <a:pPr algn="ctr" eaLnBrk="1" hangingPunct="1"/>
            <a:r>
              <a:rPr lang="zh-CN" altLang="en-US" sz="2000">
                <a:solidFill>
                  <a:srgbClr val="FFFFFF"/>
                </a:solidFill>
                <a:latin typeface="微软雅黑" pitchFamily="34" charset="-122"/>
                <a:ea typeface="微软雅黑" pitchFamily="34" charset="-122"/>
              </a:rPr>
              <a:t>主要问题一</a:t>
            </a:r>
          </a:p>
        </p:txBody>
      </p:sp>
      <p:sp>
        <p:nvSpPr>
          <p:cNvPr id="12" name="TextBox 7"/>
          <p:cNvSpPr txBox="1">
            <a:spLocks noChangeArrowheads="1"/>
          </p:cNvSpPr>
          <p:nvPr/>
        </p:nvSpPr>
        <p:spPr bwMode="auto">
          <a:xfrm>
            <a:off x="5197465" y="3255963"/>
            <a:ext cx="5700713" cy="1477328"/>
          </a:xfrm>
          <a:prstGeom prst="rect">
            <a:avLst/>
          </a:prstGeom>
          <a:noFill/>
          <a:ln w="9525">
            <a:noFill/>
            <a:miter lim="800000"/>
            <a:headEnd/>
            <a:tailEnd/>
          </a:ln>
        </p:spPr>
        <p:txBody>
          <a:bodyPr>
            <a:spAutoFit/>
          </a:bodyPr>
          <a:lstStyle/>
          <a:p>
            <a:r>
              <a:rPr lang="zh-CN" altLang="en-US" b="1" dirty="0" smtClean="0">
                <a:solidFill>
                  <a:schemeClr val="accent1"/>
                </a:solidFill>
                <a:latin typeface="微软雅黑" pitchFamily="34" charset="-122"/>
                <a:ea typeface="微软雅黑" pitchFamily="34" charset="-122"/>
              </a:rPr>
              <a:t>管理模式和业务规模不适应。</a:t>
            </a:r>
            <a:r>
              <a:rPr lang="zh-CN" altLang="en-US" dirty="0" smtClean="0">
                <a:solidFill>
                  <a:schemeClr val="accent1"/>
                </a:solidFill>
                <a:latin typeface="微软雅黑" pitchFamily="34" charset="-122"/>
                <a:ea typeface="微软雅黑" pitchFamily="34" charset="-122"/>
              </a:rPr>
              <a:t>业务规模</a:t>
            </a:r>
            <a:r>
              <a:rPr lang="zh-CN" altLang="zh-CN" dirty="0" smtClean="0">
                <a:solidFill>
                  <a:schemeClr val="accent1"/>
                </a:solidFill>
                <a:latin typeface="微软雅黑" pitchFamily="34" charset="-122"/>
                <a:ea typeface="微软雅黑" pitchFamily="34" charset="-122"/>
              </a:rPr>
              <a:t>在研究生招生管理工作过程中，既有的招生信息管理模式与当前招生工作的业务和规模存在着诸多不相适应的地方</a:t>
            </a:r>
            <a:r>
              <a:rPr lang="zh-CN" altLang="en-US" dirty="0" smtClean="0">
                <a:solidFill>
                  <a:schemeClr val="accent1"/>
                </a:solidFill>
                <a:latin typeface="微软雅黑" pitchFamily="34" charset="-122"/>
                <a:ea typeface="微软雅黑" pitchFamily="34" charset="-122"/>
              </a:rPr>
              <a:t>，且高校生源竞争渐趋激烈，目前针对调剂生缺少遴选优质生源的机制。</a:t>
            </a:r>
          </a:p>
        </p:txBody>
      </p:sp>
      <p:sp>
        <p:nvSpPr>
          <p:cNvPr id="13" name="Freeform 14"/>
          <p:cNvSpPr>
            <a:spLocks/>
          </p:cNvSpPr>
          <p:nvPr/>
        </p:nvSpPr>
        <p:spPr bwMode="auto">
          <a:xfrm>
            <a:off x="3849678" y="3327400"/>
            <a:ext cx="1112837" cy="1111250"/>
          </a:xfrm>
          <a:custGeom>
            <a:avLst/>
            <a:gdLst>
              <a:gd name="T0" fmla="*/ 2147483646 w 3227"/>
              <a:gd name="T1" fmla="*/ 2147483646 h 3227"/>
              <a:gd name="T2" fmla="*/ 2147483646 w 3227"/>
              <a:gd name="T3" fmla="*/ 2147483646 h 3227"/>
              <a:gd name="T4" fmla="*/ 0 w 3227"/>
              <a:gd name="T5" fmla="*/ 2147483646 h 3227"/>
              <a:gd name="T6" fmla="*/ 2147483646 w 3227"/>
              <a:gd name="T7" fmla="*/ 0 h 3227"/>
              <a:gd name="T8" fmla="*/ 2147483646 w 3227"/>
              <a:gd name="T9" fmla="*/ 0 h 3227"/>
              <a:gd name="T10" fmla="*/ 2147483646 w 3227"/>
              <a:gd name="T11" fmla="*/ 0 h 3227"/>
              <a:gd name="T12" fmla="*/ 2147483646 w 3227"/>
              <a:gd name="T13" fmla="*/ 0 h 3227"/>
              <a:gd name="T14" fmla="*/ 2147483646 w 3227"/>
              <a:gd name="T15" fmla="*/ 2147483646 h 3227"/>
              <a:gd name="T16" fmla="*/ 2147483646 w 3227"/>
              <a:gd name="T17" fmla="*/ 2147483646 h 32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27" h="3227">
                <a:moveTo>
                  <a:pt x="3227" y="1634"/>
                </a:moveTo>
                <a:cubicBezTo>
                  <a:pt x="3216" y="2515"/>
                  <a:pt x="2498" y="3227"/>
                  <a:pt x="1614" y="3227"/>
                </a:cubicBezTo>
                <a:cubicBezTo>
                  <a:pt x="723" y="3227"/>
                  <a:pt x="0" y="2504"/>
                  <a:pt x="0" y="1613"/>
                </a:cubicBezTo>
                <a:cubicBezTo>
                  <a:pt x="0" y="729"/>
                  <a:pt x="712" y="11"/>
                  <a:pt x="1593" y="0"/>
                </a:cubicBezTo>
                <a:lnTo>
                  <a:pt x="1614" y="0"/>
                </a:lnTo>
                <a:lnTo>
                  <a:pt x="3227" y="0"/>
                </a:lnTo>
                <a:lnTo>
                  <a:pt x="3227" y="1613"/>
                </a:lnTo>
                <a:lnTo>
                  <a:pt x="3227" y="1634"/>
                </a:lnTo>
                <a:close/>
              </a:path>
            </a:pathLst>
          </a:custGeom>
          <a:solidFill>
            <a:srgbClr val="113E6A"/>
          </a:solidFill>
          <a:ln w="9525">
            <a:noFill/>
            <a:round/>
            <a:headEnd/>
            <a:tailEnd/>
          </a:ln>
        </p:spPr>
        <p:txBody>
          <a:bodyPr/>
          <a:lstStyle/>
          <a:p>
            <a:endParaRPr lang="zh-CN" altLang="en-US" sz="2000">
              <a:solidFill>
                <a:srgbClr val="FFFFFF"/>
              </a:solidFill>
            </a:endParaRPr>
          </a:p>
        </p:txBody>
      </p:sp>
      <p:sp>
        <p:nvSpPr>
          <p:cNvPr id="14" name="TextBox 9"/>
          <p:cNvSpPr txBox="1">
            <a:spLocks noChangeArrowheads="1"/>
          </p:cNvSpPr>
          <p:nvPr/>
        </p:nvSpPr>
        <p:spPr bwMode="auto">
          <a:xfrm>
            <a:off x="3927465" y="3543300"/>
            <a:ext cx="1100138" cy="708025"/>
          </a:xfrm>
          <a:prstGeom prst="rect">
            <a:avLst/>
          </a:prstGeom>
          <a:noFill/>
          <a:ln w="9525">
            <a:noFill/>
            <a:miter lim="800000"/>
            <a:headEnd/>
            <a:tailEnd/>
          </a:ln>
        </p:spPr>
        <p:txBody>
          <a:bodyPr>
            <a:spAutoFit/>
          </a:bodyPr>
          <a:lstStyle/>
          <a:p>
            <a:pPr algn="ctr" eaLnBrk="1" hangingPunct="1"/>
            <a:r>
              <a:rPr lang="zh-CN" altLang="en-US" sz="2000">
                <a:solidFill>
                  <a:srgbClr val="FFFFFF"/>
                </a:solidFill>
                <a:latin typeface="微软雅黑" pitchFamily="34" charset="-122"/>
                <a:ea typeface="微软雅黑" pitchFamily="34" charset="-122"/>
              </a:rPr>
              <a:t>主要问题二</a:t>
            </a:r>
          </a:p>
        </p:txBody>
      </p:sp>
      <p:sp>
        <p:nvSpPr>
          <p:cNvPr id="15" name="TextBox 10"/>
          <p:cNvSpPr txBox="1">
            <a:spLocks noChangeArrowheads="1"/>
          </p:cNvSpPr>
          <p:nvPr/>
        </p:nvSpPr>
        <p:spPr bwMode="auto">
          <a:xfrm>
            <a:off x="5197465" y="4984750"/>
            <a:ext cx="5700713" cy="1200329"/>
          </a:xfrm>
          <a:prstGeom prst="rect">
            <a:avLst/>
          </a:prstGeom>
          <a:noFill/>
          <a:ln w="9525">
            <a:noFill/>
            <a:miter lim="800000"/>
            <a:headEnd/>
            <a:tailEnd/>
          </a:ln>
        </p:spPr>
        <p:txBody>
          <a:bodyPr>
            <a:spAutoFit/>
          </a:bodyPr>
          <a:lstStyle/>
          <a:p>
            <a:pPr eaLnBrk="1" hangingPunct="1"/>
            <a:r>
              <a:rPr lang="zh-CN" altLang="en-US" b="1" dirty="0" smtClean="0">
                <a:solidFill>
                  <a:schemeClr val="accent1"/>
                </a:solidFill>
                <a:latin typeface="微软雅黑" pitchFamily="34" charset="-122"/>
                <a:ea typeface="微软雅黑" pitchFamily="34" charset="-122"/>
              </a:rPr>
              <a:t>个性化需求难以满足。</a:t>
            </a:r>
            <a:r>
              <a:rPr lang="zh-CN" altLang="en-US" dirty="0" smtClean="0">
                <a:solidFill>
                  <a:schemeClr val="accent1"/>
                </a:solidFill>
                <a:latin typeface="微软雅黑" pitchFamily="34" charset="-122"/>
                <a:ea typeface="微软雅黑" pitchFamily="34" charset="-122"/>
              </a:rPr>
              <a:t>目前国家现有的研究生招生信息网与各高校业务衔接效果不佳，难以适应各招生单位对招生工作的个性化需求，招生单位需对数据进行二次加工。</a:t>
            </a:r>
            <a:endParaRPr lang="zh-CN" altLang="en-US" dirty="0">
              <a:solidFill>
                <a:schemeClr val="accent1"/>
              </a:solidFill>
              <a:latin typeface="微软雅黑" pitchFamily="34" charset="-122"/>
              <a:ea typeface="微软雅黑" pitchFamily="34" charset="-122"/>
            </a:endParaRPr>
          </a:p>
        </p:txBody>
      </p:sp>
      <p:sp>
        <p:nvSpPr>
          <p:cNvPr id="16" name="Freeform 14"/>
          <p:cNvSpPr>
            <a:spLocks/>
          </p:cNvSpPr>
          <p:nvPr/>
        </p:nvSpPr>
        <p:spPr bwMode="auto">
          <a:xfrm>
            <a:off x="3849678" y="5057775"/>
            <a:ext cx="1112837" cy="1111250"/>
          </a:xfrm>
          <a:custGeom>
            <a:avLst/>
            <a:gdLst>
              <a:gd name="T0" fmla="*/ 2147483646 w 3227"/>
              <a:gd name="T1" fmla="*/ 2147483646 h 3227"/>
              <a:gd name="T2" fmla="*/ 2147483646 w 3227"/>
              <a:gd name="T3" fmla="*/ 2147483646 h 3227"/>
              <a:gd name="T4" fmla="*/ 0 w 3227"/>
              <a:gd name="T5" fmla="*/ 2147483646 h 3227"/>
              <a:gd name="T6" fmla="*/ 2147483646 w 3227"/>
              <a:gd name="T7" fmla="*/ 0 h 3227"/>
              <a:gd name="T8" fmla="*/ 2147483646 w 3227"/>
              <a:gd name="T9" fmla="*/ 0 h 3227"/>
              <a:gd name="T10" fmla="*/ 2147483646 w 3227"/>
              <a:gd name="T11" fmla="*/ 0 h 3227"/>
              <a:gd name="T12" fmla="*/ 2147483646 w 3227"/>
              <a:gd name="T13" fmla="*/ 0 h 3227"/>
              <a:gd name="T14" fmla="*/ 2147483646 w 3227"/>
              <a:gd name="T15" fmla="*/ 2147483646 h 3227"/>
              <a:gd name="T16" fmla="*/ 2147483646 w 3227"/>
              <a:gd name="T17" fmla="*/ 2147483646 h 32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27" h="3227">
                <a:moveTo>
                  <a:pt x="3227" y="1634"/>
                </a:moveTo>
                <a:cubicBezTo>
                  <a:pt x="3216" y="2515"/>
                  <a:pt x="2498" y="3227"/>
                  <a:pt x="1614" y="3227"/>
                </a:cubicBezTo>
                <a:cubicBezTo>
                  <a:pt x="723" y="3227"/>
                  <a:pt x="0" y="2504"/>
                  <a:pt x="0" y="1613"/>
                </a:cubicBezTo>
                <a:cubicBezTo>
                  <a:pt x="0" y="729"/>
                  <a:pt x="712" y="11"/>
                  <a:pt x="1593" y="0"/>
                </a:cubicBezTo>
                <a:lnTo>
                  <a:pt x="1614" y="0"/>
                </a:lnTo>
                <a:lnTo>
                  <a:pt x="3227" y="0"/>
                </a:lnTo>
                <a:lnTo>
                  <a:pt x="3227" y="1613"/>
                </a:lnTo>
                <a:lnTo>
                  <a:pt x="3227" y="1634"/>
                </a:lnTo>
                <a:close/>
              </a:path>
            </a:pathLst>
          </a:custGeom>
          <a:solidFill>
            <a:srgbClr val="113E6A"/>
          </a:solidFill>
          <a:ln w="9525">
            <a:noFill/>
            <a:round/>
            <a:headEnd/>
            <a:tailEnd/>
          </a:ln>
        </p:spPr>
        <p:txBody>
          <a:bodyPr/>
          <a:lstStyle/>
          <a:p>
            <a:endParaRPr lang="zh-CN" altLang="en-US" sz="2000">
              <a:solidFill>
                <a:srgbClr val="FFFFFF"/>
              </a:solidFill>
            </a:endParaRPr>
          </a:p>
        </p:txBody>
      </p:sp>
      <p:sp>
        <p:nvSpPr>
          <p:cNvPr id="17" name="TextBox 13"/>
          <p:cNvSpPr txBox="1">
            <a:spLocks noChangeArrowheads="1"/>
          </p:cNvSpPr>
          <p:nvPr/>
        </p:nvSpPr>
        <p:spPr bwMode="auto">
          <a:xfrm>
            <a:off x="3927465" y="5273675"/>
            <a:ext cx="1100138" cy="708025"/>
          </a:xfrm>
          <a:prstGeom prst="rect">
            <a:avLst/>
          </a:prstGeom>
          <a:noFill/>
          <a:ln w="9525">
            <a:noFill/>
            <a:miter lim="800000"/>
            <a:headEnd/>
            <a:tailEnd/>
          </a:ln>
        </p:spPr>
        <p:txBody>
          <a:bodyPr>
            <a:spAutoFit/>
          </a:bodyPr>
          <a:lstStyle/>
          <a:p>
            <a:pPr algn="ctr" eaLnBrk="1" hangingPunct="1"/>
            <a:r>
              <a:rPr lang="zh-CN" altLang="en-US" sz="2000">
                <a:solidFill>
                  <a:srgbClr val="FFFFFF"/>
                </a:solidFill>
                <a:latin typeface="微软雅黑" pitchFamily="34" charset="-122"/>
                <a:ea typeface="微软雅黑" pitchFamily="34" charset="-122"/>
              </a:rPr>
              <a:t>主要问题三</a:t>
            </a:r>
          </a:p>
        </p:txBody>
      </p:sp>
      <p:pic>
        <p:nvPicPr>
          <p:cNvPr id="18" name="Picture 2" descr="F:\快盘\商务图片\png\903642_153949082_2.png"/>
          <p:cNvPicPr>
            <a:picLocks noChangeAspect="1" noChangeArrowheads="1"/>
          </p:cNvPicPr>
          <p:nvPr/>
        </p:nvPicPr>
        <p:blipFill>
          <a:blip r:embed="rId2" cstate="print"/>
          <a:srcRect l="8713" t="11568" r="13959" b="7668"/>
          <a:stretch>
            <a:fillRect/>
          </a:stretch>
        </p:blipFill>
        <p:spPr bwMode="auto">
          <a:xfrm>
            <a:off x="636588" y="1925638"/>
            <a:ext cx="2915504" cy="4049712"/>
          </a:xfrm>
          <a:prstGeom prst="rect">
            <a:avLst/>
          </a:prstGeom>
          <a:noFill/>
          <a:ln w="9525">
            <a:noFill/>
            <a:miter lim="800000"/>
            <a:headEnd/>
            <a:tailEnd/>
          </a:ln>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13315"/>
                                        </p:tgtEl>
                                        <p:attrNameLst>
                                          <p:attrName>style.visibility</p:attrName>
                                        </p:attrNameLst>
                                      </p:cBhvr>
                                      <p:to>
                                        <p:strVal val="visible"/>
                                      </p:to>
                                    </p:set>
                                    <p:anim calcmode="lin" valueType="num">
                                      <p:cBhvr>
                                        <p:cTn id="7" dur="300" fill="hold"/>
                                        <p:tgtEl>
                                          <p:spTgt spid="13315"/>
                                        </p:tgtEl>
                                        <p:attrNameLst>
                                          <p:attrName>ppt_w</p:attrName>
                                        </p:attrNameLst>
                                      </p:cBhvr>
                                      <p:tavLst>
                                        <p:tav tm="0">
                                          <p:val>
                                            <p:fltVal val="0"/>
                                          </p:val>
                                        </p:tav>
                                        <p:tav tm="100000">
                                          <p:val>
                                            <p:strVal val="#ppt_w"/>
                                          </p:val>
                                        </p:tav>
                                      </p:tavLst>
                                    </p:anim>
                                    <p:anim calcmode="lin" valueType="num">
                                      <p:cBhvr>
                                        <p:cTn id="8" dur="300" fill="hold"/>
                                        <p:tgtEl>
                                          <p:spTgt spid="13315"/>
                                        </p:tgtEl>
                                        <p:attrNameLst>
                                          <p:attrName>ppt_h</p:attrName>
                                        </p:attrNameLst>
                                      </p:cBhvr>
                                      <p:tavLst>
                                        <p:tav tm="0">
                                          <p:val>
                                            <p:fltVal val="0"/>
                                          </p:val>
                                        </p:tav>
                                        <p:tav tm="100000">
                                          <p:val>
                                            <p:strVal val="#ppt_h"/>
                                          </p:val>
                                        </p:tav>
                                      </p:tavLst>
                                    </p:anim>
                                    <p:anim calcmode="lin" valueType="num">
                                      <p:cBhvr>
                                        <p:cTn id="9" dur="300" fill="hold"/>
                                        <p:tgtEl>
                                          <p:spTgt spid="13315"/>
                                        </p:tgtEl>
                                        <p:attrNameLst>
                                          <p:attrName>style.rotation</p:attrName>
                                        </p:attrNameLst>
                                      </p:cBhvr>
                                      <p:tavLst>
                                        <p:tav tm="0">
                                          <p:val>
                                            <p:fltVal val="90"/>
                                          </p:val>
                                        </p:tav>
                                        <p:tav tm="100000">
                                          <p:val>
                                            <p:fltVal val="0"/>
                                          </p:val>
                                        </p:tav>
                                      </p:tavLst>
                                    </p:anim>
                                    <p:animEffect transition="in" filter="fade">
                                      <p:cBhvr>
                                        <p:cTn id="10" dur="300"/>
                                        <p:tgtEl>
                                          <p:spTgt spid="13315"/>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3314"/>
                                        </p:tgtEl>
                                        <p:attrNameLst>
                                          <p:attrName>style.visibility</p:attrName>
                                        </p:attrNameLst>
                                      </p:cBhvr>
                                      <p:to>
                                        <p:strVal val="visible"/>
                                      </p:to>
                                    </p:set>
                                    <p:anim calcmode="lin" valueType="num">
                                      <p:cBhvr>
                                        <p:cTn id="14" dur="400" fill="hold"/>
                                        <p:tgtEl>
                                          <p:spTgt spid="1331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3314"/>
                                        </p:tgtEl>
                                        <p:attrNameLst>
                                          <p:attrName>ppt_y</p:attrName>
                                        </p:attrNameLst>
                                      </p:cBhvr>
                                      <p:tavLst>
                                        <p:tav tm="0">
                                          <p:val>
                                            <p:strVal val="#ppt_y"/>
                                          </p:val>
                                        </p:tav>
                                        <p:tav tm="100000">
                                          <p:val>
                                            <p:strVal val="#ppt_y"/>
                                          </p:val>
                                        </p:tav>
                                      </p:tavLst>
                                    </p:anim>
                                    <p:anim calcmode="lin" valueType="num">
                                      <p:cBhvr>
                                        <p:cTn id="16" dur="400" fill="hold"/>
                                        <p:tgtEl>
                                          <p:spTgt spid="1331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331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3314"/>
                                        </p:tgtEl>
                                      </p:cBhvr>
                                    </p:animEffect>
                                  </p:childTnLst>
                                </p:cTn>
                              </p:par>
                            </p:childTnLst>
                          </p:cTn>
                        </p:par>
                        <p:par>
                          <p:cTn id="19" fill="hold" nodeType="afterGroup">
                            <p:stCondLst>
                              <p:cond delay="1020"/>
                            </p:stCondLst>
                            <p:childTnLst>
                              <p:par>
                                <p:cTn id="20" presetID="41" presetClass="entr" presetSubtype="0" fill="hold" grpId="0" nodeType="afterEffect" nodePh="1">
                                  <p:stCondLst>
                                    <p:cond delay="0"/>
                                  </p:stCondLst>
                                  <p:endCondLst>
                                    <p:cond evt="begin" delay="0">
                                      <p:tn val="20"/>
                                    </p:cond>
                                  </p:endCondLst>
                                  <p:iterate type="lt">
                                    <p:tmPct val="10000"/>
                                  </p:iterate>
                                  <p:childTnLst>
                                    <p:set>
                                      <p:cBhvr>
                                        <p:cTn id="21" dur="1" fill="hold">
                                          <p:stCondLst>
                                            <p:cond delay="0"/>
                                          </p:stCondLst>
                                        </p:cTn>
                                        <p:tgtEl>
                                          <p:spTgt spid="13316"/>
                                        </p:tgtEl>
                                        <p:attrNameLst>
                                          <p:attrName>style.visibility</p:attrName>
                                        </p:attrNameLst>
                                      </p:cBhvr>
                                      <p:to>
                                        <p:strVal val="visible"/>
                                      </p:to>
                                    </p:set>
                                    <p:anim calcmode="lin" valueType="num">
                                      <p:cBhvr>
                                        <p:cTn id="22" dur="400" fill="hold"/>
                                        <p:tgtEl>
                                          <p:spTgt spid="13316"/>
                                        </p:tgtEl>
                                        <p:attrNameLst>
                                          <p:attrName>ppt_x</p:attrName>
                                        </p:attrNameLst>
                                      </p:cBhvr>
                                      <p:tavLst>
                                        <p:tav tm="0">
                                          <p:val>
                                            <p:strVal val="#ppt_x"/>
                                          </p:val>
                                        </p:tav>
                                        <p:tav tm="50000">
                                          <p:val>
                                            <p:strVal val="#ppt_x+.1"/>
                                          </p:val>
                                        </p:tav>
                                        <p:tav tm="100000">
                                          <p:val>
                                            <p:strVal val="#ppt_x"/>
                                          </p:val>
                                        </p:tav>
                                      </p:tavLst>
                                    </p:anim>
                                    <p:anim calcmode="lin" valueType="num">
                                      <p:cBhvr>
                                        <p:cTn id="23" dur="400" fill="hold"/>
                                        <p:tgtEl>
                                          <p:spTgt spid="13316"/>
                                        </p:tgtEl>
                                        <p:attrNameLst>
                                          <p:attrName>ppt_y</p:attrName>
                                        </p:attrNameLst>
                                      </p:cBhvr>
                                      <p:tavLst>
                                        <p:tav tm="0">
                                          <p:val>
                                            <p:strVal val="#ppt_y"/>
                                          </p:val>
                                        </p:tav>
                                        <p:tav tm="100000">
                                          <p:val>
                                            <p:strVal val="#ppt_y"/>
                                          </p:val>
                                        </p:tav>
                                      </p:tavLst>
                                    </p:anim>
                                    <p:anim calcmode="lin" valueType="num">
                                      <p:cBhvr>
                                        <p:cTn id="24" dur="400" fill="hold"/>
                                        <p:tgtEl>
                                          <p:spTgt spid="13316"/>
                                        </p:tgtEl>
                                        <p:attrNameLst>
                                          <p:attrName>ppt_h</p:attrName>
                                        </p:attrNameLst>
                                      </p:cBhvr>
                                      <p:tavLst>
                                        <p:tav tm="0">
                                          <p:val>
                                            <p:strVal val="#ppt_h/10"/>
                                          </p:val>
                                        </p:tav>
                                        <p:tav tm="50000">
                                          <p:val>
                                            <p:strVal val="#ppt_h+.01"/>
                                          </p:val>
                                        </p:tav>
                                        <p:tav tm="100000">
                                          <p:val>
                                            <p:strVal val="#ppt_h"/>
                                          </p:val>
                                        </p:tav>
                                      </p:tavLst>
                                    </p:anim>
                                    <p:anim calcmode="lin" valueType="num">
                                      <p:cBhvr>
                                        <p:cTn id="25" dur="400" fill="hold"/>
                                        <p:tgtEl>
                                          <p:spTgt spid="13316"/>
                                        </p:tgtEl>
                                        <p:attrNameLst>
                                          <p:attrName>ppt_w</p:attrName>
                                        </p:attrNameLst>
                                      </p:cBhvr>
                                      <p:tavLst>
                                        <p:tav tm="0">
                                          <p:val>
                                            <p:strVal val="#ppt_w/10"/>
                                          </p:val>
                                        </p:tav>
                                        <p:tav tm="50000">
                                          <p:val>
                                            <p:strVal val="#ppt_w+.01"/>
                                          </p:val>
                                        </p:tav>
                                        <p:tav tm="100000">
                                          <p:val>
                                            <p:strVal val="#ppt_w"/>
                                          </p:val>
                                        </p:tav>
                                      </p:tavLst>
                                    </p:anim>
                                    <p:animEffect transition="in" filter="fade">
                                      <p:cBhvr>
                                        <p:cTn id="26" dur="400" tmFilter="0,0; .5, 1; 1, 1"/>
                                        <p:tgtEl>
                                          <p:spTgt spid="13316"/>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41"/>
                                        </p:tgtEl>
                                        <p:attrNameLst>
                                          <p:attrName>style.visibility</p:attrName>
                                        </p:attrNameLst>
                                      </p:cBhvr>
                                      <p:to>
                                        <p:strVal val="visible"/>
                                      </p:to>
                                    </p:set>
                                    <p:animEffect transition="in" filter="wipe(left)">
                                      <p:cBhvr>
                                        <p:cTn id="29" dur="500"/>
                                        <p:tgtEl>
                                          <p:spTgt spid="41"/>
                                        </p:tgtEl>
                                      </p:cBhvr>
                                    </p:animEffect>
                                  </p:childTnLst>
                                </p:cTn>
                              </p:par>
                            </p:childTnLst>
                          </p:cTn>
                        </p:par>
                        <p:par>
                          <p:cTn id="30" fill="hold">
                            <p:stCondLst>
                              <p:cond delay="1520"/>
                            </p:stCondLst>
                            <p:childTnLst>
                              <p:par>
                                <p:cTn id="31" presetID="42" presetClass="entr" presetSubtype="0" fill="hold" nodeType="after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1000"/>
                                        <p:tgtEl>
                                          <p:spTgt spid="18"/>
                                        </p:tgtEl>
                                      </p:cBhvr>
                                    </p:animEffect>
                                    <p:anim calcmode="lin" valueType="num">
                                      <p:cBhvr>
                                        <p:cTn id="34" dur="1000" fill="hold"/>
                                        <p:tgtEl>
                                          <p:spTgt spid="18"/>
                                        </p:tgtEl>
                                        <p:attrNameLst>
                                          <p:attrName>ppt_x</p:attrName>
                                        </p:attrNameLst>
                                      </p:cBhvr>
                                      <p:tavLst>
                                        <p:tav tm="0">
                                          <p:val>
                                            <p:strVal val="#ppt_x"/>
                                          </p:val>
                                        </p:tav>
                                        <p:tav tm="100000">
                                          <p:val>
                                            <p:strVal val="#ppt_x"/>
                                          </p:val>
                                        </p:tav>
                                      </p:tavLst>
                                    </p:anim>
                                    <p:anim calcmode="lin" valueType="num">
                                      <p:cBhvr>
                                        <p:cTn id="35" dur="1000" fill="hold"/>
                                        <p:tgtEl>
                                          <p:spTgt spid="18"/>
                                        </p:tgtEl>
                                        <p:attrNameLst>
                                          <p:attrName>ppt_y</p:attrName>
                                        </p:attrNameLst>
                                      </p:cBhvr>
                                      <p:tavLst>
                                        <p:tav tm="0">
                                          <p:val>
                                            <p:strVal val="#ppt_y+.1"/>
                                          </p:val>
                                        </p:tav>
                                        <p:tav tm="100000">
                                          <p:val>
                                            <p:strVal val="#ppt_y"/>
                                          </p:val>
                                        </p:tav>
                                      </p:tavLst>
                                    </p:anim>
                                  </p:childTnLst>
                                </p:cTn>
                              </p:par>
                            </p:childTnLst>
                          </p:cTn>
                        </p:par>
                        <p:par>
                          <p:cTn id="36" fill="hold">
                            <p:stCondLst>
                              <p:cond delay="2520"/>
                            </p:stCondLst>
                            <p:childTnLst>
                              <p:par>
                                <p:cTn id="37" presetID="1" presetClass="entr" presetSubtype="0" fill="hold" grpId="0" nodeType="after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par>
                                <p:cTn id="43" presetID="35" presetClass="path" presetSubtype="0" accel="50000" fill="hold" grpId="1" nodeType="withEffect">
                                  <p:stCondLst>
                                    <p:cond delay="0"/>
                                  </p:stCondLst>
                                  <p:childTnLst>
                                    <p:animMotion origin="layout" path="M 3.33333E-6 -1.50786E-6 L -0.25 0.22132 " pathEditMode="relative" rAng="0" ptsTypes="AA">
                                      <p:cBhvr>
                                        <p:cTn id="44" dur="500" spd="-99900" fill="hold"/>
                                        <p:tgtEl>
                                          <p:spTgt spid="10"/>
                                        </p:tgtEl>
                                        <p:attrNameLst>
                                          <p:attrName>ppt_x,ppt_y</p:attrName>
                                        </p:attrNameLst>
                                      </p:cBhvr>
                                      <p:rCtr x="-124" y="111"/>
                                    </p:animMotion>
                                  </p:childTnLst>
                                </p:cTn>
                              </p:par>
                              <p:par>
                                <p:cTn id="45" presetID="35" presetClass="path" presetSubtype="0" accel="50000" fill="hold" grpId="1" nodeType="withEffect">
                                  <p:stCondLst>
                                    <p:cond delay="0"/>
                                  </p:stCondLst>
                                  <p:childTnLst>
                                    <p:animMotion origin="layout" path="M 0 0 L -0.25 0 E" pathEditMode="relative" rAng="0" ptsTypes="">
                                      <p:cBhvr>
                                        <p:cTn id="46" dur="500" spd="-99900" fill="hold"/>
                                        <p:tgtEl>
                                          <p:spTgt spid="13"/>
                                        </p:tgtEl>
                                        <p:attrNameLst>
                                          <p:attrName>ppt_x,ppt_y</p:attrName>
                                        </p:attrNameLst>
                                      </p:cBhvr>
                                      <p:rCtr x="0" y="0"/>
                                    </p:animMotion>
                                  </p:childTnLst>
                                </p:cTn>
                              </p:par>
                              <p:par>
                                <p:cTn id="47" presetID="35" presetClass="path" presetSubtype="0" accel="50000" fill="hold" grpId="1" nodeType="withEffect">
                                  <p:stCondLst>
                                    <p:cond delay="0"/>
                                  </p:stCondLst>
                                  <p:childTnLst>
                                    <p:animMotion origin="layout" path="M 3.33333E-6 4.23682E-6 L -0.25 -0.25209 " pathEditMode="relative" rAng="0" ptsTypes="AA">
                                      <p:cBhvr>
                                        <p:cTn id="48" dur="500" spd="-99900" fill="hold"/>
                                        <p:tgtEl>
                                          <p:spTgt spid="16"/>
                                        </p:tgtEl>
                                        <p:attrNameLst>
                                          <p:attrName>ppt_x,ppt_y</p:attrName>
                                        </p:attrNameLst>
                                      </p:cBhvr>
                                      <p:rCtr x="-124" y="-125"/>
                                    </p:animMotion>
                                  </p:childTnLst>
                                </p:cTn>
                              </p:par>
                            </p:childTnLst>
                          </p:cTn>
                        </p:par>
                        <p:par>
                          <p:cTn id="49" fill="hold">
                            <p:stCondLst>
                              <p:cond delay="3020"/>
                            </p:stCondLst>
                            <p:childTnLst>
                              <p:par>
                                <p:cTn id="50" presetID="31" presetClass="entr" presetSubtype="0" fill="hold" grpId="0" nodeType="afterEffect">
                                  <p:stCondLst>
                                    <p:cond delay="0"/>
                                  </p:stCondLst>
                                  <p:childTnLst>
                                    <p:set>
                                      <p:cBhvr>
                                        <p:cTn id="51" dur="1" fill="hold">
                                          <p:stCondLst>
                                            <p:cond delay="0"/>
                                          </p:stCondLst>
                                        </p:cTn>
                                        <p:tgtEl>
                                          <p:spTgt spid="11"/>
                                        </p:tgtEl>
                                        <p:attrNameLst>
                                          <p:attrName>style.visibility</p:attrName>
                                        </p:attrNameLst>
                                      </p:cBhvr>
                                      <p:to>
                                        <p:strVal val="visible"/>
                                      </p:to>
                                    </p:set>
                                    <p:anim calcmode="lin" valueType="num">
                                      <p:cBhvr>
                                        <p:cTn id="52" dur="300" fill="hold"/>
                                        <p:tgtEl>
                                          <p:spTgt spid="11"/>
                                        </p:tgtEl>
                                        <p:attrNameLst>
                                          <p:attrName>ppt_w</p:attrName>
                                        </p:attrNameLst>
                                      </p:cBhvr>
                                      <p:tavLst>
                                        <p:tav tm="0">
                                          <p:val>
                                            <p:fltVal val="0"/>
                                          </p:val>
                                        </p:tav>
                                        <p:tav tm="100000">
                                          <p:val>
                                            <p:strVal val="#ppt_w"/>
                                          </p:val>
                                        </p:tav>
                                      </p:tavLst>
                                    </p:anim>
                                    <p:anim calcmode="lin" valueType="num">
                                      <p:cBhvr>
                                        <p:cTn id="53" dur="300" fill="hold"/>
                                        <p:tgtEl>
                                          <p:spTgt spid="11"/>
                                        </p:tgtEl>
                                        <p:attrNameLst>
                                          <p:attrName>ppt_h</p:attrName>
                                        </p:attrNameLst>
                                      </p:cBhvr>
                                      <p:tavLst>
                                        <p:tav tm="0">
                                          <p:val>
                                            <p:fltVal val="0"/>
                                          </p:val>
                                        </p:tav>
                                        <p:tav tm="100000">
                                          <p:val>
                                            <p:strVal val="#ppt_h"/>
                                          </p:val>
                                        </p:tav>
                                      </p:tavLst>
                                    </p:anim>
                                    <p:anim calcmode="lin" valueType="num">
                                      <p:cBhvr>
                                        <p:cTn id="54" dur="300" fill="hold"/>
                                        <p:tgtEl>
                                          <p:spTgt spid="11"/>
                                        </p:tgtEl>
                                        <p:attrNameLst>
                                          <p:attrName>style.rotation</p:attrName>
                                        </p:attrNameLst>
                                      </p:cBhvr>
                                      <p:tavLst>
                                        <p:tav tm="0">
                                          <p:val>
                                            <p:fltVal val="90"/>
                                          </p:val>
                                        </p:tav>
                                        <p:tav tm="100000">
                                          <p:val>
                                            <p:fltVal val="0"/>
                                          </p:val>
                                        </p:tav>
                                      </p:tavLst>
                                    </p:anim>
                                    <p:animEffect transition="in" filter="fade">
                                      <p:cBhvr>
                                        <p:cTn id="55" dur="300"/>
                                        <p:tgtEl>
                                          <p:spTgt spid="11"/>
                                        </p:tgtEl>
                                      </p:cBhvr>
                                    </p:animEffect>
                                  </p:childTnLst>
                                </p:cTn>
                              </p:par>
                            </p:childTnLst>
                          </p:cTn>
                        </p:par>
                        <p:par>
                          <p:cTn id="56" fill="hold">
                            <p:stCondLst>
                              <p:cond delay="3320"/>
                            </p:stCondLst>
                            <p:childTnLst>
                              <p:par>
                                <p:cTn id="57" presetID="22" presetClass="entr" presetSubtype="8" fill="hold" grpId="0" nodeType="afterEffect">
                                  <p:stCondLst>
                                    <p:cond delay="0"/>
                                  </p:stCondLst>
                                  <p:childTnLst>
                                    <p:set>
                                      <p:cBhvr>
                                        <p:cTn id="58" dur="1" fill="hold">
                                          <p:stCondLst>
                                            <p:cond delay="0"/>
                                          </p:stCondLst>
                                        </p:cTn>
                                        <p:tgtEl>
                                          <p:spTgt spid="9"/>
                                        </p:tgtEl>
                                        <p:attrNameLst>
                                          <p:attrName>style.visibility</p:attrName>
                                        </p:attrNameLst>
                                      </p:cBhvr>
                                      <p:to>
                                        <p:strVal val="visible"/>
                                      </p:to>
                                    </p:set>
                                    <p:animEffect transition="in" filter="wipe(left)">
                                      <p:cBhvr>
                                        <p:cTn id="59" dur="500"/>
                                        <p:tgtEl>
                                          <p:spTgt spid="9"/>
                                        </p:tgtEl>
                                      </p:cBhvr>
                                    </p:animEffect>
                                  </p:childTnLst>
                                </p:cTn>
                              </p:par>
                            </p:childTnLst>
                          </p:cTn>
                        </p:par>
                        <p:par>
                          <p:cTn id="60" fill="hold">
                            <p:stCondLst>
                              <p:cond delay="3820"/>
                            </p:stCondLst>
                            <p:childTnLst>
                              <p:par>
                                <p:cTn id="61" presetID="31" presetClass="entr" presetSubtype="0" fill="hold" grpId="0" nodeType="afterEffect">
                                  <p:stCondLst>
                                    <p:cond delay="0"/>
                                  </p:stCondLst>
                                  <p:childTnLst>
                                    <p:set>
                                      <p:cBhvr>
                                        <p:cTn id="62" dur="1" fill="hold">
                                          <p:stCondLst>
                                            <p:cond delay="0"/>
                                          </p:stCondLst>
                                        </p:cTn>
                                        <p:tgtEl>
                                          <p:spTgt spid="14"/>
                                        </p:tgtEl>
                                        <p:attrNameLst>
                                          <p:attrName>style.visibility</p:attrName>
                                        </p:attrNameLst>
                                      </p:cBhvr>
                                      <p:to>
                                        <p:strVal val="visible"/>
                                      </p:to>
                                    </p:set>
                                    <p:anim calcmode="lin" valueType="num">
                                      <p:cBhvr>
                                        <p:cTn id="63" dur="300" fill="hold"/>
                                        <p:tgtEl>
                                          <p:spTgt spid="14"/>
                                        </p:tgtEl>
                                        <p:attrNameLst>
                                          <p:attrName>ppt_w</p:attrName>
                                        </p:attrNameLst>
                                      </p:cBhvr>
                                      <p:tavLst>
                                        <p:tav tm="0">
                                          <p:val>
                                            <p:fltVal val="0"/>
                                          </p:val>
                                        </p:tav>
                                        <p:tav tm="100000">
                                          <p:val>
                                            <p:strVal val="#ppt_w"/>
                                          </p:val>
                                        </p:tav>
                                      </p:tavLst>
                                    </p:anim>
                                    <p:anim calcmode="lin" valueType="num">
                                      <p:cBhvr>
                                        <p:cTn id="64" dur="300" fill="hold"/>
                                        <p:tgtEl>
                                          <p:spTgt spid="14"/>
                                        </p:tgtEl>
                                        <p:attrNameLst>
                                          <p:attrName>ppt_h</p:attrName>
                                        </p:attrNameLst>
                                      </p:cBhvr>
                                      <p:tavLst>
                                        <p:tav tm="0">
                                          <p:val>
                                            <p:fltVal val="0"/>
                                          </p:val>
                                        </p:tav>
                                        <p:tav tm="100000">
                                          <p:val>
                                            <p:strVal val="#ppt_h"/>
                                          </p:val>
                                        </p:tav>
                                      </p:tavLst>
                                    </p:anim>
                                    <p:anim calcmode="lin" valueType="num">
                                      <p:cBhvr>
                                        <p:cTn id="65" dur="300" fill="hold"/>
                                        <p:tgtEl>
                                          <p:spTgt spid="14"/>
                                        </p:tgtEl>
                                        <p:attrNameLst>
                                          <p:attrName>style.rotation</p:attrName>
                                        </p:attrNameLst>
                                      </p:cBhvr>
                                      <p:tavLst>
                                        <p:tav tm="0">
                                          <p:val>
                                            <p:fltVal val="90"/>
                                          </p:val>
                                        </p:tav>
                                        <p:tav tm="100000">
                                          <p:val>
                                            <p:fltVal val="0"/>
                                          </p:val>
                                        </p:tav>
                                      </p:tavLst>
                                    </p:anim>
                                    <p:animEffect transition="in" filter="fade">
                                      <p:cBhvr>
                                        <p:cTn id="66" dur="300"/>
                                        <p:tgtEl>
                                          <p:spTgt spid="14"/>
                                        </p:tgtEl>
                                      </p:cBhvr>
                                    </p:animEffect>
                                  </p:childTnLst>
                                </p:cTn>
                              </p:par>
                            </p:childTnLst>
                          </p:cTn>
                        </p:par>
                        <p:par>
                          <p:cTn id="67" fill="hold">
                            <p:stCondLst>
                              <p:cond delay="4120"/>
                            </p:stCondLst>
                            <p:childTnLst>
                              <p:par>
                                <p:cTn id="68" presetID="22" presetClass="entr" presetSubtype="8" fill="hold" grpId="0" nodeType="afterEffect">
                                  <p:stCondLst>
                                    <p:cond delay="0"/>
                                  </p:stCondLst>
                                  <p:childTnLst>
                                    <p:set>
                                      <p:cBhvr>
                                        <p:cTn id="69" dur="1" fill="hold">
                                          <p:stCondLst>
                                            <p:cond delay="0"/>
                                          </p:stCondLst>
                                        </p:cTn>
                                        <p:tgtEl>
                                          <p:spTgt spid="12"/>
                                        </p:tgtEl>
                                        <p:attrNameLst>
                                          <p:attrName>style.visibility</p:attrName>
                                        </p:attrNameLst>
                                      </p:cBhvr>
                                      <p:to>
                                        <p:strVal val="visible"/>
                                      </p:to>
                                    </p:set>
                                    <p:animEffect transition="in" filter="wipe(left)">
                                      <p:cBhvr>
                                        <p:cTn id="70" dur="500"/>
                                        <p:tgtEl>
                                          <p:spTgt spid="12"/>
                                        </p:tgtEl>
                                      </p:cBhvr>
                                    </p:animEffect>
                                  </p:childTnLst>
                                </p:cTn>
                              </p:par>
                            </p:childTnLst>
                          </p:cTn>
                        </p:par>
                        <p:par>
                          <p:cTn id="71" fill="hold">
                            <p:stCondLst>
                              <p:cond delay="4620"/>
                            </p:stCondLst>
                            <p:childTnLst>
                              <p:par>
                                <p:cTn id="72" presetID="31" presetClass="entr" presetSubtype="0" fill="hold" grpId="0" nodeType="afterEffect">
                                  <p:stCondLst>
                                    <p:cond delay="0"/>
                                  </p:stCondLst>
                                  <p:childTnLst>
                                    <p:set>
                                      <p:cBhvr>
                                        <p:cTn id="73" dur="1" fill="hold">
                                          <p:stCondLst>
                                            <p:cond delay="0"/>
                                          </p:stCondLst>
                                        </p:cTn>
                                        <p:tgtEl>
                                          <p:spTgt spid="17"/>
                                        </p:tgtEl>
                                        <p:attrNameLst>
                                          <p:attrName>style.visibility</p:attrName>
                                        </p:attrNameLst>
                                      </p:cBhvr>
                                      <p:to>
                                        <p:strVal val="visible"/>
                                      </p:to>
                                    </p:set>
                                    <p:anim calcmode="lin" valueType="num">
                                      <p:cBhvr>
                                        <p:cTn id="74" dur="300" fill="hold"/>
                                        <p:tgtEl>
                                          <p:spTgt spid="17"/>
                                        </p:tgtEl>
                                        <p:attrNameLst>
                                          <p:attrName>ppt_w</p:attrName>
                                        </p:attrNameLst>
                                      </p:cBhvr>
                                      <p:tavLst>
                                        <p:tav tm="0">
                                          <p:val>
                                            <p:fltVal val="0"/>
                                          </p:val>
                                        </p:tav>
                                        <p:tav tm="100000">
                                          <p:val>
                                            <p:strVal val="#ppt_w"/>
                                          </p:val>
                                        </p:tav>
                                      </p:tavLst>
                                    </p:anim>
                                    <p:anim calcmode="lin" valueType="num">
                                      <p:cBhvr>
                                        <p:cTn id="75" dur="300" fill="hold"/>
                                        <p:tgtEl>
                                          <p:spTgt spid="17"/>
                                        </p:tgtEl>
                                        <p:attrNameLst>
                                          <p:attrName>ppt_h</p:attrName>
                                        </p:attrNameLst>
                                      </p:cBhvr>
                                      <p:tavLst>
                                        <p:tav tm="0">
                                          <p:val>
                                            <p:fltVal val="0"/>
                                          </p:val>
                                        </p:tav>
                                        <p:tav tm="100000">
                                          <p:val>
                                            <p:strVal val="#ppt_h"/>
                                          </p:val>
                                        </p:tav>
                                      </p:tavLst>
                                    </p:anim>
                                    <p:anim calcmode="lin" valueType="num">
                                      <p:cBhvr>
                                        <p:cTn id="76" dur="300" fill="hold"/>
                                        <p:tgtEl>
                                          <p:spTgt spid="17"/>
                                        </p:tgtEl>
                                        <p:attrNameLst>
                                          <p:attrName>style.rotation</p:attrName>
                                        </p:attrNameLst>
                                      </p:cBhvr>
                                      <p:tavLst>
                                        <p:tav tm="0">
                                          <p:val>
                                            <p:fltVal val="90"/>
                                          </p:val>
                                        </p:tav>
                                        <p:tav tm="100000">
                                          <p:val>
                                            <p:fltVal val="0"/>
                                          </p:val>
                                        </p:tav>
                                      </p:tavLst>
                                    </p:anim>
                                    <p:animEffect transition="in" filter="fade">
                                      <p:cBhvr>
                                        <p:cTn id="77" dur="300"/>
                                        <p:tgtEl>
                                          <p:spTgt spid="17"/>
                                        </p:tgtEl>
                                      </p:cBhvr>
                                    </p:animEffect>
                                  </p:childTnLst>
                                </p:cTn>
                              </p:par>
                            </p:childTnLst>
                          </p:cTn>
                        </p:par>
                        <p:par>
                          <p:cTn id="78" fill="hold">
                            <p:stCondLst>
                              <p:cond delay="4920"/>
                            </p:stCondLst>
                            <p:childTnLst>
                              <p:par>
                                <p:cTn id="79" presetID="22" presetClass="entr" presetSubtype="8" fill="hold" grpId="0" nodeType="afterEffect">
                                  <p:stCondLst>
                                    <p:cond delay="0"/>
                                  </p:stCondLst>
                                  <p:childTnLst>
                                    <p:set>
                                      <p:cBhvr>
                                        <p:cTn id="80" dur="1" fill="hold">
                                          <p:stCondLst>
                                            <p:cond delay="0"/>
                                          </p:stCondLst>
                                        </p:cTn>
                                        <p:tgtEl>
                                          <p:spTgt spid="15"/>
                                        </p:tgtEl>
                                        <p:attrNameLst>
                                          <p:attrName>style.visibility</p:attrName>
                                        </p:attrNameLst>
                                      </p:cBhvr>
                                      <p:to>
                                        <p:strVal val="visible"/>
                                      </p:to>
                                    </p:set>
                                    <p:animEffect transition="in" filter="wipe(left)">
                                      <p:cBhvr>
                                        <p:cTn id="8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autoUpdateAnimBg="0"/>
      <p:bldP spid="13315" grpId="0" animBg="1"/>
      <p:bldP spid="13316" grpId="0" autoUpdateAnimBg="0"/>
      <p:bldP spid="41" grpId="0" animBg="1"/>
      <p:bldP spid="9" grpId="0" autoUpdateAnimBg="0"/>
      <p:bldP spid="10" grpId="0" animBg="1"/>
      <p:bldP spid="10" grpId="1" animBg="1"/>
      <p:bldP spid="11" grpId="0" autoUpdateAnimBg="0"/>
      <p:bldP spid="12" grpId="0" autoUpdateAnimBg="0"/>
      <p:bldP spid="13" grpId="0" animBg="1"/>
      <p:bldP spid="13" grpId="1" animBg="1"/>
      <p:bldP spid="14" grpId="0" autoUpdateAnimBg="0"/>
      <p:bldP spid="15" grpId="0" autoUpdateAnimBg="0"/>
      <p:bldP spid="16" grpId="0" animBg="1"/>
      <p:bldP spid="16" grpId="1" animBg="1"/>
      <p:bldP spid="17"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27"/>
          <p:cNvSpPr txBox="1">
            <a:spLocks noChangeArrowheads="1"/>
          </p:cNvSpPr>
          <p:nvPr/>
        </p:nvSpPr>
        <p:spPr bwMode="auto">
          <a:xfrm>
            <a:off x="1012825" y="176213"/>
            <a:ext cx="4346062"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1.3 </a:t>
            </a:r>
            <a:r>
              <a:rPr lang="zh-CN" altLang="en-US" sz="3000" b="1" dirty="0" smtClean="0">
                <a:solidFill>
                  <a:schemeClr val="accent1"/>
                </a:solidFill>
                <a:latin typeface="微软雅黑" pitchFamily="34" charset="-122"/>
                <a:ea typeface="微软雅黑" pitchFamily="34" charset="-122"/>
              </a:rPr>
              <a:t>研究内容与组织结构</a:t>
            </a:r>
            <a:endParaRPr lang="zh-CN" altLang="en-US" sz="3000" b="1" dirty="0">
              <a:solidFill>
                <a:schemeClr val="accent1"/>
              </a:solidFill>
              <a:latin typeface="微软雅黑" pitchFamily="34" charset="-122"/>
              <a:ea typeface="微软雅黑" pitchFamily="34" charset="-122"/>
            </a:endParaRPr>
          </a:p>
        </p:txBody>
      </p:sp>
      <p:sp>
        <p:nvSpPr>
          <p:cNvPr id="16387"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round/>
            <a:headEnd/>
            <a:tailEnd/>
          </a:ln>
        </p:spPr>
        <p:txBody>
          <a:bodyPr/>
          <a:lstStyle/>
          <a:p>
            <a:endParaRPr lang="zh-CN" altLang="en-US"/>
          </a:p>
        </p:txBody>
      </p:sp>
      <p:sp>
        <p:nvSpPr>
          <p:cNvPr id="22" name="Freeform 7"/>
          <p:cNvSpPr>
            <a:spLocks/>
          </p:cNvSpPr>
          <p:nvPr/>
        </p:nvSpPr>
        <p:spPr bwMode="auto">
          <a:xfrm>
            <a:off x="3289300" y="1384300"/>
            <a:ext cx="588963" cy="4809902"/>
          </a:xfrm>
          <a:custGeom>
            <a:avLst/>
            <a:gdLst>
              <a:gd name="T0" fmla="*/ 2147483646 w 767"/>
              <a:gd name="T1" fmla="*/ 2147483646 h 3150"/>
              <a:gd name="T2" fmla="*/ 2147483646 w 767"/>
              <a:gd name="T3" fmla="*/ 2147483646 h 3150"/>
              <a:gd name="T4" fmla="*/ 2147483646 w 767"/>
              <a:gd name="T5" fmla="*/ 2147483646 h 3150"/>
              <a:gd name="T6" fmla="*/ 2147483646 w 767"/>
              <a:gd name="T7" fmla="*/ 2147483646 h 3150"/>
              <a:gd name="T8" fmla="*/ 2147483646 w 767"/>
              <a:gd name="T9" fmla="*/ 2147483646 h 3150"/>
              <a:gd name="T10" fmla="*/ 2147483646 w 767"/>
              <a:gd name="T11" fmla="*/ 2147483646 h 3150"/>
              <a:gd name="T12" fmla="*/ 2147483646 w 767"/>
              <a:gd name="T13" fmla="*/ 2147483646 h 3150"/>
              <a:gd name="T14" fmla="*/ 2147483646 w 767"/>
              <a:gd name="T15" fmla="*/ 2147483646 h 3150"/>
              <a:gd name="T16" fmla="*/ 0 w 767"/>
              <a:gd name="T17" fmla="*/ 2147483646 h 3150"/>
              <a:gd name="T18" fmla="*/ 0 w 767"/>
              <a:gd name="T19" fmla="*/ 2147483646 h 3150"/>
              <a:gd name="T20" fmla="*/ 2147483646 w 767"/>
              <a:gd name="T21" fmla="*/ 2147483646 h 3150"/>
              <a:gd name="T22" fmla="*/ 2147483646 w 767"/>
              <a:gd name="T23" fmla="*/ 2147483646 h 3150"/>
              <a:gd name="T24" fmla="*/ 2147483646 w 767"/>
              <a:gd name="T25" fmla="*/ 2147483646 h 3150"/>
              <a:gd name="T26" fmla="*/ 2147483646 w 767"/>
              <a:gd name="T27" fmla="*/ 2147483646 h 3150"/>
              <a:gd name="T28" fmla="*/ 2147483646 w 767"/>
              <a:gd name="T29" fmla="*/ 0 h 3150"/>
              <a:gd name="T30" fmla="*/ 2147483646 w 767"/>
              <a:gd name="T31" fmla="*/ 2147483646 h 3150"/>
              <a:gd name="T32" fmla="*/ 2147483646 w 767"/>
              <a:gd name="T33" fmla="*/ 2147483646 h 3150"/>
              <a:gd name="T34" fmla="*/ 2147483646 w 767"/>
              <a:gd name="T35" fmla="*/ 2147483646 h 3150"/>
              <a:gd name="T36" fmla="*/ 2147483646 w 767"/>
              <a:gd name="T37" fmla="*/ 2147483646 h 3150"/>
              <a:gd name="T38" fmla="*/ 2147483646 w 767"/>
              <a:gd name="T39" fmla="*/ 2147483646 h 3150"/>
              <a:gd name="T40" fmla="*/ 2147483646 w 767"/>
              <a:gd name="T41" fmla="*/ 2147483646 h 3150"/>
              <a:gd name="T42" fmla="*/ 2147483646 w 767"/>
              <a:gd name="T43" fmla="*/ 2147483646 h 3150"/>
              <a:gd name="T44" fmla="*/ 2147483646 w 767"/>
              <a:gd name="T45" fmla="*/ 2147483646 h 3150"/>
              <a:gd name="T46" fmla="*/ 2147483646 w 767"/>
              <a:gd name="T47" fmla="*/ 2147483646 h 3150"/>
              <a:gd name="T48" fmla="*/ 2147483646 w 767"/>
              <a:gd name="T49" fmla="*/ 2147483646 h 315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67" h="3150">
                <a:moveTo>
                  <a:pt x="432" y="2662"/>
                </a:moveTo>
                <a:cubicBezTo>
                  <a:pt x="432" y="2783"/>
                  <a:pt x="458" y="2878"/>
                  <a:pt x="509" y="2947"/>
                </a:cubicBezTo>
                <a:cubicBezTo>
                  <a:pt x="560" y="3017"/>
                  <a:pt x="646" y="3052"/>
                  <a:pt x="767" y="3052"/>
                </a:cubicBezTo>
                <a:lnTo>
                  <a:pt x="767" y="3150"/>
                </a:lnTo>
                <a:cubicBezTo>
                  <a:pt x="609" y="3150"/>
                  <a:pt x="493" y="3110"/>
                  <a:pt x="419" y="3031"/>
                </a:cubicBezTo>
                <a:cubicBezTo>
                  <a:pt x="344" y="2952"/>
                  <a:pt x="307" y="2811"/>
                  <a:pt x="307" y="2606"/>
                </a:cubicBezTo>
                <a:lnTo>
                  <a:pt x="307" y="2007"/>
                </a:lnTo>
                <a:cubicBezTo>
                  <a:pt x="307" y="1896"/>
                  <a:pt x="288" y="1805"/>
                  <a:pt x="251" y="1735"/>
                </a:cubicBezTo>
                <a:cubicBezTo>
                  <a:pt x="214" y="1665"/>
                  <a:pt x="130" y="1626"/>
                  <a:pt x="0" y="1617"/>
                </a:cubicBezTo>
                <a:lnTo>
                  <a:pt x="0" y="1533"/>
                </a:lnTo>
                <a:cubicBezTo>
                  <a:pt x="121" y="1514"/>
                  <a:pt x="202" y="1477"/>
                  <a:pt x="244" y="1422"/>
                </a:cubicBezTo>
                <a:cubicBezTo>
                  <a:pt x="286" y="1366"/>
                  <a:pt x="307" y="1273"/>
                  <a:pt x="307" y="1143"/>
                </a:cubicBezTo>
                <a:lnTo>
                  <a:pt x="307" y="544"/>
                </a:lnTo>
                <a:cubicBezTo>
                  <a:pt x="307" y="339"/>
                  <a:pt x="344" y="198"/>
                  <a:pt x="419" y="118"/>
                </a:cubicBezTo>
                <a:cubicBezTo>
                  <a:pt x="493" y="39"/>
                  <a:pt x="609" y="0"/>
                  <a:pt x="767" y="0"/>
                </a:cubicBezTo>
                <a:lnTo>
                  <a:pt x="767" y="98"/>
                </a:lnTo>
                <a:cubicBezTo>
                  <a:pt x="646" y="98"/>
                  <a:pt x="560" y="130"/>
                  <a:pt x="509" y="195"/>
                </a:cubicBezTo>
                <a:cubicBezTo>
                  <a:pt x="458" y="260"/>
                  <a:pt x="432" y="358"/>
                  <a:pt x="432" y="488"/>
                </a:cubicBezTo>
                <a:lnTo>
                  <a:pt x="432" y="1171"/>
                </a:lnTo>
                <a:cubicBezTo>
                  <a:pt x="432" y="1319"/>
                  <a:pt x="400" y="1422"/>
                  <a:pt x="335" y="1477"/>
                </a:cubicBezTo>
                <a:cubicBezTo>
                  <a:pt x="270" y="1533"/>
                  <a:pt x="200" y="1561"/>
                  <a:pt x="125" y="1561"/>
                </a:cubicBezTo>
                <a:lnTo>
                  <a:pt x="125" y="1589"/>
                </a:lnTo>
                <a:cubicBezTo>
                  <a:pt x="209" y="1589"/>
                  <a:pt x="281" y="1621"/>
                  <a:pt x="342" y="1686"/>
                </a:cubicBezTo>
                <a:cubicBezTo>
                  <a:pt x="402" y="1751"/>
                  <a:pt x="432" y="1849"/>
                  <a:pt x="432" y="1979"/>
                </a:cubicBezTo>
                <a:lnTo>
                  <a:pt x="432" y="2662"/>
                </a:lnTo>
                <a:close/>
              </a:path>
            </a:pathLst>
          </a:custGeom>
          <a:solidFill>
            <a:schemeClr val="accent1"/>
          </a:solidFill>
          <a:ln w="9525">
            <a:noFill/>
            <a:round/>
            <a:headEnd/>
            <a:tailEnd/>
          </a:ln>
        </p:spPr>
        <p:txBody>
          <a:bodyPr/>
          <a:lstStyle/>
          <a:p>
            <a:endParaRPr lang="zh-CN" altLang="en-US"/>
          </a:p>
        </p:txBody>
      </p:sp>
      <p:sp>
        <p:nvSpPr>
          <p:cNvPr id="23" name="椭圆 5"/>
          <p:cNvSpPr>
            <a:spLocks noChangeArrowheads="1"/>
          </p:cNvSpPr>
          <p:nvPr/>
        </p:nvSpPr>
        <p:spPr bwMode="auto">
          <a:xfrm>
            <a:off x="1858963" y="3190924"/>
            <a:ext cx="1246187" cy="1268076"/>
          </a:xfrm>
          <a:prstGeom prst="ellipse">
            <a:avLst/>
          </a:prstGeom>
          <a:solidFill>
            <a:srgbClr val="006BBC"/>
          </a:solidFill>
          <a:ln w="9525">
            <a:noFill/>
            <a:round/>
            <a:headEnd/>
            <a:tailEnd/>
          </a:ln>
        </p:spPr>
        <p:txBody>
          <a:bodyPr/>
          <a:lstStyle/>
          <a:p>
            <a:pPr eaLnBrk="1" hangingPunct="1"/>
            <a:endParaRPr lang="zh-CN" altLang="en-US"/>
          </a:p>
        </p:txBody>
      </p:sp>
      <p:sp>
        <p:nvSpPr>
          <p:cNvPr id="24" name="TextBox 6"/>
          <p:cNvSpPr txBox="1">
            <a:spLocks noChangeArrowheads="1"/>
          </p:cNvSpPr>
          <p:nvPr/>
        </p:nvSpPr>
        <p:spPr bwMode="auto">
          <a:xfrm>
            <a:off x="1911350" y="3349441"/>
            <a:ext cx="1141413" cy="1015663"/>
          </a:xfrm>
          <a:prstGeom prst="rect">
            <a:avLst/>
          </a:prstGeom>
          <a:noFill/>
          <a:ln w="9525">
            <a:noFill/>
            <a:miter lim="800000"/>
            <a:headEnd/>
            <a:tailEnd/>
          </a:ln>
        </p:spPr>
        <p:txBody>
          <a:bodyPr wrap="square">
            <a:spAutoFit/>
          </a:bodyPr>
          <a:lstStyle/>
          <a:p>
            <a:pPr algn="ctr" eaLnBrk="1" hangingPunct="1"/>
            <a:r>
              <a:rPr lang="zh-CN" altLang="en-US" sz="2000" dirty="0" smtClean="0">
                <a:solidFill>
                  <a:srgbClr val="F8F8F8"/>
                </a:solidFill>
                <a:latin typeface="微软雅黑" pitchFamily="34" charset="-122"/>
                <a:ea typeface="微软雅黑" pitchFamily="34" charset="-122"/>
              </a:rPr>
              <a:t>研究内容与组织结构</a:t>
            </a:r>
            <a:endParaRPr lang="zh-CN" altLang="en-US" sz="2000" dirty="0">
              <a:solidFill>
                <a:srgbClr val="F8F8F8"/>
              </a:solidFill>
              <a:latin typeface="微软雅黑" pitchFamily="34" charset="-122"/>
              <a:ea typeface="微软雅黑" pitchFamily="34" charset="-122"/>
            </a:endParaRPr>
          </a:p>
        </p:txBody>
      </p:sp>
      <p:sp>
        <p:nvSpPr>
          <p:cNvPr id="25" name="Freeform 8"/>
          <p:cNvSpPr>
            <a:spLocks/>
          </p:cNvSpPr>
          <p:nvPr/>
        </p:nvSpPr>
        <p:spPr bwMode="auto">
          <a:xfrm>
            <a:off x="3921125" y="1247775"/>
            <a:ext cx="5141913" cy="427038"/>
          </a:xfrm>
          <a:custGeom>
            <a:avLst/>
            <a:gdLst>
              <a:gd name="T0" fmla="*/ 2147483646 w 7060"/>
              <a:gd name="T1" fmla="*/ 0 h 587"/>
              <a:gd name="T2" fmla="*/ 2147483646 w 7060"/>
              <a:gd name="T3" fmla="*/ 0 h 587"/>
              <a:gd name="T4" fmla="*/ 2147483646 w 7060"/>
              <a:gd name="T5" fmla="*/ 2147483646 h 587"/>
              <a:gd name="T6" fmla="*/ 2147483646 w 7060"/>
              <a:gd name="T7" fmla="*/ 2147483646 h 587"/>
              <a:gd name="T8" fmla="*/ 2147483646 w 7060"/>
              <a:gd name="T9" fmla="*/ 2147483646 h 587"/>
              <a:gd name="T10" fmla="*/ 2147483646 w 7060"/>
              <a:gd name="T11" fmla="*/ 2147483646 h 587"/>
              <a:gd name="T12" fmla="*/ 0 w 7060"/>
              <a:gd name="T13" fmla="*/ 2147483646 h 587"/>
              <a:gd name="T14" fmla="*/ 0 w 7060"/>
              <a:gd name="T15" fmla="*/ 2147483646 h 587"/>
              <a:gd name="T16" fmla="*/ 2147483646 w 7060"/>
              <a:gd name="T17" fmla="*/ 0 h 5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060" h="587">
                <a:moveTo>
                  <a:pt x="293" y="0"/>
                </a:moveTo>
                <a:lnTo>
                  <a:pt x="6767" y="0"/>
                </a:lnTo>
                <a:cubicBezTo>
                  <a:pt x="6929" y="0"/>
                  <a:pt x="7060" y="132"/>
                  <a:pt x="7060" y="293"/>
                </a:cubicBezTo>
                <a:cubicBezTo>
                  <a:pt x="7060" y="455"/>
                  <a:pt x="6929" y="587"/>
                  <a:pt x="6767" y="587"/>
                </a:cubicBezTo>
                <a:lnTo>
                  <a:pt x="293" y="587"/>
                </a:lnTo>
                <a:cubicBezTo>
                  <a:pt x="132" y="587"/>
                  <a:pt x="0" y="455"/>
                  <a:pt x="0" y="293"/>
                </a:cubicBezTo>
                <a:cubicBezTo>
                  <a:pt x="0" y="132"/>
                  <a:pt x="132" y="0"/>
                  <a:pt x="293" y="0"/>
                </a:cubicBezTo>
                <a:close/>
              </a:path>
            </a:pathLst>
          </a:custGeom>
          <a:solidFill>
            <a:srgbClr val="113E6A"/>
          </a:solidFill>
          <a:ln w="9525">
            <a:noFill/>
            <a:round/>
            <a:headEnd/>
            <a:tailEnd/>
          </a:ln>
        </p:spPr>
        <p:txBody>
          <a:bodyPr/>
          <a:lstStyle/>
          <a:p>
            <a:endParaRPr lang="zh-CN" altLang="en-US"/>
          </a:p>
        </p:txBody>
      </p:sp>
      <p:sp>
        <p:nvSpPr>
          <p:cNvPr id="26" name="矩形 8"/>
          <p:cNvSpPr>
            <a:spLocks noChangeArrowheads="1"/>
          </p:cNvSpPr>
          <p:nvPr/>
        </p:nvSpPr>
        <p:spPr bwMode="auto">
          <a:xfrm>
            <a:off x="4083050" y="1254125"/>
            <a:ext cx="2087338" cy="369332"/>
          </a:xfrm>
          <a:prstGeom prst="rect">
            <a:avLst/>
          </a:prstGeom>
          <a:noFill/>
          <a:ln w="9525">
            <a:noFill/>
            <a:miter lim="800000"/>
            <a:headEnd/>
            <a:tailEnd/>
          </a:ln>
        </p:spPr>
        <p:txBody>
          <a:bodyPr wrap="square">
            <a:spAutoFit/>
          </a:bodyPr>
          <a:lstStyle/>
          <a:p>
            <a:pPr eaLnBrk="1" hangingPunct="1"/>
            <a:r>
              <a:rPr lang="zh-CN" altLang="en-US" dirty="0" smtClean="0">
                <a:solidFill>
                  <a:srgbClr val="F8F8F8"/>
                </a:solidFill>
                <a:latin typeface="微软雅黑" pitchFamily="34" charset="-122"/>
                <a:ea typeface="微软雅黑" pitchFamily="34" charset="-122"/>
              </a:rPr>
              <a:t>第一章   绪论</a:t>
            </a:r>
            <a:endParaRPr lang="zh-CN" altLang="en-US" dirty="0">
              <a:solidFill>
                <a:srgbClr val="F8F8F8"/>
              </a:solidFill>
              <a:latin typeface="微软雅黑" pitchFamily="34" charset="-122"/>
              <a:ea typeface="微软雅黑" pitchFamily="34" charset="-122"/>
            </a:endParaRPr>
          </a:p>
        </p:txBody>
      </p:sp>
      <p:sp>
        <p:nvSpPr>
          <p:cNvPr id="27" name="Freeform 8"/>
          <p:cNvSpPr>
            <a:spLocks/>
          </p:cNvSpPr>
          <p:nvPr/>
        </p:nvSpPr>
        <p:spPr bwMode="auto">
          <a:xfrm>
            <a:off x="3921125" y="2033588"/>
            <a:ext cx="5141913" cy="425450"/>
          </a:xfrm>
          <a:custGeom>
            <a:avLst/>
            <a:gdLst>
              <a:gd name="T0" fmla="*/ 2147483646 w 7060"/>
              <a:gd name="T1" fmla="*/ 0 h 587"/>
              <a:gd name="T2" fmla="*/ 2147483646 w 7060"/>
              <a:gd name="T3" fmla="*/ 0 h 587"/>
              <a:gd name="T4" fmla="*/ 2147483646 w 7060"/>
              <a:gd name="T5" fmla="*/ 2147483646 h 587"/>
              <a:gd name="T6" fmla="*/ 2147483646 w 7060"/>
              <a:gd name="T7" fmla="*/ 2147483646 h 587"/>
              <a:gd name="T8" fmla="*/ 2147483646 w 7060"/>
              <a:gd name="T9" fmla="*/ 2147483646 h 587"/>
              <a:gd name="T10" fmla="*/ 2147483646 w 7060"/>
              <a:gd name="T11" fmla="*/ 2147483646 h 587"/>
              <a:gd name="T12" fmla="*/ 0 w 7060"/>
              <a:gd name="T13" fmla="*/ 2147483646 h 587"/>
              <a:gd name="T14" fmla="*/ 0 w 7060"/>
              <a:gd name="T15" fmla="*/ 2147483646 h 587"/>
              <a:gd name="T16" fmla="*/ 2147483646 w 7060"/>
              <a:gd name="T17" fmla="*/ 0 h 5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060" h="587">
                <a:moveTo>
                  <a:pt x="293" y="0"/>
                </a:moveTo>
                <a:lnTo>
                  <a:pt x="6767" y="0"/>
                </a:lnTo>
                <a:cubicBezTo>
                  <a:pt x="6929" y="0"/>
                  <a:pt x="7060" y="132"/>
                  <a:pt x="7060" y="293"/>
                </a:cubicBezTo>
                <a:cubicBezTo>
                  <a:pt x="7060" y="455"/>
                  <a:pt x="6929" y="587"/>
                  <a:pt x="6767" y="587"/>
                </a:cubicBezTo>
                <a:lnTo>
                  <a:pt x="293" y="587"/>
                </a:lnTo>
                <a:cubicBezTo>
                  <a:pt x="132" y="587"/>
                  <a:pt x="0" y="455"/>
                  <a:pt x="0" y="293"/>
                </a:cubicBezTo>
                <a:cubicBezTo>
                  <a:pt x="0" y="132"/>
                  <a:pt x="132" y="0"/>
                  <a:pt x="293" y="0"/>
                </a:cubicBezTo>
                <a:close/>
              </a:path>
            </a:pathLst>
          </a:custGeom>
          <a:solidFill>
            <a:srgbClr val="113E6A"/>
          </a:solidFill>
          <a:ln w="9525">
            <a:noFill/>
            <a:round/>
            <a:headEnd/>
            <a:tailEnd/>
          </a:ln>
        </p:spPr>
        <p:txBody>
          <a:bodyPr/>
          <a:lstStyle/>
          <a:p>
            <a:endParaRPr lang="zh-CN" altLang="en-US"/>
          </a:p>
        </p:txBody>
      </p:sp>
      <p:sp>
        <p:nvSpPr>
          <p:cNvPr id="28" name="矩形 10"/>
          <p:cNvSpPr>
            <a:spLocks noChangeArrowheads="1"/>
          </p:cNvSpPr>
          <p:nvPr/>
        </p:nvSpPr>
        <p:spPr bwMode="auto">
          <a:xfrm>
            <a:off x="4083049" y="2039938"/>
            <a:ext cx="2735411" cy="369332"/>
          </a:xfrm>
          <a:prstGeom prst="rect">
            <a:avLst/>
          </a:prstGeom>
          <a:noFill/>
          <a:ln w="9525">
            <a:noFill/>
            <a:miter lim="800000"/>
            <a:headEnd/>
            <a:tailEnd/>
          </a:ln>
        </p:spPr>
        <p:txBody>
          <a:bodyPr wrap="square">
            <a:spAutoFit/>
          </a:bodyPr>
          <a:lstStyle/>
          <a:p>
            <a:pPr eaLnBrk="1" hangingPunct="1"/>
            <a:r>
              <a:rPr lang="zh-CN" altLang="en-US" dirty="0" smtClean="0">
                <a:solidFill>
                  <a:srgbClr val="F8F8F8"/>
                </a:solidFill>
                <a:latin typeface="微软雅黑" pitchFamily="34" charset="-122"/>
                <a:ea typeface="微软雅黑" pitchFamily="34" charset="-122"/>
              </a:rPr>
              <a:t>第二章  相关技术介绍</a:t>
            </a:r>
            <a:endParaRPr lang="zh-CN" altLang="en-US" dirty="0">
              <a:solidFill>
                <a:srgbClr val="F8F8F8"/>
              </a:solidFill>
              <a:latin typeface="微软雅黑" pitchFamily="34" charset="-122"/>
              <a:ea typeface="微软雅黑" pitchFamily="34" charset="-122"/>
            </a:endParaRPr>
          </a:p>
        </p:txBody>
      </p:sp>
      <p:sp>
        <p:nvSpPr>
          <p:cNvPr id="29" name="Freeform 8"/>
          <p:cNvSpPr>
            <a:spLocks/>
          </p:cNvSpPr>
          <p:nvPr/>
        </p:nvSpPr>
        <p:spPr bwMode="auto">
          <a:xfrm>
            <a:off x="3921125" y="2771775"/>
            <a:ext cx="5141913" cy="427038"/>
          </a:xfrm>
          <a:custGeom>
            <a:avLst/>
            <a:gdLst>
              <a:gd name="T0" fmla="*/ 2147483646 w 7060"/>
              <a:gd name="T1" fmla="*/ 0 h 587"/>
              <a:gd name="T2" fmla="*/ 2147483646 w 7060"/>
              <a:gd name="T3" fmla="*/ 0 h 587"/>
              <a:gd name="T4" fmla="*/ 2147483646 w 7060"/>
              <a:gd name="T5" fmla="*/ 2147483646 h 587"/>
              <a:gd name="T6" fmla="*/ 2147483646 w 7060"/>
              <a:gd name="T7" fmla="*/ 2147483646 h 587"/>
              <a:gd name="T8" fmla="*/ 2147483646 w 7060"/>
              <a:gd name="T9" fmla="*/ 2147483646 h 587"/>
              <a:gd name="T10" fmla="*/ 2147483646 w 7060"/>
              <a:gd name="T11" fmla="*/ 2147483646 h 587"/>
              <a:gd name="T12" fmla="*/ 0 w 7060"/>
              <a:gd name="T13" fmla="*/ 2147483646 h 587"/>
              <a:gd name="T14" fmla="*/ 0 w 7060"/>
              <a:gd name="T15" fmla="*/ 2147483646 h 587"/>
              <a:gd name="T16" fmla="*/ 2147483646 w 7060"/>
              <a:gd name="T17" fmla="*/ 0 h 5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060" h="587">
                <a:moveTo>
                  <a:pt x="293" y="0"/>
                </a:moveTo>
                <a:lnTo>
                  <a:pt x="6767" y="0"/>
                </a:lnTo>
                <a:cubicBezTo>
                  <a:pt x="6929" y="0"/>
                  <a:pt x="7060" y="132"/>
                  <a:pt x="7060" y="293"/>
                </a:cubicBezTo>
                <a:cubicBezTo>
                  <a:pt x="7060" y="455"/>
                  <a:pt x="6929" y="587"/>
                  <a:pt x="6767" y="587"/>
                </a:cubicBezTo>
                <a:lnTo>
                  <a:pt x="293" y="587"/>
                </a:lnTo>
                <a:cubicBezTo>
                  <a:pt x="132" y="587"/>
                  <a:pt x="0" y="455"/>
                  <a:pt x="0" y="293"/>
                </a:cubicBezTo>
                <a:cubicBezTo>
                  <a:pt x="0" y="132"/>
                  <a:pt x="132" y="0"/>
                  <a:pt x="293" y="0"/>
                </a:cubicBezTo>
                <a:close/>
              </a:path>
            </a:pathLst>
          </a:custGeom>
          <a:solidFill>
            <a:srgbClr val="113E6A"/>
          </a:solidFill>
          <a:ln w="9525">
            <a:noFill/>
            <a:round/>
            <a:headEnd/>
            <a:tailEnd/>
          </a:ln>
        </p:spPr>
        <p:txBody>
          <a:bodyPr/>
          <a:lstStyle/>
          <a:p>
            <a:endParaRPr lang="zh-CN" altLang="en-US"/>
          </a:p>
        </p:txBody>
      </p:sp>
      <p:sp>
        <p:nvSpPr>
          <p:cNvPr id="30" name="矩形 13"/>
          <p:cNvSpPr>
            <a:spLocks noChangeArrowheads="1"/>
          </p:cNvSpPr>
          <p:nvPr/>
        </p:nvSpPr>
        <p:spPr bwMode="auto">
          <a:xfrm>
            <a:off x="4083049" y="2779713"/>
            <a:ext cx="2735411" cy="369332"/>
          </a:xfrm>
          <a:prstGeom prst="rect">
            <a:avLst/>
          </a:prstGeom>
          <a:noFill/>
          <a:ln w="9525">
            <a:noFill/>
            <a:miter lim="800000"/>
            <a:headEnd/>
            <a:tailEnd/>
          </a:ln>
        </p:spPr>
        <p:txBody>
          <a:bodyPr wrap="square">
            <a:spAutoFit/>
          </a:bodyPr>
          <a:lstStyle/>
          <a:p>
            <a:pPr eaLnBrk="1" hangingPunct="1"/>
            <a:r>
              <a:rPr lang="zh-CN" altLang="en-US" dirty="0" smtClean="0">
                <a:solidFill>
                  <a:srgbClr val="F8F8F8"/>
                </a:solidFill>
                <a:latin typeface="微软雅黑" pitchFamily="34" charset="-122"/>
                <a:ea typeface="微软雅黑" pitchFamily="34" charset="-122"/>
              </a:rPr>
              <a:t>第三章  系统需求分析</a:t>
            </a:r>
            <a:endParaRPr lang="zh-CN" altLang="en-US" dirty="0">
              <a:solidFill>
                <a:srgbClr val="F8F8F8"/>
              </a:solidFill>
              <a:latin typeface="微软雅黑" pitchFamily="34" charset="-122"/>
              <a:ea typeface="微软雅黑" pitchFamily="34" charset="-122"/>
            </a:endParaRPr>
          </a:p>
        </p:txBody>
      </p:sp>
      <p:sp>
        <p:nvSpPr>
          <p:cNvPr id="31" name="Freeform 8"/>
          <p:cNvSpPr>
            <a:spLocks/>
          </p:cNvSpPr>
          <p:nvPr/>
        </p:nvSpPr>
        <p:spPr bwMode="auto">
          <a:xfrm>
            <a:off x="3921125" y="3530600"/>
            <a:ext cx="5141913" cy="425450"/>
          </a:xfrm>
          <a:custGeom>
            <a:avLst/>
            <a:gdLst>
              <a:gd name="T0" fmla="*/ 2147483646 w 7060"/>
              <a:gd name="T1" fmla="*/ 0 h 587"/>
              <a:gd name="T2" fmla="*/ 2147483646 w 7060"/>
              <a:gd name="T3" fmla="*/ 0 h 587"/>
              <a:gd name="T4" fmla="*/ 2147483646 w 7060"/>
              <a:gd name="T5" fmla="*/ 2147483646 h 587"/>
              <a:gd name="T6" fmla="*/ 2147483646 w 7060"/>
              <a:gd name="T7" fmla="*/ 2147483646 h 587"/>
              <a:gd name="T8" fmla="*/ 2147483646 w 7060"/>
              <a:gd name="T9" fmla="*/ 2147483646 h 587"/>
              <a:gd name="T10" fmla="*/ 2147483646 w 7060"/>
              <a:gd name="T11" fmla="*/ 2147483646 h 587"/>
              <a:gd name="T12" fmla="*/ 0 w 7060"/>
              <a:gd name="T13" fmla="*/ 2147483646 h 587"/>
              <a:gd name="T14" fmla="*/ 0 w 7060"/>
              <a:gd name="T15" fmla="*/ 2147483646 h 587"/>
              <a:gd name="T16" fmla="*/ 2147483646 w 7060"/>
              <a:gd name="T17" fmla="*/ 0 h 5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060" h="587">
                <a:moveTo>
                  <a:pt x="293" y="0"/>
                </a:moveTo>
                <a:lnTo>
                  <a:pt x="6767" y="0"/>
                </a:lnTo>
                <a:cubicBezTo>
                  <a:pt x="6929" y="0"/>
                  <a:pt x="7060" y="132"/>
                  <a:pt x="7060" y="293"/>
                </a:cubicBezTo>
                <a:cubicBezTo>
                  <a:pt x="7060" y="455"/>
                  <a:pt x="6929" y="587"/>
                  <a:pt x="6767" y="587"/>
                </a:cubicBezTo>
                <a:lnTo>
                  <a:pt x="293" y="587"/>
                </a:lnTo>
                <a:cubicBezTo>
                  <a:pt x="132" y="587"/>
                  <a:pt x="0" y="455"/>
                  <a:pt x="0" y="293"/>
                </a:cubicBezTo>
                <a:cubicBezTo>
                  <a:pt x="0" y="132"/>
                  <a:pt x="132" y="0"/>
                  <a:pt x="293" y="0"/>
                </a:cubicBezTo>
                <a:close/>
              </a:path>
            </a:pathLst>
          </a:custGeom>
          <a:solidFill>
            <a:srgbClr val="113E6A"/>
          </a:solidFill>
          <a:ln w="9525">
            <a:noFill/>
            <a:round/>
            <a:headEnd/>
            <a:tailEnd/>
          </a:ln>
        </p:spPr>
        <p:txBody>
          <a:bodyPr/>
          <a:lstStyle/>
          <a:p>
            <a:endParaRPr lang="zh-CN" altLang="en-US"/>
          </a:p>
        </p:txBody>
      </p:sp>
      <p:sp>
        <p:nvSpPr>
          <p:cNvPr id="32" name="矩形 15"/>
          <p:cNvSpPr>
            <a:spLocks noChangeArrowheads="1"/>
          </p:cNvSpPr>
          <p:nvPr/>
        </p:nvSpPr>
        <p:spPr bwMode="auto">
          <a:xfrm>
            <a:off x="4083050" y="3551238"/>
            <a:ext cx="2087338" cy="369332"/>
          </a:xfrm>
          <a:prstGeom prst="rect">
            <a:avLst/>
          </a:prstGeom>
          <a:noFill/>
          <a:ln w="9525">
            <a:noFill/>
            <a:miter lim="800000"/>
            <a:headEnd/>
            <a:tailEnd/>
          </a:ln>
        </p:spPr>
        <p:txBody>
          <a:bodyPr wrap="square">
            <a:spAutoFit/>
          </a:bodyPr>
          <a:lstStyle/>
          <a:p>
            <a:pPr eaLnBrk="1" hangingPunct="1"/>
            <a:r>
              <a:rPr lang="zh-CN" altLang="en-US" dirty="0" smtClean="0">
                <a:solidFill>
                  <a:srgbClr val="F8F8F8"/>
                </a:solidFill>
                <a:latin typeface="微软雅黑" pitchFamily="34" charset="-122"/>
                <a:ea typeface="微软雅黑" pitchFamily="34" charset="-122"/>
              </a:rPr>
              <a:t>第四章  系统设计</a:t>
            </a:r>
            <a:endParaRPr lang="zh-CN" altLang="en-US" dirty="0">
              <a:solidFill>
                <a:srgbClr val="F8F8F8"/>
              </a:solidFill>
              <a:latin typeface="微软雅黑" pitchFamily="34" charset="-122"/>
              <a:ea typeface="微软雅黑" pitchFamily="34" charset="-122"/>
            </a:endParaRPr>
          </a:p>
        </p:txBody>
      </p:sp>
      <p:sp>
        <p:nvSpPr>
          <p:cNvPr id="33" name="Freeform 8"/>
          <p:cNvSpPr>
            <a:spLocks/>
          </p:cNvSpPr>
          <p:nvPr/>
        </p:nvSpPr>
        <p:spPr bwMode="auto">
          <a:xfrm>
            <a:off x="3921125" y="4293096"/>
            <a:ext cx="5141913" cy="425450"/>
          </a:xfrm>
          <a:custGeom>
            <a:avLst/>
            <a:gdLst>
              <a:gd name="T0" fmla="*/ 2147483646 w 7060"/>
              <a:gd name="T1" fmla="*/ 0 h 587"/>
              <a:gd name="T2" fmla="*/ 2147483646 w 7060"/>
              <a:gd name="T3" fmla="*/ 0 h 587"/>
              <a:gd name="T4" fmla="*/ 2147483646 w 7060"/>
              <a:gd name="T5" fmla="*/ 2147483646 h 587"/>
              <a:gd name="T6" fmla="*/ 2147483646 w 7060"/>
              <a:gd name="T7" fmla="*/ 2147483646 h 587"/>
              <a:gd name="T8" fmla="*/ 2147483646 w 7060"/>
              <a:gd name="T9" fmla="*/ 2147483646 h 587"/>
              <a:gd name="T10" fmla="*/ 2147483646 w 7060"/>
              <a:gd name="T11" fmla="*/ 2147483646 h 587"/>
              <a:gd name="T12" fmla="*/ 0 w 7060"/>
              <a:gd name="T13" fmla="*/ 2147483646 h 587"/>
              <a:gd name="T14" fmla="*/ 0 w 7060"/>
              <a:gd name="T15" fmla="*/ 2147483646 h 587"/>
              <a:gd name="T16" fmla="*/ 2147483646 w 7060"/>
              <a:gd name="T17" fmla="*/ 0 h 5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060" h="587">
                <a:moveTo>
                  <a:pt x="293" y="0"/>
                </a:moveTo>
                <a:lnTo>
                  <a:pt x="6767" y="0"/>
                </a:lnTo>
                <a:cubicBezTo>
                  <a:pt x="6929" y="0"/>
                  <a:pt x="7060" y="132"/>
                  <a:pt x="7060" y="293"/>
                </a:cubicBezTo>
                <a:cubicBezTo>
                  <a:pt x="7060" y="455"/>
                  <a:pt x="6929" y="587"/>
                  <a:pt x="6767" y="587"/>
                </a:cubicBezTo>
                <a:lnTo>
                  <a:pt x="293" y="587"/>
                </a:lnTo>
                <a:cubicBezTo>
                  <a:pt x="132" y="587"/>
                  <a:pt x="0" y="455"/>
                  <a:pt x="0" y="293"/>
                </a:cubicBezTo>
                <a:cubicBezTo>
                  <a:pt x="0" y="132"/>
                  <a:pt x="132" y="0"/>
                  <a:pt x="293" y="0"/>
                </a:cubicBezTo>
                <a:close/>
              </a:path>
            </a:pathLst>
          </a:custGeom>
          <a:solidFill>
            <a:srgbClr val="113E6A"/>
          </a:solidFill>
          <a:ln w="9525">
            <a:noFill/>
            <a:round/>
            <a:headEnd/>
            <a:tailEnd/>
          </a:ln>
        </p:spPr>
        <p:txBody>
          <a:bodyPr/>
          <a:lstStyle/>
          <a:p>
            <a:endParaRPr lang="zh-CN" altLang="en-US"/>
          </a:p>
        </p:txBody>
      </p:sp>
      <p:sp>
        <p:nvSpPr>
          <p:cNvPr id="34" name="矩形 15"/>
          <p:cNvSpPr>
            <a:spLocks noChangeArrowheads="1"/>
          </p:cNvSpPr>
          <p:nvPr/>
        </p:nvSpPr>
        <p:spPr bwMode="auto">
          <a:xfrm>
            <a:off x="4083049" y="4313734"/>
            <a:ext cx="2303363" cy="369332"/>
          </a:xfrm>
          <a:prstGeom prst="rect">
            <a:avLst/>
          </a:prstGeom>
          <a:noFill/>
          <a:ln w="9525">
            <a:noFill/>
            <a:miter lim="800000"/>
            <a:headEnd/>
            <a:tailEnd/>
          </a:ln>
        </p:spPr>
        <p:txBody>
          <a:bodyPr wrap="square">
            <a:spAutoFit/>
          </a:bodyPr>
          <a:lstStyle/>
          <a:p>
            <a:pPr eaLnBrk="1" hangingPunct="1"/>
            <a:r>
              <a:rPr lang="zh-CN" altLang="en-US" dirty="0" smtClean="0">
                <a:solidFill>
                  <a:srgbClr val="F8F8F8"/>
                </a:solidFill>
                <a:latin typeface="微软雅黑" pitchFamily="34" charset="-122"/>
                <a:ea typeface="微软雅黑" pitchFamily="34" charset="-122"/>
              </a:rPr>
              <a:t>第五章  系统实现</a:t>
            </a:r>
            <a:endParaRPr lang="zh-CN" altLang="en-US" dirty="0">
              <a:solidFill>
                <a:srgbClr val="F8F8F8"/>
              </a:solidFill>
              <a:latin typeface="微软雅黑" pitchFamily="34" charset="-122"/>
              <a:ea typeface="微软雅黑" pitchFamily="34" charset="-122"/>
            </a:endParaRPr>
          </a:p>
        </p:txBody>
      </p:sp>
      <p:sp>
        <p:nvSpPr>
          <p:cNvPr id="35" name="Freeform 8"/>
          <p:cNvSpPr>
            <a:spLocks/>
          </p:cNvSpPr>
          <p:nvPr/>
        </p:nvSpPr>
        <p:spPr bwMode="auto">
          <a:xfrm>
            <a:off x="3921125" y="5805264"/>
            <a:ext cx="5141913" cy="425450"/>
          </a:xfrm>
          <a:custGeom>
            <a:avLst/>
            <a:gdLst>
              <a:gd name="T0" fmla="*/ 2147483646 w 7060"/>
              <a:gd name="T1" fmla="*/ 0 h 587"/>
              <a:gd name="T2" fmla="*/ 2147483646 w 7060"/>
              <a:gd name="T3" fmla="*/ 0 h 587"/>
              <a:gd name="T4" fmla="*/ 2147483646 w 7060"/>
              <a:gd name="T5" fmla="*/ 2147483646 h 587"/>
              <a:gd name="T6" fmla="*/ 2147483646 w 7060"/>
              <a:gd name="T7" fmla="*/ 2147483646 h 587"/>
              <a:gd name="T8" fmla="*/ 2147483646 w 7060"/>
              <a:gd name="T9" fmla="*/ 2147483646 h 587"/>
              <a:gd name="T10" fmla="*/ 2147483646 w 7060"/>
              <a:gd name="T11" fmla="*/ 2147483646 h 587"/>
              <a:gd name="T12" fmla="*/ 0 w 7060"/>
              <a:gd name="T13" fmla="*/ 2147483646 h 587"/>
              <a:gd name="T14" fmla="*/ 0 w 7060"/>
              <a:gd name="T15" fmla="*/ 2147483646 h 587"/>
              <a:gd name="T16" fmla="*/ 2147483646 w 7060"/>
              <a:gd name="T17" fmla="*/ 0 h 5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060" h="587">
                <a:moveTo>
                  <a:pt x="293" y="0"/>
                </a:moveTo>
                <a:lnTo>
                  <a:pt x="6767" y="0"/>
                </a:lnTo>
                <a:cubicBezTo>
                  <a:pt x="6929" y="0"/>
                  <a:pt x="7060" y="132"/>
                  <a:pt x="7060" y="293"/>
                </a:cubicBezTo>
                <a:cubicBezTo>
                  <a:pt x="7060" y="455"/>
                  <a:pt x="6929" y="587"/>
                  <a:pt x="6767" y="587"/>
                </a:cubicBezTo>
                <a:lnTo>
                  <a:pt x="293" y="587"/>
                </a:lnTo>
                <a:cubicBezTo>
                  <a:pt x="132" y="587"/>
                  <a:pt x="0" y="455"/>
                  <a:pt x="0" y="293"/>
                </a:cubicBezTo>
                <a:cubicBezTo>
                  <a:pt x="0" y="132"/>
                  <a:pt x="132" y="0"/>
                  <a:pt x="293" y="0"/>
                </a:cubicBezTo>
                <a:close/>
              </a:path>
            </a:pathLst>
          </a:custGeom>
          <a:solidFill>
            <a:srgbClr val="113E6A"/>
          </a:solidFill>
          <a:ln w="9525">
            <a:noFill/>
            <a:round/>
            <a:headEnd/>
            <a:tailEnd/>
          </a:ln>
        </p:spPr>
        <p:txBody>
          <a:bodyPr/>
          <a:lstStyle/>
          <a:p>
            <a:endParaRPr lang="zh-CN" altLang="en-US"/>
          </a:p>
        </p:txBody>
      </p:sp>
      <p:sp>
        <p:nvSpPr>
          <p:cNvPr id="37" name="Freeform 8"/>
          <p:cNvSpPr>
            <a:spLocks/>
          </p:cNvSpPr>
          <p:nvPr/>
        </p:nvSpPr>
        <p:spPr bwMode="auto">
          <a:xfrm>
            <a:off x="3878263" y="5085184"/>
            <a:ext cx="5141913" cy="425450"/>
          </a:xfrm>
          <a:custGeom>
            <a:avLst/>
            <a:gdLst>
              <a:gd name="T0" fmla="*/ 2147483646 w 7060"/>
              <a:gd name="T1" fmla="*/ 0 h 587"/>
              <a:gd name="T2" fmla="*/ 2147483646 w 7060"/>
              <a:gd name="T3" fmla="*/ 0 h 587"/>
              <a:gd name="T4" fmla="*/ 2147483646 w 7060"/>
              <a:gd name="T5" fmla="*/ 2147483646 h 587"/>
              <a:gd name="T6" fmla="*/ 2147483646 w 7060"/>
              <a:gd name="T7" fmla="*/ 2147483646 h 587"/>
              <a:gd name="T8" fmla="*/ 2147483646 w 7060"/>
              <a:gd name="T9" fmla="*/ 2147483646 h 587"/>
              <a:gd name="T10" fmla="*/ 2147483646 w 7060"/>
              <a:gd name="T11" fmla="*/ 2147483646 h 587"/>
              <a:gd name="T12" fmla="*/ 0 w 7060"/>
              <a:gd name="T13" fmla="*/ 2147483646 h 587"/>
              <a:gd name="T14" fmla="*/ 0 w 7060"/>
              <a:gd name="T15" fmla="*/ 2147483646 h 587"/>
              <a:gd name="T16" fmla="*/ 2147483646 w 7060"/>
              <a:gd name="T17" fmla="*/ 0 h 5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060" h="587">
                <a:moveTo>
                  <a:pt x="293" y="0"/>
                </a:moveTo>
                <a:lnTo>
                  <a:pt x="6767" y="0"/>
                </a:lnTo>
                <a:cubicBezTo>
                  <a:pt x="6929" y="0"/>
                  <a:pt x="7060" y="132"/>
                  <a:pt x="7060" y="293"/>
                </a:cubicBezTo>
                <a:cubicBezTo>
                  <a:pt x="7060" y="455"/>
                  <a:pt x="6929" y="587"/>
                  <a:pt x="6767" y="587"/>
                </a:cubicBezTo>
                <a:lnTo>
                  <a:pt x="293" y="587"/>
                </a:lnTo>
                <a:cubicBezTo>
                  <a:pt x="132" y="587"/>
                  <a:pt x="0" y="455"/>
                  <a:pt x="0" y="293"/>
                </a:cubicBezTo>
                <a:cubicBezTo>
                  <a:pt x="0" y="132"/>
                  <a:pt x="132" y="0"/>
                  <a:pt x="293" y="0"/>
                </a:cubicBezTo>
                <a:close/>
              </a:path>
            </a:pathLst>
          </a:custGeom>
          <a:solidFill>
            <a:srgbClr val="113E6A"/>
          </a:solidFill>
          <a:ln w="9525">
            <a:noFill/>
            <a:round/>
            <a:headEnd/>
            <a:tailEnd/>
          </a:ln>
        </p:spPr>
        <p:txBody>
          <a:bodyPr/>
          <a:lstStyle/>
          <a:p>
            <a:endParaRPr lang="zh-CN" altLang="en-US"/>
          </a:p>
        </p:txBody>
      </p:sp>
      <p:sp>
        <p:nvSpPr>
          <p:cNvPr id="38" name="矩形 15"/>
          <p:cNvSpPr>
            <a:spLocks noChangeArrowheads="1"/>
          </p:cNvSpPr>
          <p:nvPr/>
        </p:nvSpPr>
        <p:spPr bwMode="auto">
          <a:xfrm>
            <a:off x="4083050" y="5085184"/>
            <a:ext cx="2303363" cy="369332"/>
          </a:xfrm>
          <a:prstGeom prst="rect">
            <a:avLst/>
          </a:prstGeom>
          <a:noFill/>
          <a:ln w="9525">
            <a:noFill/>
            <a:miter lim="800000"/>
            <a:headEnd/>
            <a:tailEnd/>
          </a:ln>
        </p:spPr>
        <p:txBody>
          <a:bodyPr wrap="square">
            <a:spAutoFit/>
          </a:bodyPr>
          <a:lstStyle/>
          <a:p>
            <a:pPr eaLnBrk="1" hangingPunct="1"/>
            <a:r>
              <a:rPr lang="zh-CN" altLang="en-US" dirty="0" smtClean="0">
                <a:solidFill>
                  <a:srgbClr val="F8F8F8"/>
                </a:solidFill>
                <a:latin typeface="微软雅黑" pitchFamily="34" charset="-122"/>
                <a:ea typeface="微软雅黑" pitchFamily="34" charset="-122"/>
              </a:rPr>
              <a:t>第六章  系统测试</a:t>
            </a:r>
            <a:endParaRPr lang="zh-CN" altLang="en-US" dirty="0">
              <a:solidFill>
                <a:srgbClr val="F8F8F8"/>
              </a:solidFill>
              <a:latin typeface="微软雅黑" pitchFamily="34" charset="-122"/>
              <a:ea typeface="微软雅黑" pitchFamily="34" charset="-122"/>
            </a:endParaRPr>
          </a:p>
        </p:txBody>
      </p:sp>
      <p:sp>
        <p:nvSpPr>
          <p:cNvPr id="39" name="矩形 15"/>
          <p:cNvSpPr>
            <a:spLocks noChangeArrowheads="1"/>
          </p:cNvSpPr>
          <p:nvPr/>
        </p:nvSpPr>
        <p:spPr bwMode="auto">
          <a:xfrm>
            <a:off x="4083049" y="5805264"/>
            <a:ext cx="2303363" cy="369332"/>
          </a:xfrm>
          <a:prstGeom prst="rect">
            <a:avLst/>
          </a:prstGeom>
          <a:noFill/>
          <a:ln w="9525">
            <a:noFill/>
            <a:miter lim="800000"/>
            <a:headEnd/>
            <a:tailEnd/>
          </a:ln>
        </p:spPr>
        <p:txBody>
          <a:bodyPr wrap="square">
            <a:spAutoFit/>
          </a:bodyPr>
          <a:lstStyle/>
          <a:p>
            <a:pPr eaLnBrk="1" hangingPunct="1"/>
            <a:r>
              <a:rPr lang="zh-CN" altLang="en-US" dirty="0" smtClean="0">
                <a:solidFill>
                  <a:srgbClr val="F8F8F8"/>
                </a:solidFill>
                <a:latin typeface="微软雅黑" pitchFamily="34" charset="-122"/>
                <a:ea typeface="微软雅黑" pitchFamily="34" charset="-122"/>
              </a:rPr>
              <a:t>第七章  总结与展望</a:t>
            </a:r>
            <a:endParaRPr lang="zh-CN" altLang="en-US" dirty="0">
              <a:solidFill>
                <a:srgbClr val="F8F8F8"/>
              </a:solidFill>
              <a:latin typeface="微软雅黑" pitchFamily="34" charset="-122"/>
              <a:ea typeface="微软雅黑" pitchFamily="34"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16387"/>
                                        </p:tgtEl>
                                        <p:attrNameLst>
                                          <p:attrName>style.visibility</p:attrName>
                                        </p:attrNameLst>
                                      </p:cBhvr>
                                      <p:to>
                                        <p:strVal val="visible"/>
                                      </p:to>
                                    </p:set>
                                    <p:anim calcmode="lin" valueType="num">
                                      <p:cBhvr>
                                        <p:cTn id="7" dur="300" fill="hold"/>
                                        <p:tgtEl>
                                          <p:spTgt spid="16387"/>
                                        </p:tgtEl>
                                        <p:attrNameLst>
                                          <p:attrName>ppt_w</p:attrName>
                                        </p:attrNameLst>
                                      </p:cBhvr>
                                      <p:tavLst>
                                        <p:tav tm="0">
                                          <p:val>
                                            <p:fltVal val="0"/>
                                          </p:val>
                                        </p:tav>
                                        <p:tav tm="100000">
                                          <p:val>
                                            <p:strVal val="#ppt_w"/>
                                          </p:val>
                                        </p:tav>
                                      </p:tavLst>
                                    </p:anim>
                                    <p:anim calcmode="lin" valueType="num">
                                      <p:cBhvr>
                                        <p:cTn id="8" dur="300" fill="hold"/>
                                        <p:tgtEl>
                                          <p:spTgt spid="16387"/>
                                        </p:tgtEl>
                                        <p:attrNameLst>
                                          <p:attrName>ppt_h</p:attrName>
                                        </p:attrNameLst>
                                      </p:cBhvr>
                                      <p:tavLst>
                                        <p:tav tm="0">
                                          <p:val>
                                            <p:fltVal val="0"/>
                                          </p:val>
                                        </p:tav>
                                        <p:tav tm="100000">
                                          <p:val>
                                            <p:strVal val="#ppt_h"/>
                                          </p:val>
                                        </p:tav>
                                      </p:tavLst>
                                    </p:anim>
                                    <p:anim calcmode="lin" valueType="num">
                                      <p:cBhvr>
                                        <p:cTn id="9" dur="300" fill="hold"/>
                                        <p:tgtEl>
                                          <p:spTgt spid="16387"/>
                                        </p:tgtEl>
                                        <p:attrNameLst>
                                          <p:attrName>style.rotation</p:attrName>
                                        </p:attrNameLst>
                                      </p:cBhvr>
                                      <p:tavLst>
                                        <p:tav tm="0">
                                          <p:val>
                                            <p:fltVal val="90"/>
                                          </p:val>
                                        </p:tav>
                                        <p:tav tm="100000">
                                          <p:val>
                                            <p:fltVal val="0"/>
                                          </p:val>
                                        </p:tav>
                                      </p:tavLst>
                                    </p:anim>
                                    <p:animEffect transition="in" filter="fade">
                                      <p:cBhvr>
                                        <p:cTn id="10" dur="300"/>
                                        <p:tgtEl>
                                          <p:spTgt spid="16387"/>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6386"/>
                                        </p:tgtEl>
                                        <p:attrNameLst>
                                          <p:attrName>style.visibility</p:attrName>
                                        </p:attrNameLst>
                                      </p:cBhvr>
                                      <p:to>
                                        <p:strVal val="visible"/>
                                      </p:to>
                                    </p:set>
                                    <p:anim calcmode="lin" valueType="num">
                                      <p:cBhvr>
                                        <p:cTn id="14" dur="400" fill="hold"/>
                                        <p:tgtEl>
                                          <p:spTgt spid="16386"/>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6386"/>
                                        </p:tgtEl>
                                        <p:attrNameLst>
                                          <p:attrName>ppt_y</p:attrName>
                                        </p:attrNameLst>
                                      </p:cBhvr>
                                      <p:tavLst>
                                        <p:tav tm="0">
                                          <p:val>
                                            <p:strVal val="#ppt_y"/>
                                          </p:val>
                                        </p:tav>
                                        <p:tav tm="100000">
                                          <p:val>
                                            <p:strVal val="#ppt_y"/>
                                          </p:val>
                                        </p:tav>
                                      </p:tavLst>
                                    </p:anim>
                                    <p:anim calcmode="lin" valueType="num">
                                      <p:cBhvr>
                                        <p:cTn id="16" dur="400" fill="hold"/>
                                        <p:tgtEl>
                                          <p:spTgt spid="16386"/>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6386"/>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6386"/>
                                        </p:tgtEl>
                                      </p:cBhvr>
                                    </p:animEffect>
                                  </p:childTnLst>
                                </p:cTn>
                              </p:par>
                            </p:childTnLst>
                          </p:cTn>
                        </p:par>
                        <p:par>
                          <p:cTn id="19" fill="hold">
                            <p:stCondLst>
                              <p:cond delay="1140"/>
                            </p:stCondLst>
                            <p:childTnLst>
                              <p:par>
                                <p:cTn id="20" presetID="52" presetClass="entr" presetSubtype="0" fill="hold" grpId="0" nodeType="afterEffect">
                                  <p:stCondLst>
                                    <p:cond delay="0"/>
                                  </p:stCondLst>
                                  <p:childTnLst>
                                    <p:set>
                                      <p:cBhvr>
                                        <p:cTn id="21" dur="1" fill="hold">
                                          <p:stCondLst>
                                            <p:cond delay="0"/>
                                          </p:stCondLst>
                                        </p:cTn>
                                        <p:tgtEl>
                                          <p:spTgt spid="23"/>
                                        </p:tgtEl>
                                        <p:attrNameLst>
                                          <p:attrName>style.visibility</p:attrName>
                                        </p:attrNameLst>
                                      </p:cBhvr>
                                      <p:to>
                                        <p:strVal val="visible"/>
                                      </p:to>
                                    </p:set>
                                    <p:animScale>
                                      <p:cBhvr>
                                        <p:cTn id="22" dur="1000" decel="50000" fill="hold">
                                          <p:stCondLst>
                                            <p:cond delay="0"/>
                                          </p:stCondLst>
                                        </p:cTn>
                                        <p:tgtEl>
                                          <p:spTgt spid="23"/>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23" dur="1000" decel="50000" fill="hold">
                                          <p:stCondLst>
                                            <p:cond delay="0"/>
                                          </p:stCondLst>
                                        </p:cTn>
                                        <p:tgtEl>
                                          <p:spTgt spid="23"/>
                                        </p:tgtEl>
                                        <p:attrNameLst>
                                          <p:attrName>ppt_x,ppt_y</p:attrName>
                                        </p:attrNameLst>
                                      </p:cBhvr>
                                      <p:rCtr x="0" y="0"/>
                                    </p:animMotion>
                                    <p:animEffect transition="in" filter="fade">
                                      <p:cBhvr>
                                        <p:cTn id="24" dur="1000"/>
                                        <p:tgtEl>
                                          <p:spTgt spid="23"/>
                                        </p:tgtEl>
                                      </p:cBhvr>
                                    </p:animEffect>
                                  </p:childTnLst>
                                </p:cTn>
                              </p:par>
                              <p:par>
                                <p:cTn id="25" presetID="52"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animScale>
                                      <p:cBhvr>
                                        <p:cTn id="27" dur="1000" decel="50000" fill="hold">
                                          <p:stCondLst>
                                            <p:cond delay="0"/>
                                          </p:stCondLst>
                                        </p:cTn>
                                        <p:tgtEl>
                                          <p:spTgt spid="2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28" dur="1000" decel="50000" fill="hold">
                                          <p:stCondLst>
                                            <p:cond delay="0"/>
                                          </p:stCondLst>
                                        </p:cTn>
                                        <p:tgtEl>
                                          <p:spTgt spid="24"/>
                                        </p:tgtEl>
                                        <p:attrNameLst>
                                          <p:attrName>ppt_x,ppt_y</p:attrName>
                                        </p:attrNameLst>
                                      </p:cBhvr>
                                      <p:rCtr x="0" y="0"/>
                                    </p:animMotion>
                                    <p:animEffect transition="in" filter="fade">
                                      <p:cBhvr>
                                        <p:cTn id="29" dur="1000"/>
                                        <p:tgtEl>
                                          <p:spTgt spid="24"/>
                                        </p:tgtEl>
                                      </p:cBhvr>
                                    </p:animEffect>
                                  </p:childTnLst>
                                </p:cTn>
                              </p:par>
                            </p:childTnLst>
                          </p:cTn>
                        </p:par>
                        <p:par>
                          <p:cTn id="30" fill="hold">
                            <p:stCondLst>
                              <p:cond delay="2140"/>
                            </p:stCondLst>
                            <p:childTnLst>
                              <p:par>
                                <p:cTn id="31" presetID="16" presetClass="entr" presetSubtype="42" fill="hold" grpId="0" nodeType="after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barn(outHorizontal)">
                                      <p:cBhvr>
                                        <p:cTn id="33" dur="500"/>
                                        <p:tgtEl>
                                          <p:spTgt spid="22"/>
                                        </p:tgtEl>
                                      </p:cBhvr>
                                    </p:animEffect>
                                  </p:childTnLst>
                                </p:cTn>
                              </p:par>
                            </p:childTnLst>
                          </p:cTn>
                        </p:par>
                        <p:par>
                          <p:cTn id="34" fill="hold">
                            <p:stCondLst>
                              <p:cond delay="2640"/>
                            </p:stCondLst>
                            <p:childTnLst>
                              <p:par>
                                <p:cTn id="35" presetID="22" presetClass="entr" presetSubtype="8" fill="hold" grpId="0" nodeType="after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wipe(left)">
                                      <p:cBhvr>
                                        <p:cTn id="37" dur="500"/>
                                        <p:tgtEl>
                                          <p:spTgt spid="25"/>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wipe(left)">
                                      <p:cBhvr>
                                        <p:cTn id="40" dur="500"/>
                                        <p:tgtEl>
                                          <p:spTgt spid="26"/>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wipe(left)">
                                      <p:cBhvr>
                                        <p:cTn id="43" dur="500"/>
                                        <p:tgtEl>
                                          <p:spTgt spid="27"/>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wipe(left)">
                                      <p:cBhvr>
                                        <p:cTn id="46" dur="500"/>
                                        <p:tgtEl>
                                          <p:spTgt spid="28"/>
                                        </p:tgtEl>
                                      </p:cBhvr>
                                    </p:animEffect>
                                  </p:childTnLst>
                                </p:cTn>
                              </p:par>
                              <p:par>
                                <p:cTn id="47" presetID="22" presetClass="entr" presetSubtype="8" fill="hold" grpId="0" nodeType="withEffect">
                                  <p:stCondLst>
                                    <p:cond delay="300"/>
                                  </p:stCondLst>
                                  <p:childTnLst>
                                    <p:set>
                                      <p:cBhvr>
                                        <p:cTn id="48" dur="1" fill="hold">
                                          <p:stCondLst>
                                            <p:cond delay="0"/>
                                          </p:stCondLst>
                                        </p:cTn>
                                        <p:tgtEl>
                                          <p:spTgt spid="29"/>
                                        </p:tgtEl>
                                        <p:attrNameLst>
                                          <p:attrName>style.visibility</p:attrName>
                                        </p:attrNameLst>
                                      </p:cBhvr>
                                      <p:to>
                                        <p:strVal val="visible"/>
                                      </p:to>
                                    </p:set>
                                    <p:animEffect transition="in" filter="wipe(left)">
                                      <p:cBhvr>
                                        <p:cTn id="49" dur="500"/>
                                        <p:tgtEl>
                                          <p:spTgt spid="29"/>
                                        </p:tgtEl>
                                      </p:cBhvr>
                                    </p:animEffect>
                                  </p:childTnLst>
                                </p:cTn>
                              </p:par>
                              <p:par>
                                <p:cTn id="50" presetID="22" presetClass="entr" presetSubtype="8" fill="hold" grpId="0" nodeType="withEffect">
                                  <p:stCondLst>
                                    <p:cond delay="300"/>
                                  </p:stCondLst>
                                  <p:childTnLst>
                                    <p:set>
                                      <p:cBhvr>
                                        <p:cTn id="51" dur="1" fill="hold">
                                          <p:stCondLst>
                                            <p:cond delay="0"/>
                                          </p:stCondLst>
                                        </p:cTn>
                                        <p:tgtEl>
                                          <p:spTgt spid="30"/>
                                        </p:tgtEl>
                                        <p:attrNameLst>
                                          <p:attrName>style.visibility</p:attrName>
                                        </p:attrNameLst>
                                      </p:cBhvr>
                                      <p:to>
                                        <p:strVal val="visible"/>
                                      </p:to>
                                    </p:set>
                                    <p:animEffect transition="in" filter="wipe(left)">
                                      <p:cBhvr>
                                        <p:cTn id="52" dur="500"/>
                                        <p:tgtEl>
                                          <p:spTgt spid="30"/>
                                        </p:tgtEl>
                                      </p:cBhvr>
                                    </p:animEffect>
                                  </p:childTnLst>
                                </p:cTn>
                              </p:par>
                              <p:par>
                                <p:cTn id="53" presetID="22" presetClass="entr" presetSubtype="8" fill="hold" grpId="0" nodeType="withEffect">
                                  <p:stCondLst>
                                    <p:cond delay="400"/>
                                  </p:stCondLst>
                                  <p:childTnLst>
                                    <p:set>
                                      <p:cBhvr>
                                        <p:cTn id="54" dur="1" fill="hold">
                                          <p:stCondLst>
                                            <p:cond delay="0"/>
                                          </p:stCondLst>
                                        </p:cTn>
                                        <p:tgtEl>
                                          <p:spTgt spid="31"/>
                                        </p:tgtEl>
                                        <p:attrNameLst>
                                          <p:attrName>style.visibility</p:attrName>
                                        </p:attrNameLst>
                                      </p:cBhvr>
                                      <p:to>
                                        <p:strVal val="visible"/>
                                      </p:to>
                                    </p:set>
                                    <p:animEffect transition="in" filter="wipe(left)">
                                      <p:cBhvr>
                                        <p:cTn id="55" dur="500"/>
                                        <p:tgtEl>
                                          <p:spTgt spid="31"/>
                                        </p:tgtEl>
                                      </p:cBhvr>
                                    </p:animEffect>
                                  </p:childTnLst>
                                </p:cTn>
                              </p:par>
                              <p:par>
                                <p:cTn id="56" presetID="22" presetClass="entr" presetSubtype="8" fill="hold" grpId="0" nodeType="withEffect">
                                  <p:stCondLst>
                                    <p:cond delay="400"/>
                                  </p:stCondLst>
                                  <p:childTnLst>
                                    <p:set>
                                      <p:cBhvr>
                                        <p:cTn id="57" dur="1" fill="hold">
                                          <p:stCondLst>
                                            <p:cond delay="0"/>
                                          </p:stCondLst>
                                        </p:cTn>
                                        <p:tgtEl>
                                          <p:spTgt spid="32"/>
                                        </p:tgtEl>
                                        <p:attrNameLst>
                                          <p:attrName>style.visibility</p:attrName>
                                        </p:attrNameLst>
                                      </p:cBhvr>
                                      <p:to>
                                        <p:strVal val="visible"/>
                                      </p:to>
                                    </p:set>
                                    <p:animEffect transition="in" filter="wipe(left)">
                                      <p:cBhvr>
                                        <p:cTn id="58" dur="500"/>
                                        <p:tgtEl>
                                          <p:spTgt spid="32"/>
                                        </p:tgtEl>
                                      </p:cBhvr>
                                    </p:animEffect>
                                  </p:childTnLst>
                                </p:cTn>
                              </p:par>
                              <p:par>
                                <p:cTn id="59" presetID="22" presetClass="entr" presetSubtype="8" fill="hold" grpId="0" nodeType="withEffect">
                                  <p:stCondLst>
                                    <p:cond delay="400"/>
                                  </p:stCondLst>
                                  <p:childTnLst>
                                    <p:set>
                                      <p:cBhvr>
                                        <p:cTn id="60" dur="1" fill="hold">
                                          <p:stCondLst>
                                            <p:cond delay="0"/>
                                          </p:stCondLst>
                                        </p:cTn>
                                        <p:tgtEl>
                                          <p:spTgt spid="33"/>
                                        </p:tgtEl>
                                        <p:attrNameLst>
                                          <p:attrName>style.visibility</p:attrName>
                                        </p:attrNameLst>
                                      </p:cBhvr>
                                      <p:to>
                                        <p:strVal val="visible"/>
                                      </p:to>
                                    </p:set>
                                    <p:animEffect transition="in" filter="wipe(left)">
                                      <p:cBhvr>
                                        <p:cTn id="61" dur="500"/>
                                        <p:tgtEl>
                                          <p:spTgt spid="33"/>
                                        </p:tgtEl>
                                      </p:cBhvr>
                                    </p:animEffect>
                                  </p:childTnLst>
                                </p:cTn>
                              </p:par>
                              <p:par>
                                <p:cTn id="62" presetID="22" presetClass="entr" presetSubtype="8" fill="hold" grpId="0" nodeType="withEffect">
                                  <p:stCondLst>
                                    <p:cond delay="400"/>
                                  </p:stCondLst>
                                  <p:childTnLst>
                                    <p:set>
                                      <p:cBhvr>
                                        <p:cTn id="63" dur="1" fill="hold">
                                          <p:stCondLst>
                                            <p:cond delay="0"/>
                                          </p:stCondLst>
                                        </p:cTn>
                                        <p:tgtEl>
                                          <p:spTgt spid="34"/>
                                        </p:tgtEl>
                                        <p:attrNameLst>
                                          <p:attrName>style.visibility</p:attrName>
                                        </p:attrNameLst>
                                      </p:cBhvr>
                                      <p:to>
                                        <p:strVal val="visible"/>
                                      </p:to>
                                    </p:set>
                                    <p:animEffect transition="in" filter="wipe(left)">
                                      <p:cBhvr>
                                        <p:cTn id="64" dur="500"/>
                                        <p:tgtEl>
                                          <p:spTgt spid="34"/>
                                        </p:tgtEl>
                                      </p:cBhvr>
                                    </p:animEffect>
                                  </p:childTnLst>
                                </p:cTn>
                              </p:par>
                              <p:par>
                                <p:cTn id="65" presetID="22" presetClass="entr" presetSubtype="8" fill="hold" grpId="0" nodeType="withEffect">
                                  <p:stCondLst>
                                    <p:cond delay="400"/>
                                  </p:stCondLst>
                                  <p:childTnLst>
                                    <p:set>
                                      <p:cBhvr>
                                        <p:cTn id="66" dur="1" fill="hold">
                                          <p:stCondLst>
                                            <p:cond delay="0"/>
                                          </p:stCondLst>
                                        </p:cTn>
                                        <p:tgtEl>
                                          <p:spTgt spid="35"/>
                                        </p:tgtEl>
                                        <p:attrNameLst>
                                          <p:attrName>style.visibility</p:attrName>
                                        </p:attrNameLst>
                                      </p:cBhvr>
                                      <p:to>
                                        <p:strVal val="visible"/>
                                      </p:to>
                                    </p:set>
                                    <p:animEffect transition="in" filter="wipe(left)">
                                      <p:cBhvr>
                                        <p:cTn id="67" dur="500"/>
                                        <p:tgtEl>
                                          <p:spTgt spid="35"/>
                                        </p:tgtEl>
                                      </p:cBhvr>
                                    </p:animEffect>
                                  </p:childTnLst>
                                </p:cTn>
                              </p:par>
                              <p:par>
                                <p:cTn id="68" presetID="22" presetClass="entr" presetSubtype="8" fill="hold" grpId="0" nodeType="withEffect">
                                  <p:stCondLst>
                                    <p:cond delay="400"/>
                                  </p:stCondLst>
                                  <p:childTnLst>
                                    <p:set>
                                      <p:cBhvr>
                                        <p:cTn id="69" dur="1" fill="hold">
                                          <p:stCondLst>
                                            <p:cond delay="0"/>
                                          </p:stCondLst>
                                        </p:cTn>
                                        <p:tgtEl>
                                          <p:spTgt spid="37"/>
                                        </p:tgtEl>
                                        <p:attrNameLst>
                                          <p:attrName>style.visibility</p:attrName>
                                        </p:attrNameLst>
                                      </p:cBhvr>
                                      <p:to>
                                        <p:strVal val="visible"/>
                                      </p:to>
                                    </p:set>
                                    <p:animEffect transition="in" filter="wipe(left)">
                                      <p:cBhvr>
                                        <p:cTn id="70" dur="500"/>
                                        <p:tgtEl>
                                          <p:spTgt spid="37"/>
                                        </p:tgtEl>
                                      </p:cBhvr>
                                    </p:animEffect>
                                  </p:childTnLst>
                                </p:cTn>
                              </p:par>
                              <p:par>
                                <p:cTn id="71" presetID="22" presetClass="entr" presetSubtype="8" fill="hold" grpId="0" nodeType="withEffect">
                                  <p:stCondLst>
                                    <p:cond delay="400"/>
                                  </p:stCondLst>
                                  <p:childTnLst>
                                    <p:set>
                                      <p:cBhvr>
                                        <p:cTn id="72" dur="1" fill="hold">
                                          <p:stCondLst>
                                            <p:cond delay="0"/>
                                          </p:stCondLst>
                                        </p:cTn>
                                        <p:tgtEl>
                                          <p:spTgt spid="38"/>
                                        </p:tgtEl>
                                        <p:attrNameLst>
                                          <p:attrName>style.visibility</p:attrName>
                                        </p:attrNameLst>
                                      </p:cBhvr>
                                      <p:to>
                                        <p:strVal val="visible"/>
                                      </p:to>
                                    </p:set>
                                    <p:animEffect transition="in" filter="wipe(left)">
                                      <p:cBhvr>
                                        <p:cTn id="73" dur="500"/>
                                        <p:tgtEl>
                                          <p:spTgt spid="38"/>
                                        </p:tgtEl>
                                      </p:cBhvr>
                                    </p:animEffect>
                                  </p:childTnLst>
                                </p:cTn>
                              </p:par>
                              <p:par>
                                <p:cTn id="74" presetID="22" presetClass="entr" presetSubtype="8" fill="hold" grpId="0" nodeType="withEffect">
                                  <p:stCondLst>
                                    <p:cond delay="400"/>
                                  </p:stCondLst>
                                  <p:childTnLst>
                                    <p:set>
                                      <p:cBhvr>
                                        <p:cTn id="75" dur="1" fill="hold">
                                          <p:stCondLst>
                                            <p:cond delay="0"/>
                                          </p:stCondLst>
                                        </p:cTn>
                                        <p:tgtEl>
                                          <p:spTgt spid="39"/>
                                        </p:tgtEl>
                                        <p:attrNameLst>
                                          <p:attrName>style.visibility</p:attrName>
                                        </p:attrNameLst>
                                      </p:cBhvr>
                                      <p:to>
                                        <p:strVal val="visible"/>
                                      </p:to>
                                    </p:set>
                                    <p:animEffect transition="in" filter="wipe(left)">
                                      <p:cBhvr>
                                        <p:cTn id="76"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autoUpdateAnimBg="0"/>
      <p:bldP spid="16387" grpId="0" animBg="1"/>
      <p:bldP spid="22" grpId="0" animBg="1"/>
      <p:bldP spid="23" grpId="0" animBg="1" autoUpdateAnimBg="0"/>
      <p:bldP spid="24" grpId="0" autoUpdateAnimBg="0"/>
      <p:bldP spid="25" grpId="0" animBg="1"/>
      <p:bldP spid="26" grpId="0" autoUpdateAnimBg="0"/>
      <p:bldP spid="27" grpId="0" animBg="1"/>
      <p:bldP spid="28" grpId="0" autoUpdateAnimBg="0"/>
      <p:bldP spid="29" grpId="0" animBg="1"/>
      <p:bldP spid="30" grpId="0" autoUpdateAnimBg="0"/>
      <p:bldP spid="31" grpId="0" animBg="1"/>
      <p:bldP spid="32" grpId="0" autoUpdateAnimBg="0"/>
      <p:bldP spid="33" grpId="0" animBg="1"/>
      <p:bldP spid="34" grpId="0" autoUpdateAnimBg="0"/>
      <p:bldP spid="35" grpId="0" animBg="1"/>
      <p:bldP spid="37" grpId="0" animBg="1"/>
      <p:bldP spid="38" grpId="0" autoUpdateAnimBg="0"/>
      <p:bldP spid="39"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7410" name="Oval 5"/>
          <p:cNvSpPr>
            <a:spLocks noChangeArrowheads="1"/>
          </p:cNvSpPr>
          <p:nvPr/>
        </p:nvSpPr>
        <p:spPr bwMode="auto">
          <a:xfrm>
            <a:off x="4062413" y="627063"/>
            <a:ext cx="4141787" cy="4144962"/>
          </a:xfrm>
          <a:prstGeom prst="ellipse">
            <a:avLst/>
          </a:prstGeom>
          <a:solidFill>
            <a:srgbClr val="FFFFFF"/>
          </a:solidFill>
          <a:ln w="9525">
            <a:noFill/>
            <a:round/>
            <a:headEnd/>
            <a:tailEnd/>
          </a:ln>
        </p:spPr>
        <p:txBody>
          <a:bodyPr/>
          <a:lstStyle/>
          <a:p>
            <a:pPr eaLnBrk="1" hangingPunct="1"/>
            <a:endParaRPr lang="zh-CN" altLang="en-US">
              <a:solidFill>
                <a:srgbClr val="004C54"/>
              </a:solidFill>
            </a:endParaRPr>
          </a:p>
        </p:txBody>
      </p:sp>
      <p:sp>
        <p:nvSpPr>
          <p:cNvPr id="17411" name="Line 12"/>
          <p:cNvSpPr>
            <a:spLocks noChangeShapeType="1"/>
          </p:cNvSpPr>
          <p:nvPr/>
        </p:nvSpPr>
        <p:spPr bwMode="auto">
          <a:xfrm>
            <a:off x="4195763" y="2740025"/>
            <a:ext cx="3808412" cy="0"/>
          </a:xfrm>
          <a:prstGeom prst="line">
            <a:avLst/>
          </a:prstGeom>
          <a:noFill/>
          <a:ln w="12700">
            <a:solidFill>
              <a:schemeClr val="bg2"/>
            </a:solidFill>
            <a:round/>
            <a:headEnd/>
            <a:tailEnd/>
          </a:ln>
        </p:spPr>
        <p:txBody>
          <a:bodyPr/>
          <a:lstStyle/>
          <a:p>
            <a:endParaRPr lang="zh-CN" altLang="en-US"/>
          </a:p>
        </p:txBody>
      </p:sp>
      <p:sp>
        <p:nvSpPr>
          <p:cNvPr id="17412" name="TextBox 77"/>
          <p:cNvSpPr txBox="1">
            <a:spLocks noChangeArrowheads="1"/>
          </p:cNvSpPr>
          <p:nvPr/>
        </p:nvSpPr>
        <p:spPr bwMode="auto">
          <a:xfrm>
            <a:off x="4370189" y="2852738"/>
            <a:ext cx="3528392" cy="707886"/>
          </a:xfrm>
          <a:prstGeom prst="rect">
            <a:avLst/>
          </a:prstGeom>
          <a:noFill/>
          <a:ln w="9525">
            <a:noFill/>
            <a:miter lim="800000"/>
            <a:headEnd/>
            <a:tailEnd/>
          </a:ln>
        </p:spPr>
        <p:txBody>
          <a:bodyPr wrap="square">
            <a:spAutoFit/>
          </a:bodyPr>
          <a:lstStyle/>
          <a:p>
            <a:pPr algn="ctr" eaLnBrk="1" hangingPunct="1"/>
            <a:r>
              <a:rPr lang="zh-CN" altLang="en-US" sz="4000" b="1" dirty="0" smtClean="0">
                <a:solidFill>
                  <a:srgbClr val="363636"/>
                </a:solidFill>
                <a:latin typeface="微软雅黑" pitchFamily="34" charset="-122"/>
                <a:ea typeface="微软雅黑" pitchFamily="34" charset="-122"/>
              </a:rPr>
              <a:t> 相关技术介绍</a:t>
            </a:r>
            <a:endParaRPr lang="zh-CN" altLang="en-US" sz="4000" b="1" dirty="0">
              <a:solidFill>
                <a:srgbClr val="363636"/>
              </a:solidFill>
              <a:latin typeface="微软雅黑" pitchFamily="34" charset="-122"/>
              <a:ea typeface="微软雅黑" pitchFamily="34" charset="-122"/>
            </a:endParaRPr>
          </a:p>
        </p:txBody>
      </p:sp>
      <p:sp>
        <p:nvSpPr>
          <p:cNvPr id="17413" name="Rectangle 14"/>
          <p:cNvSpPr>
            <a:spLocks noChangeArrowheads="1"/>
          </p:cNvSpPr>
          <p:nvPr/>
        </p:nvSpPr>
        <p:spPr bwMode="auto">
          <a:xfrm>
            <a:off x="5634038" y="2255838"/>
            <a:ext cx="930275" cy="400050"/>
          </a:xfrm>
          <a:prstGeom prst="rect">
            <a:avLst/>
          </a:prstGeom>
          <a:noFill/>
          <a:ln w="9525">
            <a:noFill/>
            <a:miter lim="800000"/>
            <a:headEnd/>
            <a:tailEnd/>
          </a:ln>
        </p:spPr>
        <p:txBody>
          <a:bodyPr wrap="none" lIns="0" tIns="0" rIns="0" bIns="0">
            <a:spAutoFit/>
          </a:bodyPr>
          <a:lstStyle/>
          <a:p>
            <a:pPr eaLnBrk="1" hangingPunct="1"/>
            <a:r>
              <a:rPr lang="zh-CN" altLang="en-US" sz="2600">
                <a:solidFill>
                  <a:srgbClr val="363636"/>
                </a:solidFill>
                <a:latin typeface="微软雅黑" pitchFamily="34" charset="-122"/>
                <a:ea typeface="微软雅黑" pitchFamily="34" charset="-122"/>
              </a:rPr>
              <a:t>Part </a:t>
            </a:r>
            <a:r>
              <a:rPr lang="en-US" altLang="zh-CN" sz="2600">
                <a:solidFill>
                  <a:srgbClr val="363636"/>
                </a:solidFill>
                <a:latin typeface="微软雅黑" pitchFamily="34" charset="-122"/>
                <a:ea typeface="微软雅黑" pitchFamily="34" charset="-122"/>
              </a:rPr>
              <a:t>2</a:t>
            </a:r>
            <a:endParaRPr lang="zh-CN" altLang="en-US" sz="2600">
              <a:solidFill>
                <a:srgbClr val="363636"/>
              </a:solidFill>
              <a:latin typeface="微软雅黑" pitchFamily="34" charset="-122"/>
              <a:ea typeface="微软雅黑" pitchFamily="34" charset="-122"/>
            </a:endParaRPr>
          </a:p>
        </p:txBody>
      </p:sp>
      <p:sp>
        <p:nvSpPr>
          <p:cNvPr id="17414" name="Oval 39"/>
          <p:cNvSpPr>
            <a:spLocks noChangeAspect="1" noChangeArrowheads="1"/>
          </p:cNvSpPr>
          <p:nvPr/>
        </p:nvSpPr>
        <p:spPr bwMode="auto">
          <a:xfrm>
            <a:off x="3252788" y="5622925"/>
            <a:ext cx="173037" cy="158750"/>
          </a:xfrm>
          <a:prstGeom prst="ellipse">
            <a:avLst/>
          </a:prstGeom>
          <a:solidFill>
            <a:schemeClr val="bg1"/>
          </a:solidFill>
          <a:ln w="28575">
            <a:solidFill>
              <a:schemeClr val="accent2"/>
            </a:solidFill>
            <a:round/>
            <a:headEnd/>
            <a:tailEnd/>
          </a:ln>
        </p:spPr>
        <p:txBody>
          <a:bodyPr/>
          <a:lstStyle/>
          <a:p>
            <a:pPr eaLnBrk="1" hangingPunct="1"/>
            <a:endParaRPr lang="zh-CN" altLang="en-US">
              <a:solidFill>
                <a:srgbClr val="FFFFFF"/>
              </a:solidFill>
            </a:endParaRPr>
          </a:p>
        </p:txBody>
      </p:sp>
      <p:sp>
        <p:nvSpPr>
          <p:cNvPr id="17415" name="Oval 40"/>
          <p:cNvSpPr>
            <a:spLocks noChangeAspect="1" noChangeArrowheads="1"/>
          </p:cNvSpPr>
          <p:nvPr/>
        </p:nvSpPr>
        <p:spPr bwMode="auto">
          <a:xfrm>
            <a:off x="3252788" y="6059488"/>
            <a:ext cx="173037" cy="158750"/>
          </a:xfrm>
          <a:prstGeom prst="ellipse">
            <a:avLst/>
          </a:prstGeom>
          <a:solidFill>
            <a:schemeClr val="bg1"/>
          </a:solidFill>
          <a:ln w="28575">
            <a:solidFill>
              <a:schemeClr val="accent2"/>
            </a:solidFill>
            <a:round/>
            <a:headEnd/>
            <a:tailEnd/>
          </a:ln>
        </p:spPr>
        <p:txBody>
          <a:bodyPr/>
          <a:lstStyle/>
          <a:p>
            <a:pPr eaLnBrk="1" hangingPunct="1"/>
            <a:endParaRPr lang="zh-CN" altLang="en-US">
              <a:solidFill>
                <a:srgbClr val="FFFFFF"/>
              </a:solidFill>
            </a:endParaRPr>
          </a:p>
        </p:txBody>
      </p:sp>
      <p:sp>
        <p:nvSpPr>
          <p:cNvPr id="17416" name="Oval 42"/>
          <p:cNvSpPr>
            <a:spLocks noChangeAspect="1" noChangeArrowheads="1"/>
          </p:cNvSpPr>
          <p:nvPr/>
        </p:nvSpPr>
        <p:spPr bwMode="auto">
          <a:xfrm>
            <a:off x="7029450" y="5622925"/>
            <a:ext cx="158750" cy="158750"/>
          </a:xfrm>
          <a:prstGeom prst="ellipse">
            <a:avLst/>
          </a:prstGeom>
          <a:solidFill>
            <a:schemeClr val="bg1"/>
          </a:solidFill>
          <a:ln w="28575">
            <a:solidFill>
              <a:schemeClr val="accent2"/>
            </a:solidFill>
            <a:round/>
            <a:headEnd/>
            <a:tailEnd/>
          </a:ln>
        </p:spPr>
        <p:txBody>
          <a:bodyPr/>
          <a:lstStyle/>
          <a:p>
            <a:pPr eaLnBrk="1" hangingPunct="1"/>
            <a:endParaRPr lang="zh-CN" altLang="en-US">
              <a:solidFill>
                <a:srgbClr val="FFFFFF"/>
              </a:solidFill>
            </a:endParaRPr>
          </a:p>
        </p:txBody>
      </p:sp>
      <p:sp>
        <p:nvSpPr>
          <p:cNvPr id="17417" name="TextBox 83"/>
          <p:cNvSpPr txBox="1">
            <a:spLocks noChangeArrowheads="1"/>
          </p:cNvSpPr>
          <p:nvPr/>
        </p:nvSpPr>
        <p:spPr bwMode="auto">
          <a:xfrm>
            <a:off x="3402013" y="5472113"/>
            <a:ext cx="2859087" cy="461962"/>
          </a:xfrm>
          <a:prstGeom prst="rect">
            <a:avLst/>
          </a:prstGeom>
          <a:noFill/>
          <a:ln w="9525">
            <a:noFill/>
            <a:miter lim="800000"/>
            <a:headEnd/>
            <a:tailEnd/>
          </a:ln>
        </p:spPr>
        <p:txBody>
          <a:bodyPr>
            <a:spAutoFit/>
          </a:bodyPr>
          <a:lstStyle/>
          <a:p>
            <a:pPr eaLnBrk="1" hangingPunct="1"/>
            <a:r>
              <a:rPr lang="en-US" altLang="zh-CN" sz="2400" dirty="0" smtClean="0">
                <a:solidFill>
                  <a:srgbClr val="FFFFFF"/>
                </a:solidFill>
                <a:latin typeface="微软雅黑" pitchFamily="34" charset="-122"/>
                <a:ea typeface="微软雅黑" pitchFamily="34" charset="-122"/>
              </a:rPr>
              <a:t>JavaEE</a:t>
            </a:r>
            <a:endParaRPr lang="zh-CN" altLang="en-US" sz="2400" dirty="0">
              <a:solidFill>
                <a:srgbClr val="FFFFFF"/>
              </a:solidFill>
              <a:latin typeface="微软雅黑" pitchFamily="34" charset="-122"/>
              <a:ea typeface="微软雅黑" pitchFamily="34" charset="-122"/>
            </a:endParaRPr>
          </a:p>
        </p:txBody>
      </p:sp>
      <p:sp>
        <p:nvSpPr>
          <p:cNvPr id="17418" name="TextBox 84"/>
          <p:cNvSpPr txBox="1">
            <a:spLocks noChangeArrowheads="1"/>
          </p:cNvSpPr>
          <p:nvPr/>
        </p:nvSpPr>
        <p:spPr bwMode="auto">
          <a:xfrm>
            <a:off x="3402013" y="5908675"/>
            <a:ext cx="2859087" cy="461963"/>
          </a:xfrm>
          <a:prstGeom prst="rect">
            <a:avLst/>
          </a:prstGeom>
          <a:noFill/>
          <a:ln w="9525">
            <a:noFill/>
            <a:miter lim="800000"/>
            <a:headEnd/>
            <a:tailEnd/>
          </a:ln>
        </p:spPr>
        <p:txBody>
          <a:bodyPr>
            <a:spAutoFit/>
          </a:bodyPr>
          <a:lstStyle/>
          <a:p>
            <a:pPr eaLnBrk="1" hangingPunct="1"/>
            <a:r>
              <a:rPr lang="en-US" altLang="zh-CN" sz="2400" dirty="0" smtClean="0">
                <a:solidFill>
                  <a:srgbClr val="FFFFFF"/>
                </a:solidFill>
                <a:latin typeface="微软雅黑" pitchFamily="34" charset="-122"/>
                <a:ea typeface="微软雅黑" pitchFamily="34" charset="-122"/>
              </a:rPr>
              <a:t>Spring</a:t>
            </a:r>
            <a:endParaRPr lang="zh-CN" altLang="en-US" sz="2400" dirty="0">
              <a:solidFill>
                <a:srgbClr val="FFFFFF"/>
              </a:solidFill>
              <a:latin typeface="微软雅黑" pitchFamily="34" charset="-122"/>
              <a:ea typeface="微软雅黑" pitchFamily="34" charset="-122"/>
            </a:endParaRPr>
          </a:p>
        </p:txBody>
      </p:sp>
      <p:sp>
        <p:nvSpPr>
          <p:cNvPr id="17419" name="Oval 42"/>
          <p:cNvSpPr>
            <a:spLocks noChangeAspect="1" noChangeArrowheads="1"/>
          </p:cNvSpPr>
          <p:nvPr/>
        </p:nvSpPr>
        <p:spPr bwMode="auto">
          <a:xfrm>
            <a:off x="7029450" y="6059488"/>
            <a:ext cx="158750" cy="158750"/>
          </a:xfrm>
          <a:prstGeom prst="ellipse">
            <a:avLst/>
          </a:prstGeom>
          <a:solidFill>
            <a:schemeClr val="bg1"/>
          </a:solidFill>
          <a:ln w="28575">
            <a:solidFill>
              <a:schemeClr val="accent2"/>
            </a:solidFill>
            <a:round/>
            <a:headEnd/>
            <a:tailEnd/>
          </a:ln>
        </p:spPr>
        <p:txBody>
          <a:bodyPr/>
          <a:lstStyle/>
          <a:p>
            <a:pPr eaLnBrk="1" hangingPunct="1"/>
            <a:endParaRPr lang="zh-CN" altLang="en-US">
              <a:solidFill>
                <a:srgbClr val="FFFFFF"/>
              </a:solidFill>
            </a:endParaRPr>
          </a:p>
        </p:txBody>
      </p:sp>
      <p:sp>
        <p:nvSpPr>
          <p:cNvPr id="17420" name="TextBox 88"/>
          <p:cNvSpPr txBox="1">
            <a:spLocks noChangeArrowheads="1"/>
          </p:cNvSpPr>
          <p:nvPr/>
        </p:nvSpPr>
        <p:spPr bwMode="auto">
          <a:xfrm>
            <a:off x="7178675" y="5472113"/>
            <a:ext cx="2665413" cy="461962"/>
          </a:xfrm>
          <a:prstGeom prst="rect">
            <a:avLst/>
          </a:prstGeom>
          <a:noFill/>
          <a:ln w="9525">
            <a:noFill/>
            <a:miter lim="800000"/>
            <a:headEnd/>
            <a:tailEnd/>
          </a:ln>
        </p:spPr>
        <p:txBody>
          <a:bodyPr>
            <a:spAutoFit/>
          </a:bodyPr>
          <a:lstStyle/>
          <a:p>
            <a:pPr eaLnBrk="1" hangingPunct="1"/>
            <a:r>
              <a:rPr lang="en-US" altLang="zh-CN" sz="2400" dirty="0" smtClean="0">
                <a:solidFill>
                  <a:srgbClr val="FFFFFF"/>
                </a:solidFill>
                <a:latin typeface="微软雅黑" pitchFamily="34" charset="-122"/>
                <a:ea typeface="微软雅黑" pitchFamily="34" charset="-122"/>
              </a:rPr>
              <a:t>MVC</a:t>
            </a:r>
            <a:r>
              <a:rPr lang="zh-CN" altLang="en-US" sz="2400" dirty="0" smtClean="0">
                <a:solidFill>
                  <a:srgbClr val="FFFFFF"/>
                </a:solidFill>
                <a:latin typeface="微软雅黑" pitchFamily="34" charset="-122"/>
                <a:ea typeface="微软雅黑" pitchFamily="34" charset="-122"/>
              </a:rPr>
              <a:t>模型</a:t>
            </a:r>
            <a:endParaRPr lang="zh-CN" altLang="en-US" sz="2400" dirty="0">
              <a:solidFill>
                <a:srgbClr val="FFFFFF"/>
              </a:solidFill>
              <a:latin typeface="微软雅黑" pitchFamily="34" charset="-122"/>
              <a:ea typeface="微软雅黑" pitchFamily="34" charset="-122"/>
            </a:endParaRPr>
          </a:p>
        </p:txBody>
      </p:sp>
      <p:sp>
        <p:nvSpPr>
          <p:cNvPr id="17421" name="TextBox 90"/>
          <p:cNvSpPr txBox="1">
            <a:spLocks noChangeArrowheads="1"/>
          </p:cNvSpPr>
          <p:nvPr/>
        </p:nvSpPr>
        <p:spPr bwMode="auto">
          <a:xfrm>
            <a:off x="7178675" y="5908675"/>
            <a:ext cx="2665413" cy="461963"/>
          </a:xfrm>
          <a:prstGeom prst="rect">
            <a:avLst/>
          </a:prstGeom>
          <a:noFill/>
          <a:ln w="9525">
            <a:noFill/>
            <a:miter lim="800000"/>
            <a:headEnd/>
            <a:tailEnd/>
          </a:ln>
        </p:spPr>
        <p:txBody>
          <a:bodyPr>
            <a:spAutoFit/>
          </a:bodyPr>
          <a:lstStyle/>
          <a:p>
            <a:pPr eaLnBrk="1" hangingPunct="1"/>
            <a:r>
              <a:rPr lang="en-US" altLang="zh-CN" sz="2400" dirty="0" smtClean="0">
                <a:solidFill>
                  <a:srgbClr val="FFFFFF"/>
                </a:solidFill>
                <a:latin typeface="微软雅黑" pitchFamily="34" charset="-122"/>
                <a:ea typeface="微软雅黑" pitchFamily="34" charset="-122"/>
              </a:rPr>
              <a:t>Angular</a:t>
            </a:r>
            <a:endParaRPr lang="zh-CN" altLang="en-US" sz="2400" dirty="0">
              <a:solidFill>
                <a:srgbClr val="FFFFFF"/>
              </a:solidFill>
              <a:latin typeface="微软雅黑" pitchFamily="34" charset="-122"/>
              <a:ea typeface="微软雅黑" pitchFamily="34" charset="-122"/>
            </a:endParaRPr>
          </a:p>
        </p:txBody>
      </p:sp>
      <p:sp>
        <p:nvSpPr>
          <p:cNvPr id="17422" name="Freeform 13"/>
          <p:cNvSpPr>
            <a:spLocks noEditPoints="1"/>
          </p:cNvSpPr>
          <p:nvPr/>
        </p:nvSpPr>
        <p:spPr bwMode="auto">
          <a:xfrm>
            <a:off x="5441950" y="830263"/>
            <a:ext cx="1489075" cy="1398587"/>
          </a:xfrm>
          <a:custGeom>
            <a:avLst/>
            <a:gdLst>
              <a:gd name="T0" fmla="*/ 0 w 957"/>
              <a:gd name="T1" fmla="*/ 2147483646 h 885"/>
              <a:gd name="T2" fmla="*/ 2147483646 w 957"/>
              <a:gd name="T3" fmla="*/ 2147483646 h 885"/>
              <a:gd name="T4" fmla="*/ 2147483646 w 957"/>
              <a:gd name="T5" fmla="*/ 2147483646 h 885"/>
              <a:gd name="T6" fmla="*/ 2147483646 w 957"/>
              <a:gd name="T7" fmla="*/ 2147483646 h 885"/>
              <a:gd name="T8" fmla="*/ 2147483646 w 957"/>
              <a:gd name="T9" fmla="*/ 2147483646 h 885"/>
              <a:gd name="T10" fmla="*/ 2147483646 w 957"/>
              <a:gd name="T11" fmla="*/ 2147483646 h 885"/>
              <a:gd name="T12" fmla="*/ 2147483646 w 957"/>
              <a:gd name="T13" fmla="*/ 2147483646 h 885"/>
              <a:gd name="T14" fmla="*/ 2147483646 w 957"/>
              <a:gd name="T15" fmla="*/ 2147483646 h 885"/>
              <a:gd name="T16" fmla="*/ 2147483646 w 957"/>
              <a:gd name="T17" fmla="*/ 2147483646 h 885"/>
              <a:gd name="T18" fmla="*/ 2147483646 w 957"/>
              <a:gd name="T19" fmla="*/ 2147483646 h 885"/>
              <a:gd name="T20" fmla="*/ 0 w 957"/>
              <a:gd name="T21" fmla="*/ 2147483646 h 885"/>
              <a:gd name="T22" fmla="*/ 2147483646 w 957"/>
              <a:gd name="T23" fmla="*/ 2147483646 h 885"/>
              <a:gd name="T24" fmla="*/ 2147483646 w 957"/>
              <a:gd name="T25" fmla="*/ 2147483646 h 885"/>
              <a:gd name="T26" fmla="*/ 2147483646 w 957"/>
              <a:gd name="T27" fmla="*/ 2147483646 h 885"/>
              <a:gd name="T28" fmla="*/ 2147483646 w 957"/>
              <a:gd name="T29" fmla="*/ 2147483646 h 885"/>
              <a:gd name="T30" fmla="*/ 2147483646 w 957"/>
              <a:gd name="T31" fmla="*/ 2147483646 h 885"/>
              <a:gd name="T32" fmla="*/ 2147483646 w 957"/>
              <a:gd name="T33" fmla="*/ 2147483646 h 885"/>
              <a:gd name="T34" fmla="*/ 2147483646 w 957"/>
              <a:gd name="T35" fmla="*/ 2147483646 h 885"/>
              <a:gd name="T36" fmla="*/ 2147483646 w 957"/>
              <a:gd name="T37" fmla="*/ 2147483646 h 885"/>
              <a:gd name="T38" fmla="*/ 2147483646 w 957"/>
              <a:gd name="T39" fmla="*/ 2147483646 h 885"/>
              <a:gd name="T40" fmla="*/ 2147483646 w 957"/>
              <a:gd name="T41" fmla="*/ 2147483646 h 885"/>
              <a:gd name="T42" fmla="*/ 2147483646 w 957"/>
              <a:gd name="T43" fmla="*/ 2147483646 h 885"/>
              <a:gd name="T44" fmla="*/ 2147483646 w 957"/>
              <a:gd name="T45" fmla="*/ 2147483646 h 885"/>
              <a:gd name="T46" fmla="*/ 2147483646 w 957"/>
              <a:gd name="T47" fmla="*/ 2147483646 h 885"/>
              <a:gd name="T48" fmla="*/ 2147483646 w 957"/>
              <a:gd name="T49" fmla="*/ 2147483646 h 885"/>
              <a:gd name="T50" fmla="*/ 2147483646 w 957"/>
              <a:gd name="T51" fmla="*/ 2147483646 h 885"/>
              <a:gd name="T52" fmla="*/ 2147483646 w 957"/>
              <a:gd name="T53" fmla="*/ 2147483646 h 885"/>
              <a:gd name="T54" fmla="*/ 2147483646 w 957"/>
              <a:gd name="T55" fmla="*/ 2147483646 h 885"/>
              <a:gd name="T56" fmla="*/ 2147483646 w 957"/>
              <a:gd name="T57" fmla="*/ 2147483646 h 885"/>
              <a:gd name="T58" fmla="*/ 2147483646 w 957"/>
              <a:gd name="T59" fmla="*/ 2147483646 h 885"/>
              <a:gd name="T60" fmla="*/ 2147483646 w 957"/>
              <a:gd name="T61" fmla="*/ 2147483646 h 885"/>
              <a:gd name="T62" fmla="*/ 2147483646 w 957"/>
              <a:gd name="T63" fmla="*/ 2147483646 h 885"/>
              <a:gd name="T64" fmla="*/ 2147483646 w 957"/>
              <a:gd name="T65" fmla="*/ 2147483646 h 885"/>
              <a:gd name="T66" fmla="*/ 2147483646 w 957"/>
              <a:gd name="T67" fmla="*/ 2147483646 h 885"/>
              <a:gd name="T68" fmla="*/ 2147483646 w 957"/>
              <a:gd name="T69" fmla="*/ 2147483646 h 885"/>
              <a:gd name="T70" fmla="*/ 2147483646 w 957"/>
              <a:gd name="T71" fmla="*/ 2147483646 h 885"/>
              <a:gd name="T72" fmla="*/ 2147483646 w 957"/>
              <a:gd name="T73" fmla="*/ 2147483646 h 885"/>
              <a:gd name="T74" fmla="*/ 2147483646 w 957"/>
              <a:gd name="T75" fmla="*/ 2147483646 h 885"/>
              <a:gd name="T76" fmla="*/ 2147483646 w 957"/>
              <a:gd name="T77" fmla="*/ 2147483646 h 885"/>
              <a:gd name="T78" fmla="*/ 2147483646 w 957"/>
              <a:gd name="T79" fmla="*/ 2147483646 h 885"/>
              <a:gd name="T80" fmla="*/ 2147483646 w 957"/>
              <a:gd name="T81" fmla="*/ 2147483646 h 885"/>
              <a:gd name="T82" fmla="*/ 2147483646 w 957"/>
              <a:gd name="T83" fmla="*/ 2147483646 h 885"/>
              <a:gd name="T84" fmla="*/ 2147483646 w 957"/>
              <a:gd name="T85" fmla="*/ 2147483646 h 885"/>
              <a:gd name="T86" fmla="*/ 2147483646 w 957"/>
              <a:gd name="T87" fmla="*/ 2147483646 h 885"/>
              <a:gd name="T88" fmla="*/ 2147483646 w 957"/>
              <a:gd name="T89" fmla="*/ 2147483646 h 885"/>
              <a:gd name="T90" fmla="*/ 2147483646 w 957"/>
              <a:gd name="T91" fmla="*/ 2147483646 h 885"/>
              <a:gd name="T92" fmla="*/ 2147483646 w 957"/>
              <a:gd name="T93" fmla="*/ 2147483646 h 88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957" h="885">
                <a:moveTo>
                  <a:pt x="0" y="155"/>
                </a:moveTo>
                <a:cubicBezTo>
                  <a:pt x="0" y="278"/>
                  <a:pt x="0" y="400"/>
                  <a:pt x="0" y="523"/>
                </a:cubicBezTo>
                <a:cubicBezTo>
                  <a:pt x="0" y="533"/>
                  <a:pt x="161" y="687"/>
                  <a:pt x="181" y="707"/>
                </a:cubicBezTo>
                <a:cubicBezTo>
                  <a:pt x="202" y="728"/>
                  <a:pt x="355" y="885"/>
                  <a:pt x="368" y="885"/>
                </a:cubicBezTo>
                <a:cubicBezTo>
                  <a:pt x="442" y="885"/>
                  <a:pt x="516" y="885"/>
                  <a:pt x="589" y="885"/>
                </a:cubicBezTo>
                <a:cubicBezTo>
                  <a:pt x="620" y="885"/>
                  <a:pt x="632" y="856"/>
                  <a:pt x="645" y="837"/>
                </a:cubicBezTo>
                <a:cubicBezTo>
                  <a:pt x="645" y="684"/>
                  <a:pt x="645" y="532"/>
                  <a:pt x="645" y="380"/>
                </a:cubicBezTo>
                <a:cubicBezTo>
                  <a:pt x="631" y="385"/>
                  <a:pt x="590" y="368"/>
                  <a:pt x="582" y="391"/>
                </a:cubicBezTo>
                <a:cubicBezTo>
                  <a:pt x="577" y="401"/>
                  <a:pt x="582" y="573"/>
                  <a:pt x="582" y="608"/>
                </a:cubicBezTo>
                <a:cubicBezTo>
                  <a:pt x="582" y="643"/>
                  <a:pt x="592" y="822"/>
                  <a:pt x="567" y="822"/>
                </a:cubicBezTo>
                <a:cubicBezTo>
                  <a:pt x="507" y="822"/>
                  <a:pt x="447" y="822"/>
                  <a:pt x="387" y="822"/>
                </a:cubicBezTo>
                <a:cubicBezTo>
                  <a:pt x="368" y="822"/>
                  <a:pt x="376" y="760"/>
                  <a:pt x="376" y="741"/>
                </a:cubicBezTo>
                <a:cubicBezTo>
                  <a:pt x="376" y="710"/>
                  <a:pt x="376" y="679"/>
                  <a:pt x="376" y="649"/>
                </a:cubicBezTo>
                <a:cubicBezTo>
                  <a:pt x="376" y="565"/>
                  <a:pt x="376" y="551"/>
                  <a:pt x="324" y="516"/>
                </a:cubicBezTo>
                <a:cubicBezTo>
                  <a:pt x="300" y="516"/>
                  <a:pt x="301" y="509"/>
                  <a:pt x="280" y="509"/>
                </a:cubicBezTo>
                <a:cubicBezTo>
                  <a:pt x="209" y="509"/>
                  <a:pt x="137" y="509"/>
                  <a:pt x="66" y="509"/>
                </a:cubicBezTo>
                <a:cubicBezTo>
                  <a:pt x="66" y="398"/>
                  <a:pt x="66" y="287"/>
                  <a:pt x="66" y="177"/>
                </a:cubicBezTo>
                <a:cubicBezTo>
                  <a:pt x="66" y="168"/>
                  <a:pt x="69" y="169"/>
                  <a:pt x="74" y="162"/>
                </a:cubicBezTo>
                <a:cubicBezTo>
                  <a:pt x="155" y="162"/>
                  <a:pt x="236" y="162"/>
                  <a:pt x="317" y="162"/>
                </a:cubicBezTo>
                <a:cubicBezTo>
                  <a:pt x="333" y="151"/>
                  <a:pt x="375" y="115"/>
                  <a:pt x="376" y="92"/>
                </a:cubicBezTo>
                <a:cubicBezTo>
                  <a:pt x="274" y="92"/>
                  <a:pt x="172" y="92"/>
                  <a:pt x="70" y="92"/>
                </a:cubicBezTo>
                <a:cubicBezTo>
                  <a:pt x="42" y="92"/>
                  <a:pt x="0" y="131"/>
                  <a:pt x="0" y="155"/>
                </a:cubicBezTo>
                <a:close/>
                <a:moveTo>
                  <a:pt x="505" y="215"/>
                </a:moveTo>
                <a:lnTo>
                  <a:pt x="538" y="182"/>
                </a:lnTo>
                <a:lnTo>
                  <a:pt x="505" y="149"/>
                </a:lnTo>
                <a:cubicBezTo>
                  <a:pt x="504" y="148"/>
                  <a:pt x="504" y="146"/>
                  <a:pt x="505" y="145"/>
                </a:cubicBezTo>
                <a:lnTo>
                  <a:pt x="527" y="123"/>
                </a:lnTo>
                <a:cubicBezTo>
                  <a:pt x="528" y="122"/>
                  <a:pt x="530" y="122"/>
                  <a:pt x="531" y="123"/>
                </a:cubicBezTo>
                <a:lnTo>
                  <a:pt x="564" y="156"/>
                </a:lnTo>
                <a:lnTo>
                  <a:pt x="597" y="123"/>
                </a:lnTo>
                <a:cubicBezTo>
                  <a:pt x="599" y="122"/>
                  <a:pt x="601" y="122"/>
                  <a:pt x="602" y="123"/>
                </a:cubicBezTo>
                <a:lnTo>
                  <a:pt x="624" y="145"/>
                </a:lnTo>
                <a:cubicBezTo>
                  <a:pt x="625" y="146"/>
                  <a:pt x="625" y="148"/>
                  <a:pt x="624" y="149"/>
                </a:cubicBezTo>
                <a:lnTo>
                  <a:pt x="591" y="182"/>
                </a:lnTo>
                <a:lnTo>
                  <a:pt x="624" y="215"/>
                </a:lnTo>
                <a:cubicBezTo>
                  <a:pt x="625" y="217"/>
                  <a:pt x="625" y="219"/>
                  <a:pt x="624" y="220"/>
                </a:cubicBezTo>
                <a:lnTo>
                  <a:pt x="602" y="242"/>
                </a:lnTo>
                <a:cubicBezTo>
                  <a:pt x="601" y="243"/>
                  <a:pt x="599" y="243"/>
                  <a:pt x="597" y="242"/>
                </a:cubicBezTo>
                <a:lnTo>
                  <a:pt x="564" y="209"/>
                </a:lnTo>
                <a:lnTo>
                  <a:pt x="531" y="242"/>
                </a:lnTo>
                <a:cubicBezTo>
                  <a:pt x="530" y="243"/>
                  <a:pt x="528" y="243"/>
                  <a:pt x="527" y="242"/>
                </a:cubicBezTo>
                <a:lnTo>
                  <a:pt x="505" y="220"/>
                </a:lnTo>
                <a:cubicBezTo>
                  <a:pt x="504" y="219"/>
                  <a:pt x="504" y="217"/>
                  <a:pt x="505" y="215"/>
                </a:cubicBezTo>
                <a:close/>
                <a:moveTo>
                  <a:pt x="780" y="332"/>
                </a:moveTo>
                <a:lnTo>
                  <a:pt x="944" y="496"/>
                </a:lnTo>
                <a:cubicBezTo>
                  <a:pt x="957" y="509"/>
                  <a:pt x="957" y="530"/>
                  <a:pt x="944" y="543"/>
                </a:cubicBezTo>
                <a:lnTo>
                  <a:pt x="925" y="562"/>
                </a:lnTo>
                <a:cubicBezTo>
                  <a:pt x="912" y="575"/>
                  <a:pt x="891" y="575"/>
                  <a:pt x="878" y="562"/>
                </a:cubicBezTo>
                <a:lnTo>
                  <a:pt x="714" y="398"/>
                </a:lnTo>
                <a:lnTo>
                  <a:pt x="780" y="332"/>
                </a:lnTo>
                <a:close/>
                <a:moveTo>
                  <a:pt x="447" y="65"/>
                </a:moveTo>
                <a:cubicBezTo>
                  <a:pt x="512" y="0"/>
                  <a:pt x="617" y="0"/>
                  <a:pt x="682" y="65"/>
                </a:cubicBezTo>
                <a:cubicBezTo>
                  <a:pt x="740" y="123"/>
                  <a:pt x="747" y="213"/>
                  <a:pt x="701" y="278"/>
                </a:cubicBezTo>
                <a:lnTo>
                  <a:pt x="754" y="331"/>
                </a:lnTo>
                <a:cubicBezTo>
                  <a:pt x="756" y="333"/>
                  <a:pt x="756" y="337"/>
                  <a:pt x="754" y="339"/>
                </a:cubicBezTo>
                <a:lnTo>
                  <a:pt x="721" y="372"/>
                </a:lnTo>
                <a:cubicBezTo>
                  <a:pt x="719" y="374"/>
                  <a:pt x="715" y="374"/>
                  <a:pt x="713" y="372"/>
                </a:cubicBezTo>
                <a:lnTo>
                  <a:pt x="660" y="319"/>
                </a:lnTo>
                <a:cubicBezTo>
                  <a:pt x="595" y="364"/>
                  <a:pt x="505" y="358"/>
                  <a:pt x="447" y="300"/>
                </a:cubicBezTo>
                <a:cubicBezTo>
                  <a:pt x="382" y="235"/>
                  <a:pt x="382" y="130"/>
                  <a:pt x="447" y="65"/>
                </a:cubicBezTo>
                <a:close/>
                <a:moveTo>
                  <a:pt x="486" y="104"/>
                </a:moveTo>
                <a:cubicBezTo>
                  <a:pt x="529" y="60"/>
                  <a:pt x="600" y="60"/>
                  <a:pt x="643" y="104"/>
                </a:cubicBezTo>
                <a:cubicBezTo>
                  <a:pt x="687" y="147"/>
                  <a:pt x="687" y="218"/>
                  <a:pt x="643" y="261"/>
                </a:cubicBezTo>
                <a:cubicBezTo>
                  <a:pt x="600" y="305"/>
                  <a:pt x="529" y="305"/>
                  <a:pt x="486" y="261"/>
                </a:cubicBezTo>
                <a:cubicBezTo>
                  <a:pt x="442" y="218"/>
                  <a:pt x="442" y="147"/>
                  <a:pt x="486" y="104"/>
                </a:cubicBezTo>
                <a:close/>
                <a:moveTo>
                  <a:pt x="306" y="770"/>
                </a:moveTo>
                <a:cubicBezTo>
                  <a:pt x="304" y="706"/>
                  <a:pt x="303" y="643"/>
                  <a:pt x="302" y="579"/>
                </a:cubicBezTo>
                <a:cubicBezTo>
                  <a:pt x="241" y="579"/>
                  <a:pt x="179" y="579"/>
                  <a:pt x="118" y="579"/>
                </a:cubicBezTo>
                <a:cubicBezTo>
                  <a:pt x="117" y="580"/>
                  <a:pt x="116" y="581"/>
                  <a:pt x="115" y="581"/>
                </a:cubicBezTo>
                <a:cubicBezTo>
                  <a:pt x="179" y="644"/>
                  <a:pt x="242" y="707"/>
                  <a:pt x="306" y="770"/>
                </a:cubicBezTo>
                <a:close/>
                <a:moveTo>
                  <a:pt x="110" y="225"/>
                </a:moveTo>
                <a:cubicBezTo>
                  <a:pt x="110" y="233"/>
                  <a:pt x="110" y="242"/>
                  <a:pt x="110" y="250"/>
                </a:cubicBezTo>
                <a:cubicBezTo>
                  <a:pt x="110" y="259"/>
                  <a:pt x="116" y="265"/>
                  <a:pt x="125" y="265"/>
                </a:cubicBezTo>
                <a:cubicBezTo>
                  <a:pt x="209" y="265"/>
                  <a:pt x="292" y="265"/>
                  <a:pt x="376" y="265"/>
                </a:cubicBezTo>
                <a:cubicBezTo>
                  <a:pt x="399" y="265"/>
                  <a:pt x="394" y="228"/>
                  <a:pt x="387" y="214"/>
                </a:cubicBezTo>
                <a:cubicBezTo>
                  <a:pt x="338" y="214"/>
                  <a:pt x="288" y="214"/>
                  <a:pt x="239" y="214"/>
                </a:cubicBezTo>
                <a:cubicBezTo>
                  <a:pt x="209" y="214"/>
                  <a:pt x="110" y="206"/>
                  <a:pt x="110" y="225"/>
                </a:cubicBezTo>
                <a:close/>
                <a:moveTo>
                  <a:pt x="110" y="405"/>
                </a:moveTo>
                <a:cubicBezTo>
                  <a:pt x="110" y="416"/>
                  <a:pt x="110" y="427"/>
                  <a:pt x="110" y="439"/>
                </a:cubicBezTo>
                <a:cubicBezTo>
                  <a:pt x="110" y="447"/>
                  <a:pt x="113" y="450"/>
                  <a:pt x="121" y="450"/>
                </a:cubicBezTo>
                <a:cubicBezTo>
                  <a:pt x="211" y="450"/>
                  <a:pt x="301" y="450"/>
                  <a:pt x="390" y="450"/>
                </a:cubicBezTo>
                <a:cubicBezTo>
                  <a:pt x="392" y="440"/>
                  <a:pt x="400" y="402"/>
                  <a:pt x="379" y="402"/>
                </a:cubicBezTo>
                <a:cubicBezTo>
                  <a:pt x="296" y="402"/>
                  <a:pt x="212" y="402"/>
                  <a:pt x="129" y="402"/>
                </a:cubicBezTo>
                <a:cubicBezTo>
                  <a:pt x="123" y="402"/>
                  <a:pt x="115" y="404"/>
                  <a:pt x="110" y="405"/>
                </a:cubicBezTo>
                <a:close/>
                <a:moveTo>
                  <a:pt x="110" y="328"/>
                </a:moveTo>
                <a:cubicBezTo>
                  <a:pt x="110" y="333"/>
                  <a:pt x="110" y="338"/>
                  <a:pt x="110" y="343"/>
                </a:cubicBezTo>
                <a:cubicBezTo>
                  <a:pt x="110" y="351"/>
                  <a:pt x="113" y="351"/>
                  <a:pt x="118" y="357"/>
                </a:cubicBezTo>
                <a:cubicBezTo>
                  <a:pt x="205" y="357"/>
                  <a:pt x="292" y="357"/>
                  <a:pt x="379" y="357"/>
                </a:cubicBezTo>
                <a:cubicBezTo>
                  <a:pt x="384" y="355"/>
                  <a:pt x="389" y="353"/>
                  <a:pt x="394" y="350"/>
                </a:cubicBezTo>
                <a:cubicBezTo>
                  <a:pt x="394" y="344"/>
                  <a:pt x="394" y="338"/>
                  <a:pt x="394" y="332"/>
                </a:cubicBezTo>
                <a:cubicBezTo>
                  <a:pt x="394" y="320"/>
                  <a:pt x="390" y="317"/>
                  <a:pt x="387" y="309"/>
                </a:cubicBezTo>
                <a:cubicBezTo>
                  <a:pt x="336" y="309"/>
                  <a:pt x="286" y="309"/>
                  <a:pt x="236" y="309"/>
                </a:cubicBezTo>
                <a:cubicBezTo>
                  <a:pt x="211" y="309"/>
                  <a:pt x="187" y="309"/>
                  <a:pt x="162" y="309"/>
                </a:cubicBezTo>
                <a:cubicBezTo>
                  <a:pt x="131" y="310"/>
                  <a:pt x="110" y="299"/>
                  <a:pt x="110" y="328"/>
                </a:cubicBezTo>
                <a:close/>
              </a:path>
            </a:pathLst>
          </a:custGeom>
          <a:solidFill>
            <a:srgbClr val="113E6A"/>
          </a:solidFill>
          <a:ln w="9525">
            <a:noFill/>
            <a:round/>
            <a:headEnd/>
            <a:tailEnd/>
          </a:ln>
        </p:spPr>
        <p:txBody>
          <a:bodyPr/>
          <a:lstStyle/>
          <a:p>
            <a:endParaRPr lang="zh-CN" altLang="en-US"/>
          </a:p>
        </p:txBody>
      </p:sp>
    </p:spTree>
  </p:cSld>
  <p:clrMapOvr>
    <a:masterClrMapping/>
  </p:clrMapOvr>
  <p:transition advTm="8561"/>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7410"/>
                                        </p:tgtEl>
                                        <p:attrNameLst>
                                          <p:attrName>style.visibility</p:attrName>
                                        </p:attrNameLst>
                                      </p:cBhvr>
                                      <p:to>
                                        <p:strVal val="visible"/>
                                      </p:to>
                                    </p:set>
                                    <p:animEffect transition="in" filter="wheel(1)">
                                      <p:cBhvr>
                                        <p:cTn id="7" dur="2000"/>
                                        <p:tgtEl>
                                          <p:spTgt spid="17410"/>
                                        </p:tgtEl>
                                      </p:cBhvr>
                                    </p:animEffect>
                                  </p:childTnLst>
                                </p:cTn>
                              </p:par>
                            </p:childTnLst>
                          </p:cTn>
                        </p:par>
                        <p:par>
                          <p:cTn id="8" fill="hold" nodeType="afterGroup">
                            <p:stCondLst>
                              <p:cond delay="2000"/>
                            </p:stCondLst>
                            <p:childTnLst>
                              <p:par>
                                <p:cTn id="9" presetID="31" presetClass="entr" presetSubtype="0" fill="hold" grpId="0" nodeType="afterEffect">
                                  <p:stCondLst>
                                    <p:cond delay="0"/>
                                  </p:stCondLst>
                                  <p:childTnLst>
                                    <p:set>
                                      <p:cBhvr>
                                        <p:cTn id="10" dur="1" fill="hold">
                                          <p:stCondLst>
                                            <p:cond delay="0"/>
                                          </p:stCondLst>
                                        </p:cTn>
                                        <p:tgtEl>
                                          <p:spTgt spid="17422"/>
                                        </p:tgtEl>
                                        <p:attrNameLst>
                                          <p:attrName>style.visibility</p:attrName>
                                        </p:attrNameLst>
                                      </p:cBhvr>
                                      <p:to>
                                        <p:strVal val="visible"/>
                                      </p:to>
                                    </p:set>
                                    <p:anim calcmode="lin" valueType="num">
                                      <p:cBhvr>
                                        <p:cTn id="11" dur="400" fill="hold"/>
                                        <p:tgtEl>
                                          <p:spTgt spid="17422"/>
                                        </p:tgtEl>
                                        <p:attrNameLst>
                                          <p:attrName>ppt_w</p:attrName>
                                        </p:attrNameLst>
                                      </p:cBhvr>
                                      <p:tavLst>
                                        <p:tav tm="0">
                                          <p:val>
                                            <p:fltVal val="0"/>
                                          </p:val>
                                        </p:tav>
                                        <p:tav tm="100000">
                                          <p:val>
                                            <p:strVal val="#ppt_w"/>
                                          </p:val>
                                        </p:tav>
                                      </p:tavLst>
                                    </p:anim>
                                    <p:anim calcmode="lin" valueType="num">
                                      <p:cBhvr>
                                        <p:cTn id="12" dur="400" fill="hold"/>
                                        <p:tgtEl>
                                          <p:spTgt spid="17422"/>
                                        </p:tgtEl>
                                        <p:attrNameLst>
                                          <p:attrName>ppt_h</p:attrName>
                                        </p:attrNameLst>
                                      </p:cBhvr>
                                      <p:tavLst>
                                        <p:tav tm="0">
                                          <p:val>
                                            <p:fltVal val="0"/>
                                          </p:val>
                                        </p:tav>
                                        <p:tav tm="100000">
                                          <p:val>
                                            <p:strVal val="#ppt_h"/>
                                          </p:val>
                                        </p:tav>
                                      </p:tavLst>
                                    </p:anim>
                                    <p:anim calcmode="lin" valueType="num">
                                      <p:cBhvr>
                                        <p:cTn id="13" dur="400" fill="hold"/>
                                        <p:tgtEl>
                                          <p:spTgt spid="17422"/>
                                        </p:tgtEl>
                                        <p:attrNameLst>
                                          <p:attrName>style.rotation</p:attrName>
                                        </p:attrNameLst>
                                      </p:cBhvr>
                                      <p:tavLst>
                                        <p:tav tm="0">
                                          <p:val>
                                            <p:fltVal val="90"/>
                                          </p:val>
                                        </p:tav>
                                        <p:tav tm="100000">
                                          <p:val>
                                            <p:fltVal val="0"/>
                                          </p:val>
                                        </p:tav>
                                      </p:tavLst>
                                    </p:anim>
                                    <p:animEffect transition="in" filter="fade">
                                      <p:cBhvr>
                                        <p:cTn id="14" dur="400"/>
                                        <p:tgtEl>
                                          <p:spTgt spid="17422"/>
                                        </p:tgtEl>
                                      </p:cBhvr>
                                    </p:animEffect>
                                  </p:childTnLst>
                                </p:cTn>
                              </p:par>
                            </p:childTnLst>
                          </p:cTn>
                        </p:par>
                        <p:par>
                          <p:cTn id="15" fill="hold" nodeType="afterGroup">
                            <p:stCondLst>
                              <p:cond delay="2400"/>
                            </p:stCondLst>
                            <p:childTnLst>
                              <p:par>
                                <p:cTn id="16" presetID="16" presetClass="entr" presetSubtype="21" fill="hold" grpId="0" nodeType="afterEffect">
                                  <p:stCondLst>
                                    <p:cond delay="0"/>
                                  </p:stCondLst>
                                  <p:childTnLst>
                                    <p:set>
                                      <p:cBhvr>
                                        <p:cTn id="17" dur="1" fill="hold">
                                          <p:stCondLst>
                                            <p:cond delay="0"/>
                                          </p:stCondLst>
                                        </p:cTn>
                                        <p:tgtEl>
                                          <p:spTgt spid="17411"/>
                                        </p:tgtEl>
                                        <p:attrNameLst>
                                          <p:attrName>style.visibility</p:attrName>
                                        </p:attrNameLst>
                                      </p:cBhvr>
                                      <p:to>
                                        <p:strVal val="visible"/>
                                      </p:to>
                                    </p:set>
                                    <p:animEffect transition="in" filter="barn(inVertical)">
                                      <p:cBhvr>
                                        <p:cTn id="18" dur="500"/>
                                        <p:tgtEl>
                                          <p:spTgt spid="17411"/>
                                        </p:tgtEl>
                                      </p:cBhvr>
                                    </p:animEffect>
                                  </p:childTnLst>
                                </p:cTn>
                              </p:par>
                            </p:childTnLst>
                          </p:cTn>
                        </p:par>
                        <p:par>
                          <p:cTn id="19" fill="hold" nodeType="afterGroup">
                            <p:stCondLst>
                              <p:cond delay="2900"/>
                            </p:stCondLst>
                            <p:childTnLst>
                              <p:par>
                                <p:cTn id="20" presetID="22" presetClass="entr" presetSubtype="1" fill="hold" grpId="0" nodeType="afterEffect">
                                  <p:stCondLst>
                                    <p:cond delay="0"/>
                                  </p:stCondLst>
                                  <p:childTnLst>
                                    <p:set>
                                      <p:cBhvr>
                                        <p:cTn id="21" dur="1" fill="hold">
                                          <p:stCondLst>
                                            <p:cond delay="0"/>
                                          </p:stCondLst>
                                        </p:cTn>
                                        <p:tgtEl>
                                          <p:spTgt spid="17412"/>
                                        </p:tgtEl>
                                        <p:attrNameLst>
                                          <p:attrName>style.visibility</p:attrName>
                                        </p:attrNameLst>
                                      </p:cBhvr>
                                      <p:to>
                                        <p:strVal val="visible"/>
                                      </p:to>
                                    </p:set>
                                    <p:animEffect transition="in" filter="wipe(up)">
                                      <p:cBhvr>
                                        <p:cTn id="22" dur="500"/>
                                        <p:tgtEl>
                                          <p:spTgt spid="17412"/>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7413"/>
                                        </p:tgtEl>
                                        <p:attrNameLst>
                                          <p:attrName>style.visibility</p:attrName>
                                        </p:attrNameLst>
                                      </p:cBhvr>
                                      <p:to>
                                        <p:strVal val="visible"/>
                                      </p:to>
                                    </p:set>
                                    <p:animEffect transition="in" filter="wipe(down)">
                                      <p:cBhvr>
                                        <p:cTn id="25" dur="500"/>
                                        <p:tgtEl>
                                          <p:spTgt spid="17413"/>
                                        </p:tgtEl>
                                      </p:cBhvr>
                                    </p:animEffect>
                                  </p:childTnLst>
                                </p:cTn>
                              </p:par>
                            </p:childTnLst>
                          </p:cTn>
                        </p:par>
                        <p:par>
                          <p:cTn id="26" fill="hold" nodeType="afterGroup">
                            <p:stCondLst>
                              <p:cond delay="3400"/>
                            </p:stCondLst>
                            <p:childTnLst>
                              <p:par>
                                <p:cTn id="27" presetID="2" presetClass="entr" presetSubtype="12" fill="hold" grpId="0" nodeType="afterEffect">
                                  <p:stCondLst>
                                    <p:cond delay="0"/>
                                  </p:stCondLst>
                                  <p:childTnLst>
                                    <p:set>
                                      <p:cBhvr>
                                        <p:cTn id="28" dur="1" fill="hold">
                                          <p:stCondLst>
                                            <p:cond delay="0"/>
                                          </p:stCondLst>
                                        </p:cTn>
                                        <p:tgtEl>
                                          <p:spTgt spid="17414"/>
                                        </p:tgtEl>
                                        <p:attrNameLst>
                                          <p:attrName>style.visibility</p:attrName>
                                        </p:attrNameLst>
                                      </p:cBhvr>
                                      <p:to>
                                        <p:strVal val="visible"/>
                                      </p:to>
                                    </p:set>
                                    <p:anim calcmode="lin" valueType="num">
                                      <p:cBhvr additive="base">
                                        <p:cTn id="29" dur="500" fill="hold"/>
                                        <p:tgtEl>
                                          <p:spTgt spid="17414"/>
                                        </p:tgtEl>
                                        <p:attrNameLst>
                                          <p:attrName>ppt_x</p:attrName>
                                        </p:attrNameLst>
                                      </p:cBhvr>
                                      <p:tavLst>
                                        <p:tav tm="0">
                                          <p:val>
                                            <p:strVal val="0-#ppt_w/2"/>
                                          </p:val>
                                        </p:tav>
                                        <p:tav tm="100000">
                                          <p:val>
                                            <p:strVal val="#ppt_x"/>
                                          </p:val>
                                        </p:tav>
                                      </p:tavLst>
                                    </p:anim>
                                    <p:anim calcmode="lin" valueType="num">
                                      <p:cBhvr additive="base">
                                        <p:cTn id="30" dur="500" fill="hold"/>
                                        <p:tgtEl>
                                          <p:spTgt spid="17414"/>
                                        </p:tgtEl>
                                        <p:attrNameLst>
                                          <p:attrName>ppt_y</p:attrName>
                                        </p:attrNameLst>
                                      </p:cBhvr>
                                      <p:tavLst>
                                        <p:tav tm="0">
                                          <p:val>
                                            <p:strVal val="1+#ppt_h/2"/>
                                          </p:val>
                                        </p:tav>
                                        <p:tav tm="100000">
                                          <p:val>
                                            <p:strVal val="#ppt_y"/>
                                          </p:val>
                                        </p:tav>
                                      </p:tavLst>
                                    </p:anim>
                                  </p:childTnLst>
                                </p:cTn>
                              </p:par>
                              <p:par>
                                <p:cTn id="31" presetID="2" presetClass="entr" presetSubtype="12" fill="hold" grpId="0" nodeType="withEffect">
                                  <p:stCondLst>
                                    <p:cond delay="100"/>
                                  </p:stCondLst>
                                  <p:childTnLst>
                                    <p:set>
                                      <p:cBhvr>
                                        <p:cTn id="32" dur="1" fill="hold">
                                          <p:stCondLst>
                                            <p:cond delay="0"/>
                                          </p:stCondLst>
                                        </p:cTn>
                                        <p:tgtEl>
                                          <p:spTgt spid="17415"/>
                                        </p:tgtEl>
                                        <p:attrNameLst>
                                          <p:attrName>style.visibility</p:attrName>
                                        </p:attrNameLst>
                                      </p:cBhvr>
                                      <p:to>
                                        <p:strVal val="visible"/>
                                      </p:to>
                                    </p:set>
                                    <p:anim calcmode="lin" valueType="num">
                                      <p:cBhvr additive="base">
                                        <p:cTn id="33" dur="500" fill="hold"/>
                                        <p:tgtEl>
                                          <p:spTgt spid="17415"/>
                                        </p:tgtEl>
                                        <p:attrNameLst>
                                          <p:attrName>ppt_x</p:attrName>
                                        </p:attrNameLst>
                                      </p:cBhvr>
                                      <p:tavLst>
                                        <p:tav tm="0">
                                          <p:val>
                                            <p:strVal val="0-#ppt_w/2"/>
                                          </p:val>
                                        </p:tav>
                                        <p:tav tm="100000">
                                          <p:val>
                                            <p:strVal val="#ppt_x"/>
                                          </p:val>
                                        </p:tav>
                                      </p:tavLst>
                                    </p:anim>
                                    <p:anim calcmode="lin" valueType="num">
                                      <p:cBhvr additive="base">
                                        <p:cTn id="34" dur="500" fill="hold"/>
                                        <p:tgtEl>
                                          <p:spTgt spid="17415"/>
                                        </p:tgtEl>
                                        <p:attrNameLst>
                                          <p:attrName>ppt_y</p:attrName>
                                        </p:attrNameLst>
                                      </p:cBhvr>
                                      <p:tavLst>
                                        <p:tav tm="0">
                                          <p:val>
                                            <p:strVal val="1+#ppt_h/2"/>
                                          </p:val>
                                        </p:tav>
                                        <p:tav tm="100000">
                                          <p:val>
                                            <p:strVal val="#ppt_y"/>
                                          </p:val>
                                        </p:tav>
                                      </p:tavLst>
                                    </p:anim>
                                  </p:childTnLst>
                                </p:cTn>
                              </p:par>
                              <p:par>
                                <p:cTn id="35" presetID="2" presetClass="entr" presetSubtype="12" fill="hold" grpId="0" nodeType="withEffect">
                                  <p:stCondLst>
                                    <p:cond delay="300"/>
                                  </p:stCondLst>
                                  <p:childTnLst>
                                    <p:set>
                                      <p:cBhvr>
                                        <p:cTn id="36" dur="1" fill="hold">
                                          <p:stCondLst>
                                            <p:cond delay="0"/>
                                          </p:stCondLst>
                                        </p:cTn>
                                        <p:tgtEl>
                                          <p:spTgt spid="17416"/>
                                        </p:tgtEl>
                                        <p:attrNameLst>
                                          <p:attrName>style.visibility</p:attrName>
                                        </p:attrNameLst>
                                      </p:cBhvr>
                                      <p:to>
                                        <p:strVal val="visible"/>
                                      </p:to>
                                    </p:set>
                                    <p:anim calcmode="lin" valueType="num">
                                      <p:cBhvr additive="base">
                                        <p:cTn id="37" dur="500" fill="hold"/>
                                        <p:tgtEl>
                                          <p:spTgt spid="17416"/>
                                        </p:tgtEl>
                                        <p:attrNameLst>
                                          <p:attrName>ppt_x</p:attrName>
                                        </p:attrNameLst>
                                      </p:cBhvr>
                                      <p:tavLst>
                                        <p:tav tm="0">
                                          <p:val>
                                            <p:strVal val="0-#ppt_w/2"/>
                                          </p:val>
                                        </p:tav>
                                        <p:tav tm="100000">
                                          <p:val>
                                            <p:strVal val="#ppt_x"/>
                                          </p:val>
                                        </p:tav>
                                      </p:tavLst>
                                    </p:anim>
                                    <p:anim calcmode="lin" valueType="num">
                                      <p:cBhvr additive="base">
                                        <p:cTn id="38" dur="500" fill="hold"/>
                                        <p:tgtEl>
                                          <p:spTgt spid="17416"/>
                                        </p:tgtEl>
                                        <p:attrNameLst>
                                          <p:attrName>ppt_y</p:attrName>
                                        </p:attrNameLst>
                                      </p:cBhvr>
                                      <p:tavLst>
                                        <p:tav tm="0">
                                          <p:val>
                                            <p:strVal val="1+#ppt_h/2"/>
                                          </p:val>
                                        </p:tav>
                                        <p:tav tm="100000">
                                          <p:val>
                                            <p:strVal val="#ppt_y"/>
                                          </p:val>
                                        </p:tav>
                                      </p:tavLst>
                                    </p:anim>
                                  </p:childTnLst>
                                </p:cTn>
                              </p:par>
                              <p:par>
                                <p:cTn id="39" presetID="2" presetClass="entr" presetSubtype="12" fill="hold" grpId="0" nodeType="withEffect">
                                  <p:stCondLst>
                                    <p:cond delay="400"/>
                                  </p:stCondLst>
                                  <p:childTnLst>
                                    <p:set>
                                      <p:cBhvr>
                                        <p:cTn id="40" dur="1" fill="hold">
                                          <p:stCondLst>
                                            <p:cond delay="0"/>
                                          </p:stCondLst>
                                        </p:cTn>
                                        <p:tgtEl>
                                          <p:spTgt spid="17419"/>
                                        </p:tgtEl>
                                        <p:attrNameLst>
                                          <p:attrName>style.visibility</p:attrName>
                                        </p:attrNameLst>
                                      </p:cBhvr>
                                      <p:to>
                                        <p:strVal val="visible"/>
                                      </p:to>
                                    </p:set>
                                    <p:anim calcmode="lin" valueType="num">
                                      <p:cBhvr additive="base">
                                        <p:cTn id="41" dur="500" fill="hold"/>
                                        <p:tgtEl>
                                          <p:spTgt spid="17419"/>
                                        </p:tgtEl>
                                        <p:attrNameLst>
                                          <p:attrName>ppt_x</p:attrName>
                                        </p:attrNameLst>
                                      </p:cBhvr>
                                      <p:tavLst>
                                        <p:tav tm="0">
                                          <p:val>
                                            <p:strVal val="0-#ppt_w/2"/>
                                          </p:val>
                                        </p:tav>
                                        <p:tav tm="100000">
                                          <p:val>
                                            <p:strVal val="#ppt_x"/>
                                          </p:val>
                                        </p:tav>
                                      </p:tavLst>
                                    </p:anim>
                                    <p:anim calcmode="lin" valueType="num">
                                      <p:cBhvr additive="base">
                                        <p:cTn id="42" dur="500" fill="hold"/>
                                        <p:tgtEl>
                                          <p:spTgt spid="17419"/>
                                        </p:tgtEl>
                                        <p:attrNameLst>
                                          <p:attrName>ppt_y</p:attrName>
                                        </p:attrNameLst>
                                      </p:cBhvr>
                                      <p:tavLst>
                                        <p:tav tm="0">
                                          <p:val>
                                            <p:strVal val="1+#ppt_h/2"/>
                                          </p:val>
                                        </p:tav>
                                        <p:tav tm="100000">
                                          <p:val>
                                            <p:strVal val="#ppt_y"/>
                                          </p:val>
                                        </p:tav>
                                      </p:tavLst>
                                    </p:anim>
                                  </p:childTnLst>
                                </p:cTn>
                              </p:par>
                            </p:childTnLst>
                          </p:cTn>
                        </p:par>
                        <p:par>
                          <p:cTn id="43" fill="hold" nodeType="afterGroup">
                            <p:stCondLst>
                              <p:cond delay="4300"/>
                            </p:stCondLst>
                            <p:childTnLst>
                              <p:par>
                                <p:cTn id="44" presetID="22" presetClass="entr" presetSubtype="8" fill="hold" grpId="0" nodeType="afterEffect">
                                  <p:stCondLst>
                                    <p:cond delay="0"/>
                                  </p:stCondLst>
                                  <p:childTnLst>
                                    <p:set>
                                      <p:cBhvr>
                                        <p:cTn id="45" dur="1" fill="hold">
                                          <p:stCondLst>
                                            <p:cond delay="0"/>
                                          </p:stCondLst>
                                        </p:cTn>
                                        <p:tgtEl>
                                          <p:spTgt spid="17417"/>
                                        </p:tgtEl>
                                        <p:attrNameLst>
                                          <p:attrName>style.visibility</p:attrName>
                                        </p:attrNameLst>
                                      </p:cBhvr>
                                      <p:to>
                                        <p:strVal val="visible"/>
                                      </p:to>
                                    </p:set>
                                    <p:animEffect transition="in" filter="wipe(left)">
                                      <p:cBhvr>
                                        <p:cTn id="46" dur="500"/>
                                        <p:tgtEl>
                                          <p:spTgt spid="17417"/>
                                        </p:tgtEl>
                                      </p:cBhvr>
                                    </p:animEffect>
                                  </p:childTnLst>
                                </p:cTn>
                              </p:par>
                              <p:par>
                                <p:cTn id="47" presetID="22" presetClass="entr" presetSubtype="8" fill="hold" grpId="0" nodeType="withEffect">
                                  <p:stCondLst>
                                    <p:cond delay="100"/>
                                  </p:stCondLst>
                                  <p:childTnLst>
                                    <p:set>
                                      <p:cBhvr>
                                        <p:cTn id="48" dur="1" fill="hold">
                                          <p:stCondLst>
                                            <p:cond delay="0"/>
                                          </p:stCondLst>
                                        </p:cTn>
                                        <p:tgtEl>
                                          <p:spTgt spid="17418"/>
                                        </p:tgtEl>
                                        <p:attrNameLst>
                                          <p:attrName>style.visibility</p:attrName>
                                        </p:attrNameLst>
                                      </p:cBhvr>
                                      <p:to>
                                        <p:strVal val="visible"/>
                                      </p:to>
                                    </p:set>
                                    <p:animEffect transition="in" filter="wipe(left)">
                                      <p:cBhvr>
                                        <p:cTn id="49" dur="500"/>
                                        <p:tgtEl>
                                          <p:spTgt spid="17418"/>
                                        </p:tgtEl>
                                      </p:cBhvr>
                                    </p:animEffect>
                                  </p:childTnLst>
                                </p:cTn>
                              </p:par>
                              <p:par>
                                <p:cTn id="50" presetID="22" presetClass="entr" presetSubtype="8" fill="hold" grpId="0" nodeType="withEffect">
                                  <p:stCondLst>
                                    <p:cond delay="300"/>
                                  </p:stCondLst>
                                  <p:childTnLst>
                                    <p:set>
                                      <p:cBhvr>
                                        <p:cTn id="51" dur="1" fill="hold">
                                          <p:stCondLst>
                                            <p:cond delay="0"/>
                                          </p:stCondLst>
                                        </p:cTn>
                                        <p:tgtEl>
                                          <p:spTgt spid="17420"/>
                                        </p:tgtEl>
                                        <p:attrNameLst>
                                          <p:attrName>style.visibility</p:attrName>
                                        </p:attrNameLst>
                                      </p:cBhvr>
                                      <p:to>
                                        <p:strVal val="visible"/>
                                      </p:to>
                                    </p:set>
                                    <p:animEffect transition="in" filter="wipe(left)">
                                      <p:cBhvr>
                                        <p:cTn id="52" dur="500"/>
                                        <p:tgtEl>
                                          <p:spTgt spid="17420"/>
                                        </p:tgtEl>
                                      </p:cBhvr>
                                    </p:animEffect>
                                  </p:childTnLst>
                                </p:cTn>
                              </p:par>
                              <p:par>
                                <p:cTn id="53" presetID="22" presetClass="entr" presetSubtype="8" fill="hold" grpId="0" nodeType="withEffect">
                                  <p:stCondLst>
                                    <p:cond delay="400"/>
                                  </p:stCondLst>
                                  <p:childTnLst>
                                    <p:set>
                                      <p:cBhvr>
                                        <p:cTn id="54" dur="1" fill="hold">
                                          <p:stCondLst>
                                            <p:cond delay="0"/>
                                          </p:stCondLst>
                                        </p:cTn>
                                        <p:tgtEl>
                                          <p:spTgt spid="17421"/>
                                        </p:tgtEl>
                                        <p:attrNameLst>
                                          <p:attrName>style.visibility</p:attrName>
                                        </p:attrNameLst>
                                      </p:cBhvr>
                                      <p:to>
                                        <p:strVal val="visible"/>
                                      </p:to>
                                    </p:set>
                                    <p:animEffect transition="in" filter="wipe(left)">
                                      <p:cBhvr>
                                        <p:cTn id="55" dur="500"/>
                                        <p:tgtEl>
                                          <p:spTgt spid="174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animBg="1" autoUpdateAnimBg="0"/>
      <p:bldP spid="17411" grpId="0" animBg="1"/>
      <p:bldP spid="17412" grpId="0" autoUpdateAnimBg="0"/>
      <p:bldP spid="17413" grpId="0" autoUpdateAnimBg="0"/>
      <p:bldP spid="17414" grpId="0" animBg="1" autoUpdateAnimBg="0"/>
      <p:bldP spid="17415" grpId="0" animBg="1" autoUpdateAnimBg="0"/>
      <p:bldP spid="17416" grpId="0" animBg="1" autoUpdateAnimBg="0"/>
      <p:bldP spid="17417" grpId="0" autoUpdateAnimBg="0"/>
      <p:bldP spid="17418" grpId="0" autoUpdateAnimBg="0"/>
      <p:bldP spid="17419" grpId="0" animBg="1" autoUpdateAnimBg="0"/>
      <p:bldP spid="17420" grpId="0" autoUpdateAnimBg="0"/>
      <p:bldP spid="17421" grpId="0" autoUpdateAnimBg="0"/>
      <p:bldP spid="1742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Box 27"/>
          <p:cNvSpPr txBox="1">
            <a:spLocks noChangeArrowheads="1"/>
          </p:cNvSpPr>
          <p:nvPr/>
        </p:nvSpPr>
        <p:spPr bwMode="auto">
          <a:xfrm>
            <a:off x="1012825" y="176213"/>
            <a:ext cx="2930931" cy="553998"/>
          </a:xfrm>
          <a:prstGeom prst="rect">
            <a:avLst/>
          </a:prstGeom>
          <a:noFill/>
          <a:ln w="9525">
            <a:noFill/>
            <a:miter lim="800000"/>
            <a:headEnd/>
            <a:tailEnd/>
          </a:ln>
        </p:spPr>
        <p:txBody>
          <a:bodyPr wrap="none">
            <a:spAutoFit/>
          </a:bodyPr>
          <a:lstStyle/>
          <a:p>
            <a:pPr eaLnBrk="1" hangingPunct="1"/>
            <a:r>
              <a:rPr lang="en-US" altLang="zh-CN" sz="3000" b="1" dirty="0">
                <a:solidFill>
                  <a:schemeClr val="accent1"/>
                </a:solidFill>
                <a:latin typeface="微软雅黑" pitchFamily="34" charset="-122"/>
                <a:ea typeface="微软雅黑" pitchFamily="34" charset="-122"/>
              </a:rPr>
              <a:t>2.1 </a:t>
            </a:r>
            <a:r>
              <a:rPr lang="en-US" altLang="zh-CN" sz="3000" b="1" dirty="0" smtClean="0">
                <a:solidFill>
                  <a:schemeClr val="accent1"/>
                </a:solidFill>
                <a:latin typeface="微软雅黑" pitchFamily="34" charset="-122"/>
                <a:ea typeface="微软雅黑" pitchFamily="34" charset="-122"/>
              </a:rPr>
              <a:t>JavaEE</a:t>
            </a:r>
            <a:r>
              <a:rPr lang="zh-CN" altLang="en-US" sz="3000" b="1" dirty="0" smtClean="0">
                <a:solidFill>
                  <a:schemeClr val="accent1"/>
                </a:solidFill>
                <a:latin typeface="微软雅黑" pitchFamily="34" charset="-122"/>
                <a:ea typeface="微软雅黑" pitchFamily="34" charset="-122"/>
              </a:rPr>
              <a:t>简介</a:t>
            </a:r>
            <a:endParaRPr lang="zh-CN" altLang="en-US" sz="3000" b="1" dirty="0">
              <a:solidFill>
                <a:schemeClr val="accent1"/>
              </a:solidFill>
              <a:latin typeface="微软雅黑" pitchFamily="34" charset="-122"/>
              <a:ea typeface="微软雅黑" pitchFamily="34" charset="-122"/>
            </a:endParaRPr>
          </a:p>
        </p:txBody>
      </p:sp>
      <p:sp>
        <p:nvSpPr>
          <p:cNvPr id="18435"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round/>
            <a:headEnd/>
            <a:tailEnd/>
          </a:ln>
        </p:spPr>
        <p:txBody>
          <a:bodyPr/>
          <a:lstStyle/>
          <a:p>
            <a:endParaRPr lang="zh-CN" altLang="en-US"/>
          </a:p>
        </p:txBody>
      </p:sp>
      <p:sp>
        <p:nvSpPr>
          <p:cNvPr id="18436" name="Freeform 6"/>
          <p:cNvSpPr>
            <a:spLocks/>
          </p:cNvSpPr>
          <p:nvPr/>
        </p:nvSpPr>
        <p:spPr bwMode="auto">
          <a:xfrm>
            <a:off x="2524125" y="2051373"/>
            <a:ext cx="1350963" cy="946150"/>
          </a:xfrm>
          <a:custGeom>
            <a:avLst/>
            <a:gdLst>
              <a:gd name="T0" fmla="*/ 0 w 1432"/>
              <a:gd name="T1" fmla="*/ 2147483646 h 1002"/>
              <a:gd name="T2" fmla="*/ 2147483646 w 1432"/>
              <a:gd name="T3" fmla="*/ 0 h 1002"/>
              <a:gd name="T4" fmla="*/ 2147483646 w 1432"/>
              <a:gd name="T5" fmla="*/ 2147483646 h 1002"/>
              <a:gd name="T6" fmla="*/ 2147483646 w 1432"/>
              <a:gd name="T7" fmla="*/ 2147483646 h 1002"/>
              <a:gd name="T8" fmla="*/ 0 w 1432"/>
              <a:gd name="T9" fmla="*/ 2147483646 h 10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32" h="1002">
                <a:moveTo>
                  <a:pt x="0" y="290"/>
                </a:moveTo>
                <a:lnTo>
                  <a:pt x="1432" y="0"/>
                </a:lnTo>
                <a:lnTo>
                  <a:pt x="1245" y="793"/>
                </a:lnTo>
                <a:lnTo>
                  <a:pt x="275" y="1002"/>
                </a:lnTo>
                <a:lnTo>
                  <a:pt x="0" y="290"/>
                </a:lnTo>
                <a:close/>
              </a:path>
            </a:pathLst>
          </a:custGeom>
          <a:solidFill>
            <a:schemeClr val="accent1"/>
          </a:solidFill>
          <a:ln w="9525">
            <a:noFill/>
            <a:round/>
            <a:headEnd/>
            <a:tailEnd/>
          </a:ln>
        </p:spPr>
        <p:txBody>
          <a:bodyPr/>
          <a:lstStyle/>
          <a:p>
            <a:endParaRPr lang="zh-CN" altLang="en-US"/>
          </a:p>
        </p:txBody>
      </p:sp>
      <p:sp>
        <p:nvSpPr>
          <p:cNvPr id="18437" name="Oval 7"/>
          <p:cNvSpPr>
            <a:spLocks noChangeArrowheads="1"/>
          </p:cNvSpPr>
          <p:nvPr/>
        </p:nvSpPr>
        <p:spPr bwMode="auto">
          <a:xfrm>
            <a:off x="1300163" y="862335"/>
            <a:ext cx="2206625" cy="2206625"/>
          </a:xfrm>
          <a:prstGeom prst="ellipse">
            <a:avLst/>
          </a:prstGeom>
          <a:solidFill>
            <a:srgbClr val="113E6A"/>
          </a:solidFill>
          <a:ln w="9525">
            <a:noFill/>
            <a:round/>
            <a:headEnd/>
            <a:tailEnd/>
          </a:ln>
        </p:spPr>
        <p:txBody>
          <a:bodyPr/>
          <a:lstStyle/>
          <a:p>
            <a:pPr eaLnBrk="1" hangingPunct="1"/>
            <a:endParaRPr lang="zh-CN" altLang="en-US"/>
          </a:p>
        </p:txBody>
      </p:sp>
      <p:sp>
        <p:nvSpPr>
          <p:cNvPr id="18438" name="Freeform 8"/>
          <p:cNvSpPr>
            <a:spLocks/>
          </p:cNvSpPr>
          <p:nvPr/>
        </p:nvSpPr>
        <p:spPr bwMode="auto">
          <a:xfrm>
            <a:off x="725488" y="2051373"/>
            <a:ext cx="3149600" cy="717550"/>
          </a:xfrm>
          <a:custGeom>
            <a:avLst/>
            <a:gdLst>
              <a:gd name="T0" fmla="*/ 0 w 3337"/>
              <a:gd name="T1" fmla="*/ 0 h 760"/>
              <a:gd name="T2" fmla="*/ 2147483646 w 3337"/>
              <a:gd name="T3" fmla="*/ 0 h 760"/>
              <a:gd name="T4" fmla="*/ 2147483646 w 3337"/>
              <a:gd name="T5" fmla="*/ 2147483646 h 760"/>
              <a:gd name="T6" fmla="*/ 2147483646 w 3337"/>
              <a:gd name="T7" fmla="*/ 2147483646 h 760"/>
              <a:gd name="T8" fmla="*/ 0 w 3337"/>
              <a:gd name="T9" fmla="*/ 0 h 7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37" h="760">
                <a:moveTo>
                  <a:pt x="0" y="0"/>
                </a:moveTo>
                <a:lnTo>
                  <a:pt x="3337" y="0"/>
                </a:lnTo>
                <a:lnTo>
                  <a:pt x="3150" y="760"/>
                </a:lnTo>
                <a:lnTo>
                  <a:pt x="275" y="760"/>
                </a:lnTo>
                <a:lnTo>
                  <a:pt x="0" y="0"/>
                </a:lnTo>
                <a:close/>
              </a:path>
            </a:pathLst>
          </a:custGeom>
          <a:solidFill>
            <a:srgbClr val="006BBC"/>
          </a:solidFill>
          <a:ln w="9525">
            <a:noFill/>
            <a:round/>
            <a:headEnd/>
            <a:tailEnd/>
          </a:ln>
        </p:spPr>
        <p:txBody>
          <a:bodyPr/>
          <a:lstStyle/>
          <a:p>
            <a:endParaRPr lang="zh-CN" altLang="en-US"/>
          </a:p>
        </p:txBody>
      </p:sp>
      <p:sp>
        <p:nvSpPr>
          <p:cNvPr id="18439" name="TextBox 7"/>
          <p:cNvSpPr txBox="1">
            <a:spLocks noChangeArrowheads="1"/>
          </p:cNvSpPr>
          <p:nvPr/>
        </p:nvSpPr>
        <p:spPr bwMode="auto">
          <a:xfrm>
            <a:off x="1657350" y="913135"/>
            <a:ext cx="817563" cy="1322388"/>
          </a:xfrm>
          <a:prstGeom prst="rect">
            <a:avLst/>
          </a:prstGeom>
          <a:noFill/>
          <a:ln w="9525">
            <a:noFill/>
            <a:miter lim="800000"/>
            <a:headEnd/>
            <a:tailEnd/>
          </a:ln>
        </p:spPr>
        <p:txBody>
          <a:bodyPr wrap="none">
            <a:spAutoFit/>
          </a:bodyPr>
          <a:lstStyle/>
          <a:p>
            <a:pPr eaLnBrk="1" hangingPunct="1"/>
            <a:r>
              <a:rPr lang="en-US" altLang="zh-CN" sz="8000" b="1" dirty="0">
                <a:solidFill>
                  <a:schemeClr val="accent2"/>
                </a:solidFill>
                <a:latin typeface="微软雅黑" pitchFamily="34" charset="-122"/>
                <a:ea typeface="微软雅黑" pitchFamily="34" charset="-122"/>
              </a:rPr>
              <a:t>3</a:t>
            </a:r>
            <a:endParaRPr lang="zh-CN" altLang="en-US" sz="8000" b="1" dirty="0">
              <a:solidFill>
                <a:schemeClr val="accent2"/>
              </a:solidFill>
              <a:latin typeface="微软雅黑" pitchFamily="34" charset="-122"/>
              <a:ea typeface="微软雅黑" pitchFamily="34" charset="-122"/>
            </a:endParaRPr>
          </a:p>
        </p:txBody>
      </p:sp>
      <p:sp>
        <p:nvSpPr>
          <p:cNvPr id="18440" name="TextBox 8"/>
          <p:cNvSpPr txBox="1">
            <a:spLocks noChangeArrowheads="1"/>
          </p:cNvSpPr>
          <p:nvPr/>
        </p:nvSpPr>
        <p:spPr bwMode="auto">
          <a:xfrm>
            <a:off x="2263775" y="1527498"/>
            <a:ext cx="1392238" cy="460375"/>
          </a:xfrm>
          <a:prstGeom prst="rect">
            <a:avLst/>
          </a:prstGeom>
          <a:noFill/>
          <a:ln w="9525">
            <a:noFill/>
            <a:miter lim="800000"/>
            <a:headEnd/>
            <a:tailEnd/>
          </a:ln>
        </p:spPr>
        <p:txBody>
          <a:bodyPr>
            <a:spAutoFit/>
          </a:bodyPr>
          <a:lstStyle/>
          <a:p>
            <a:pPr eaLnBrk="1" hangingPunct="1"/>
            <a:r>
              <a:rPr lang="zh-CN" altLang="en-US" sz="2400" dirty="0" smtClean="0">
                <a:solidFill>
                  <a:schemeClr val="accent2"/>
                </a:solidFill>
                <a:latin typeface="微软雅黑" pitchFamily="34" charset="-122"/>
                <a:ea typeface="微软雅黑" pitchFamily="34" charset="-122"/>
              </a:rPr>
              <a:t>个特性</a:t>
            </a:r>
            <a:endParaRPr lang="zh-CN" altLang="en-US" sz="2400" dirty="0">
              <a:solidFill>
                <a:schemeClr val="accent2"/>
              </a:solidFill>
              <a:latin typeface="微软雅黑" pitchFamily="34" charset="-122"/>
              <a:ea typeface="微软雅黑" pitchFamily="34" charset="-122"/>
            </a:endParaRPr>
          </a:p>
        </p:txBody>
      </p:sp>
      <p:sp>
        <p:nvSpPr>
          <p:cNvPr id="18441" name="TextBox 9"/>
          <p:cNvSpPr txBox="1">
            <a:spLocks noChangeArrowheads="1"/>
          </p:cNvSpPr>
          <p:nvPr/>
        </p:nvSpPr>
        <p:spPr bwMode="auto">
          <a:xfrm>
            <a:off x="1300163" y="2132335"/>
            <a:ext cx="2185342" cy="430887"/>
          </a:xfrm>
          <a:prstGeom prst="rect">
            <a:avLst/>
          </a:prstGeom>
          <a:noFill/>
          <a:ln w="9525">
            <a:noFill/>
            <a:miter lim="800000"/>
            <a:headEnd/>
            <a:tailEnd/>
          </a:ln>
        </p:spPr>
        <p:txBody>
          <a:bodyPr wrap="none">
            <a:spAutoFit/>
          </a:bodyPr>
          <a:lstStyle/>
          <a:p>
            <a:pPr eaLnBrk="1" hangingPunct="1"/>
            <a:r>
              <a:rPr lang="en-US" altLang="zh-CN" sz="2200" dirty="0" smtClean="0">
                <a:solidFill>
                  <a:schemeClr val="accent2"/>
                </a:solidFill>
                <a:latin typeface="微软雅黑" pitchFamily="34" charset="-122"/>
                <a:ea typeface="微软雅黑" pitchFamily="34" charset="-122"/>
              </a:rPr>
              <a:t>JavaEE</a:t>
            </a:r>
            <a:r>
              <a:rPr lang="zh-CN" altLang="en-US" sz="2200" dirty="0" smtClean="0">
                <a:solidFill>
                  <a:schemeClr val="accent2"/>
                </a:solidFill>
                <a:latin typeface="微软雅黑" pitchFamily="34" charset="-122"/>
                <a:ea typeface="微软雅黑" pitchFamily="34" charset="-122"/>
              </a:rPr>
              <a:t>的优越性</a:t>
            </a:r>
            <a:endParaRPr lang="zh-CN" altLang="en-US" sz="2200" dirty="0">
              <a:solidFill>
                <a:schemeClr val="accent2"/>
              </a:solidFill>
              <a:latin typeface="微软雅黑" pitchFamily="34" charset="-122"/>
              <a:ea typeface="微软雅黑" pitchFamily="34" charset="-122"/>
            </a:endParaRPr>
          </a:p>
        </p:txBody>
      </p:sp>
      <p:pic>
        <p:nvPicPr>
          <p:cNvPr id="22"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30783" y="620688"/>
            <a:ext cx="5889105" cy="5837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4" name="Freeform 8"/>
          <p:cNvSpPr>
            <a:spLocks/>
          </p:cNvSpPr>
          <p:nvPr/>
        </p:nvSpPr>
        <p:spPr bwMode="auto">
          <a:xfrm>
            <a:off x="744240" y="3212976"/>
            <a:ext cx="3149600" cy="717550"/>
          </a:xfrm>
          <a:custGeom>
            <a:avLst/>
            <a:gdLst>
              <a:gd name="T0" fmla="*/ 0 w 3337"/>
              <a:gd name="T1" fmla="*/ 0 h 760"/>
              <a:gd name="T2" fmla="*/ 2147483646 w 3337"/>
              <a:gd name="T3" fmla="*/ 0 h 760"/>
              <a:gd name="T4" fmla="*/ 2147483646 w 3337"/>
              <a:gd name="T5" fmla="*/ 2147483646 h 760"/>
              <a:gd name="T6" fmla="*/ 2147483646 w 3337"/>
              <a:gd name="T7" fmla="*/ 2147483646 h 760"/>
              <a:gd name="T8" fmla="*/ 0 w 3337"/>
              <a:gd name="T9" fmla="*/ 0 h 7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37" h="760">
                <a:moveTo>
                  <a:pt x="0" y="0"/>
                </a:moveTo>
                <a:lnTo>
                  <a:pt x="3337" y="0"/>
                </a:lnTo>
                <a:lnTo>
                  <a:pt x="3150" y="760"/>
                </a:lnTo>
                <a:lnTo>
                  <a:pt x="275" y="760"/>
                </a:lnTo>
                <a:lnTo>
                  <a:pt x="0" y="0"/>
                </a:lnTo>
                <a:close/>
              </a:path>
            </a:pathLst>
          </a:custGeom>
          <a:solidFill>
            <a:srgbClr val="006BBC"/>
          </a:solidFill>
          <a:ln w="9525">
            <a:noFill/>
            <a:round/>
            <a:headEnd/>
            <a:tailEnd/>
          </a:ln>
        </p:spPr>
        <p:txBody>
          <a:bodyPr/>
          <a:lstStyle/>
          <a:p>
            <a:endParaRPr lang="zh-CN" altLang="en-US"/>
          </a:p>
        </p:txBody>
      </p:sp>
      <p:sp>
        <p:nvSpPr>
          <p:cNvPr id="25" name="TextBox 9"/>
          <p:cNvSpPr txBox="1">
            <a:spLocks noChangeArrowheads="1"/>
          </p:cNvSpPr>
          <p:nvPr/>
        </p:nvSpPr>
        <p:spPr bwMode="auto">
          <a:xfrm>
            <a:off x="1561877" y="3293938"/>
            <a:ext cx="1595309" cy="430887"/>
          </a:xfrm>
          <a:prstGeom prst="rect">
            <a:avLst/>
          </a:prstGeom>
          <a:noFill/>
          <a:ln w="9525">
            <a:noFill/>
            <a:miter lim="800000"/>
            <a:headEnd/>
            <a:tailEnd/>
          </a:ln>
        </p:spPr>
        <p:txBody>
          <a:bodyPr wrap="none">
            <a:spAutoFit/>
          </a:bodyPr>
          <a:lstStyle/>
          <a:p>
            <a:pPr eaLnBrk="1" hangingPunct="1"/>
            <a:r>
              <a:rPr lang="zh-CN" altLang="en-US" sz="2200" dirty="0" smtClean="0">
                <a:solidFill>
                  <a:schemeClr val="accent2"/>
                </a:solidFill>
                <a:latin typeface="微软雅黑" pitchFamily="34" charset="-122"/>
                <a:ea typeface="微软雅黑" pitchFamily="34" charset="-122"/>
              </a:rPr>
              <a:t>平台无关性</a:t>
            </a:r>
            <a:endParaRPr lang="zh-CN" altLang="en-US" sz="2200" dirty="0">
              <a:solidFill>
                <a:schemeClr val="accent2"/>
              </a:solidFill>
              <a:latin typeface="微软雅黑" pitchFamily="34" charset="-122"/>
              <a:ea typeface="微软雅黑" pitchFamily="34" charset="-122"/>
            </a:endParaRPr>
          </a:p>
        </p:txBody>
      </p:sp>
      <p:sp>
        <p:nvSpPr>
          <p:cNvPr id="26" name="Freeform 8"/>
          <p:cNvSpPr>
            <a:spLocks/>
          </p:cNvSpPr>
          <p:nvPr/>
        </p:nvSpPr>
        <p:spPr bwMode="auto">
          <a:xfrm>
            <a:off x="788541" y="4221088"/>
            <a:ext cx="3149600" cy="717550"/>
          </a:xfrm>
          <a:custGeom>
            <a:avLst/>
            <a:gdLst>
              <a:gd name="T0" fmla="*/ 0 w 3337"/>
              <a:gd name="T1" fmla="*/ 0 h 760"/>
              <a:gd name="T2" fmla="*/ 2147483646 w 3337"/>
              <a:gd name="T3" fmla="*/ 0 h 760"/>
              <a:gd name="T4" fmla="*/ 2147483646 w 3337"/>
              <a:gd name="T5" fmla="*/ 2147483646 h 760"/>
              <a:gd name="T6" fmla="*/ 2147483646 w 3337"/>
              <a:gd name="T7" fmla="*/ 2147483646 h 760"/>
              <a:gd name="T8" fmla="*/ 0 w 3337"/>
              <a:gd name="T9" fmla="*/ 0 h 7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37" h="760">
                <a:moveTo>
                  <a:pt x="0" y="0"/>
                </a:moveTo>
                <a:lnTo>
                  <a:pt x="3337" y="0"/>
                </a:lnTo>
                <a:lnTo>
                  <a:pt x="3150" y="760"/>
                </a:lnTo>
                <a:lnTo>
                  <a:pt x="275" y="760"/>
                </a:lnTo>
                <a:lnTo>
                  <a:pt x="0" y="0"/>
                </a:lnTo>
                <a:close/>
              </a:path>
            </a:pathLst>
          </a:custGeom>
          <a:solidFill>
            <a:srgbClr val="006BBC"/>
          </a:solidFill>
          <a:ln w="9525">
            <a:noFill/>
            <a:round/>
            <a:headEnd/>
            <a:tailEnd/>
          </a:ln>
        </p:spPr>
        <p:txBody>
          <a:bodyPr/>
          <a:lstStyle/>
          <a:p>
            <a:endParaRPr lang="zh-CN" altLang="en-US"/>
          </a:p>
        </p:txBody>
      </p:sp>
      <p:sp>
        <p:nvSpPr>
          <p:cNvPr id="27" name="TextBox 9"/>
          <p:cNvSpPr txBox="1">
            <a:spLocks noChangeArrowheads="1"/>
          </p:cNvSpPr>
          <p:nvPr/>
        </p:nvSpPr>
        <p:spPr bwMode="auto">
          <a:xfrm>
            <a:off x="1208415" y="4302050"/>
            <a:ext cx="2441694" cy="430887"/>
          </a:xfrm>
          <a:prstGeom prst="rect">
            <a:avLst/>
          </a:prstGeom>
          <a:noFill/>
          <a:ln w="9525">
            <a:noFill/>
            <a:miter lim="800000"/>
            <a:headEnd/>
            <a:tailEnd/>
          </a:ln>
        </p:spPr>
        <p:txBody>
          <a:bodyPr wrap="none">
            <a:spAutoFit/>
          </a:bodyPr>
          <a:lstStyle/>
          <a:p>
            <a:pPr eaLnBrk="1" hangingPunct="1"/>
            <a:r>
              <a:rPr lang="zh-CN" altLang="en-US" sz="2200" dirty="0" smtClean="0">
                <a:solidFill>
                  <a:schemeClr val="accent2"/>
                </a:solidFill>
                <a:latin typeface="微软雅黑" pitchFamily="34" charset="-122"/>
                <a:ea typeface="微软雅黑" pitchFamily="34" charset="-122"/>
              </a:rPr>
              <a:t>统一的规范和标准</a:t>
            </a:r>
            <a:endParaRPr lang="zh-CN" altLang="en-US" sz="2200" dirty="0">
              <a:solidFill>
                <a:schemeClr val="accent2"/>
              </a:solidFill>
              <a:latin typeface="微软雅黑" pitchFamily="34" charset="-122"/>
              <a:ea typeface="微软雅黑" pitchFamily="34" charset="-122"/>
            </a:endParaRPr>
          </a:p>
        </p:txBody>
      </p:sp>
      <p:sp>
        <p:nvSpPr>
          <p:cNvPr id="28" name="Freeform 8"/>
          <p:cNvSpPr>
            <a:spLocks/>
          </p:cNvSpPr>
          <p:nvPr/>
        </p:nvSpPr>
        <p:spPr bwMode="auto">
          <a:xfrm>
            <a:off x="788541" y="5229200"/>
            <a:ext cx="3149600" cy="717550"/>
          </a:xfrm>
          <a:custGeom>
            <a:avLst/>
            <a:gdLst>
              <a:gd name="T0" fmla="*/ 0 w 3337"/>
              <a:gd name="T1" fmla="*/ 0 h 760"/>
              <a:gd name="T2" fmla="*/ 2147483646 w 3337"/>
              <a:gd name="T3" fmla="*/ 0 h 760"/>
              <a:gd name="T4" fmla="*/ 2147483646 w 3337"/>
              <a:gd name="T5" fmla="*/ 2147483646 h 760"/>
              <a:gd name="T6" fmla="*/ 2147483646 w 3337"/>
              <a:gd name="T7" fmla="*/ 2147483646 h 760"/>
              <a:gd name="T8" fmla="*/ 0 w 3337"/>
              <a:gd name="T9" fmla="*/ 0 h 7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37" h="760">
                <a:moveTo>
                  <a:pt x="0" y="0"/>
                </a:moveTo>
                <a:lnTo>
                  <a:pt x="3337" y="0"/>
                </a:lnTo>
                <a:lnTo>
                  <a:pt x="3150" y="760"/>
                </a:lnTo>
                <a:lnTo>
                  <a:pt x="275" y="760"/>
                </a:lnTo>
                <a:lnTo>
                  <a:pt x="0" y="0"/>
                </a:lnTo>
                <a:close/>
              </a:path>
            </a:pathLst>
          </a:custGeom>
          <a:solidFill>
            <a:srgbClr val="006BBC"/>
          </a:solidFill>
          <a:ln w="9525">
            <a:noFill/>
            <a:round/>
            <a:headEnd/>
            <a:tailEnd/>
          </a:ln>
        </p:spPr>
        <p:txBody>
          <a:bodyPr/>
          <a:lstStyle/>
          <a:p>
            <a:endParaRPr lang="zh-CN" altLang="en-US"/>
          </a:p>
        </p:txBody>
      </p:sp>
      <p:sp>
        <p:nvSpPr>
          <p:cNvPr id="29" name="TextBox 9"/>
          <p:cNvSpPr txBox="1">
            <a:spLocks noChangeArrowheads="1"/>
          </p:cNvSpPr>
          <p:nvPr/>
        </p:nvSpPr>
        <p:spPr bwMode="auto">
          <a:xfrm>
            <a:off x="1659749" y="5310162"/>
            <a:ext cx="1486304" cy="430887"/>
          </a:xfrm>
          <a:prstGeom prst="rect">
            <a:avLst/>
          </a:prstGeom>
          <a:noFill/>
          <a:ln w="9525">
            <a:noFill/>
            <a:miter lim="800000"/>
            <a:headEnd/>
            <a:tailEnd/>
          </a:ln>
        </p:spPr>
        <p:txBody>
          <a:bodyPr wrap="none">
            <a:spAutoFit/>
          </a:bodyPr>
          <a:lstStyle/>
          <a:p>
            <a:pPr eaLnBrk="1" hangingPunct="1"/>
            <a:r>
              <a:rPr lang="zh-CN" altLang="en-US" sz="2200" dirty="0" smtClean="0">
                <a:solidFill>
                  <a:schemeClr val="accent2"/>
                </a:solidFill>
                <a:latin typeface="微软雅黑" pitchFamily="34" charset="-122"/>
                <a:ea typeface="微软雅黑" pitchFamily="34" charset="-122"/>
              </a:rPr>
              <a:t>丰富的</a:t>
            </a:r>
            <a:r>
              <a:rPr lang="en-US" altLang="zh-CN" sz="2200" dirty="0" smtClean="0">
                <a:solidFill>
                  <a:schemeClr val="accent2"/>
                </a:solidFill>
                <a:latin typeface="微软雅黑" pitchFamily="34" charset="-122"/>
                <a:ea typeface="微软雅黑" pitchFamily="34" charset="-122"/>
              </a:rPr>
              <a:t>API</a:t>
            </a:r>
            <a:endParaRPr lang="zh-CN" altLang="en-US" sz="2200" dirty="0">
              <a:solidFill>
                <a:schemeClr val="accent2"/>
              </a:solidFill>
              <a:latin typeface="微软雅黑" pitchFamily="34" charset="-122"/>
              <a:ea typeface="微软雅黑" pitchFamily="34"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18435"/>
                                        </p:tgtEl>
                                        <p:attrNameLst>
                                          <p:attrName>style.visibility</p:attrName>
                                        </p:attrNameLst>
                                      </p:cBhvr>
                                      <p:to>
                                        <p:strVal val="visible"/>
                                      </p:to>
                                    </p:set>
                                    <p:anim calcmode="lin" valueType="num">
                                      <p:cBhvr>
                                        <p:cTn id="7" dur="300" fill="hold"/>
                                        <p:tgtEl>
                                          <p:spTgt spid="18435"/>
                                        </p:tgtEl>
                                        <p:attrNameLst>
                                          <p:attrName>ppt_w</p:attrName>
                                        </p:attrNameLst>
                                      </p:cBhvr>
                                      <p:tavLst>
                                        <p:tav tm="0">
                                          <p:val>
                                            <p:fltVal val="0"/>
                                          </p:val>
                                        </p:tav>
                                        <p:tav tm="100000">
                                          <p:val>
                                            <p:strVal val="#ppt_w"/>
                                          </p:val>
                                        </p:tav>
                                      </p:tavLst>
                                    </p:anim>
                                    <p:anim calcmode="lin" valueType="num">
                                      <p:cBhvr>
                                        <p:cTn id="8" dur="300" fill="hold"/>
                                        <p:tgtEl>
                                          <p:spTgt spid="18435"/>
                                        </p:tgtEl>
                                        <p:attrNameLst>
                                          <p:attrName>ppt_h</p:attrName>
                                        </p:attrNameLst>
                                      </p:cBhvr>
                                      <p:tavLst>
                                        <p:tav tm="0">
                                          <p:val>
                                            <p:fltVal val="0"/>
                                          </p:val>
                                        </p:tav>
                                        <p:tav tm="100000">
                                          <p:val>
                                            <p:strVal val="#ppt_h"/>
                                          </p:val>
                                        </p:tav>
                                      </p:tavLst>
                                    </p:anim>
                                    <p:anim calcmode="lin" valueType="num">
                                      <p:cBhvr>
                                        <p:cTn id="9" dur="300" fill="hold"/>
                                        <p:tgtEl>
                                          <p:spTgt spid="18435"/>
                                        </p:tgtEl>
                                        <p:attrNameLst>
                                          <p:attrName>style.rotation</p:attrName>
                                        </p:attrNameLst>
                                      </p:cBhvr>
                                      <p:tavLst>
                                        <p:tav tm="0">
                                          <p:val>
                                            <p:fltVal val="90"/>
                                          </p:val>
                                        </p:tav>
                                        <p:tav tm="100000">
                                          <p:val>
                                            <p:fltVal val="0"/>
                                          </p:val>
                                        </p:tav>
                                      </p:tavLst>
                                    </p:anim>
                                    <p:animEffect transition="in" filter="fade">
                                      <p:cBhvr>
                                        <p:cTn id="10" dur="300"/>
                                        <p:tgtEl>
                                          <p:spTgt spid="18435"/>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8434"/>
                                        </p:tgtEl>
                                        <p:attrNameLst>
                                          <p:attrName>style.visibility</p:attrName>
                                        </p:attrNameLst>
                                      </p:cBhvr>
                                      <p:to>
                                        <p:strVal val="visible"/>
                                      </p:to>
                                    </p:set>
                                    <p:anim calcmode="lin" valueType="num">
                                      <p:cBhvr>
                                        <p:cTn id="14" dur="400" fill="hold"/>
                                        <p:tgtEl>
                                          <p:spTgt spid="1843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8434"/>
                                        </p:tgtEl>
                                        <p:attrNameLst>
                                          <p:attrName>ppt_y</p:attrName>
                                        </p:attrNameLst>
                                      </p:cBhvr>
                                      <p:tavLst>
                                        <p:tav tm="0">
                                          <p:val>
                                            <p:strVal val="#ppt_y"/>
                                          </p:val>
                                        </p:tav>
                                        <p:tav tm="100000">
                                          <p:val>
                                            <p:strVal val="#ppt_y"/>
                                          </p:val>
                                        </p:tav>
                                      </p:tavLst>
                                    </p:anim>
                                    <p:anim calcmode="lin" valueType="num">
                                      <p:cBhvr>
                                        <p:cTn id="16" dur="400" fill="hold"/>
                                        <p:tgtEl>
                                          <p:spTgt spid="1843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843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8434"/>
                                        </p:tgtEl>
                                      </p:cBhvr>
                                    </p:animEffect>
                                  </p:childTnLst>
                                </p:cTn>
                              </p:par>
                            </p:childTnLst>
                          </p:cTn>
                        </p:par>
                        <p:par>
                          <p:cTn id="19" fill="hold" nodeType="afterGroup">
                            <p:stCondLst>
                              <p:cond delay="1100"/>
                            </p:stCondLst>
                            <p:childTnLst>
                              <p:par>
                                <p:cTn id="20" presetID="52" presetClass="entr" presetSubtype="0" fill="hold" grpId="0" nodeType="afterEffect">
                                  <p:stCondLst>
                                    <p:cond delay="0"/>
                                  </p:stCondLst>
                                  <p:childTnLst>
                                    <p:set>
                                      <p:cBhvr>
                                        <p:cTn id="21" dur="1" fill="hold">
                                          <p:stCondLst>
                                            <p:cond delay="0"/>
                                          </p:stCondLst>
                                        </p:cTn>
                                        <p:tgtEl>
                                          <p:spTgt spid="18437"/>
                                        </p:tgtEl>
                                        <p:attrNameLst>
                                          <p:attrName>style.visibility</p:attrName>
                                        </p:attrNameLst>
                                      </p:cBhvr>
                                      <p:to>
                                        <p:strVal val="visible"/>
                                      </p:to>
                                    </p:set>
                                    <p:animScale>
                                      <p:cBhvr>
                                        <p:cTn id="22" dur="1000" decel="50000" fill="hold">
                                          <p:stCondLst>
                                            <p:cond delay="0"/>
                                          </p:stCondLst>
                                        </p:cTn>
                                        <p:tgtEl>
                                          <p:spTgt spid="1843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23" dur="1000" decel="50000" fill="hold">
                                          <p:stCondLst>
                                            <p:cond delay="0"/>
                                          </p:stCondLst>
                                        </p:cTn>
                                        <p:tgtEl>
                                          <p:spTgt spid="18437"/>
                                        </p:tgtEl>
                                        <p:attrNameLst>
                                          <p:attrName>ppt_x,ppt_y</p:attrName>
                                        </p:attrNameLst>
                                      </p:cBhvr>
                                      <p:rCtr x="0" y="0"/>
                                    </p:animMotion>
                                    <p:animEffect transition="in" filter="fade">
                                      <p:cBhvr>
                                        <p:cTn id="24" dur="1000"/>
                                        <p:tgtEl>
                                          <p:spTgt spid="18437"/>
                                        </p:tgtEl>
                                      </p:cBhvr>
                                    </p:animEffect>
                                  </p:childTnLst>
                                </p:cTn>
                              </p:par>
                            </p:childTnLst>
                          </p:cTn>
                        </p:par>
                        <p:par>
                          <p:cTn id="25" fill="hold" nodeType="afterGroup">
                            <p:stCondLst>
                              <p:cond delay="2100"/>
                            </p:stCondLst>
                            <p:childTnLst>
                              <p:par>
                                <p:cTn id="26" presetID="22" presetClass="entr" presetSubtype="8" fill="hold" grpId="0" nodeType="afterEffect">
                                  <p:stCondLst>
                                    <p:cond delay="0"/>
                                  </p:stCondLst>
                                  <p:childTnLst>
                                    <p:set>
                                      <p:cBhvr>
                                        <p:cTn id="27" dur="1" fill="hold">
                                          <p:stCondLst>
                                            <p:cond delay="0"/>
                                          </p:stCondLst>
                                        </p:cTn>
                                        <p:tgtEl>
                                          <p:spTgt spid="18436"/>
                                        </p:tgtEl>
                                        <p:attrNameLst>
                                          <p:attrName>style.visibility</p:attrName>
                                        </p:attrNameLst>
                                      </p:cBhvr>
                                      <p:to>
                                        <p:strVal val="visible"/>
                                      </p:to>
                                    </p:set>
                                    <p:animEffect transition="in" filter="wipe(left)">
                                      <p:cBhvr>
                                        <p:cTn id="28" dur="500"/>
                                        <p:tgtEl>
                                          <p:spTgt spid="18436"/>
                                        </p:tgtEl>
                                      </p:cBhvr>
                                    </p:animEffect>
                                  </p:childTnLst>
                                </p:cTn>
                              </p:par>
                            </p:childTnLst>
                          </p:cTn>
                        </p:par>
                        <p:par>
                          <p:cTn id="29" fill="hold" nodeType="afterGroup">
                            <p:stCondLst>
                              <p:cond delay="2600"/>
                            </p:stCondLst>
                            <p:childTnLst>
                              <p:par>
                                <p:cTn id="30" presetID="22" presetClass="entr" presetSubtype="2" fill="hold" grpId="0" nodeType="afterEffect">
                                  <p:stCondLst>
                                    <p:cond delay="0"/>
                                  </p:stCondLst>
                                  <p:childTnLst>
                                    <p:set>
                                      <p:cBhvr>
                                        <p:cTn id="31" dur="1" fill="hold">
                                          <p:stCondLst>
                                            <p:cond delay="0"/>
                                          </p:stCondLst>
                                        </p:cTn>
                                        <p:tgtEl>
                                          <p:spTgt spid="18438"/>
                                        </p:tgtEl>
                                        <p:attrNameLst>
                                          <p:attrName>style.visibility</p:attrName>
                                        </p:attrNameLst>
                                      </p:cBhvr>
                                      <p:to>
                                        <p:strVal val="visible"/>
                                      </p:to>
                                    </p:set>
                                    <p:animEffect transition="in" filter="wipe(right)">
                                      <p:cBhvr>
                                        <p:cTn id="32" dur="500"/>
                                        <p:tgtEl>
                                          <p:spTgt spid="18438"/>
                                        </p:tgtEl>
                                      </p:cBhvr>
                                    </p:animEffect>
                                  </p:childTnLst>
                                </p:cTn>
                              </p:par>
                            </p:childTnLst>
                          </p:cTn>
                        </p:par>
                        <p:par>
                          <p:cTn id="33" fill="hold" nodeType="afterGroup">
                            <p:stCondLst>
                              <p:cond delay="3100"/>
                            </p:stCondLst>
                            <p:childTnLst>
                              <p:par>
                                <p:cTn id="34" presetID="31" presetClass="entr" presetSubtype="0" fill="hold" grpId="0" nodeType="afterEffect">
                                  <p:stCondLst>
                                    <p:cond delay="0"/>
                                  </p:stCondLst>
                                  <p:childTnLst>
                                    <p:set>
                                      <p:cBhvr>
                                        <p:cTn id="35" dur="1" fill="hold">
                                          <p:stCondLst>
                                            <p:cond delay="0"/>
                                          </p:stCondLst>
                                        </p:cTn>
                                        <p:tgtEl>
                                          <p:spTgt spid="18439"/>
                                        </p:tgtEl>
                                        <p:attrNameLst>
                                          <p:attrName>style.visibility</p:attrName>
                                        </p:attrNameLst>
                                      </p:cBhvr>
                                      <p:to>
                                        <p:strVal val="visible"/>
                                      </p:to>
                                    </p:set>
                                    <p:anim calcmode="lin" valueType="num">
                                      <p:cBhvr>
                                        <p:cTn id="36" dur="500" fill="hold"/>
                                        <p:tgtEl>
                                          <p:spTgt spid="18439"/>
                                        </p:tgtEl>
                                        <p:attrNameLst>
                                          <p:attrName>ppt_w</p:attrName>
                                        </p:attrNameLst>
                                      </p:cBhvr>
                                      <p:tavLst>
                                        <p:tav tm="0">
                                          <p:val>
                                            <p:fltVal val="0"/>
                                          </p:val>
                                        </p:tav>
                                        <p:tav tm="100000">
                                          <p:val>
                                            <p:strVal val="#ppt_w"/>
                                          </p:val>
                                        </p:tav>
                                      </p:tavLst>
                                    </p:anim>
                                    <p:anim calcmode="lin" valueType="num">
                                      <p:cBhvr>
                                        <p:cTn id="37" dur="500" fill="hold"/>
                                        <p:tgtEl>
                                          <p:spTgt spid="18439"/>
                                        </p:tgtEl>
                                        <p:attrNameLst>
                                          <p:attrName>ppt_h</p:attrName>
                                        </p:attrNameLst>
                                      </p:cBhvr>
                                      <p:tavLst>
                                        <p:tav tm="0">
                                          <p:val>
                                            <p:fltVal val="0"/>
                                          </p:val>
                                        </p:tav>
                                        <p:tav tm="100000">
                                          <p:val>
                                            <p:strVal val="#ppt_h"/>
                                          </p:val>
                                        </p:tav>
                                      </p:tavLst>
                                    </p:anim>
                                    <p:anim calcmode="lin" valueType="num">
                                      <p:cBhvr>
                                        <p:cTn id="38" dur="500" fill="hold"/>
                                        <p:tgtEl>
                                          <p:spTgt spid="18439"/>
                                        </p:tgtEl>
                                        <p:attrNameLst>
                                          <p:attrName>style.rotation</p:attrName>
                                        </p:attrNameLst>
                                      </p:cBhvr>
                                      <p:tavLst>
                                        <p:tav tm="0">
                                          <p:val>
                                            <p:fltVal val="90"/>
                                          </p:val>
                                        </p:tav>
                                        <p:tav tm="100000">
                                          <p:val>
                                            <p:fltVal val="0"/>
                                          </p:val>
                                        </p:tav>
                                      </p:tavLst>
                                    </p:anim>
                                    <p:animEffect transition="in" filter="fade">
                                      <p:cBhvr>
                                        <p:cTn id="39" dur="500"/>
                                        <p:tgtEl>
                                          <p:spTgt spid="18439"/>
                                        </p:tgtEl>
                                      </p:cBhvr>
                                    </p:animEffect>
                                  </p:childTnLst>
                                </p:cTn>
                              </p:par>
                              <p:par>
                                <p:cTn id="40" presetID="31" presetClass="entr" presetSubtype="0" fill="hold" grpId="0" nodeType="withEffect">
                                  <p:stCondLst>
                                    <p:cond delay="0"/>
                                  </p:stCondLst>
                                  <p:childTnLst>
                                    <p:set>
                                      <p:cBhvr>
                                        <p:cTn id="41" dur="1" fill="hold">
                                          <p:stCondLst>
                                            <p:cond delay="0"/>
                                          </p:stCondLst>
                                        </p:cTn>
                                        <p:tgtEl>
                                          <p:spTgt spid="18440"/>
                                        </p:tgtEl>
                                        <p:attrNameLst>
                                          <p:attrName>style.visibility</p:attrName>
                                        </p:attrNameLst>
                                      </p:cBhvr>
                                      <p:to>
                                        <p:strVal val="visible"/>
                                      </p:to>
                                    </p:set>
                                    <p:anim calcmode="lin" valueType="num">
                                      <p:cBhvr>
                                        <p:cTn id="42" dur="500" fill="hold"/>
                                        <p:tgtEl>
                                          <p:spTgt spid="18440"/>
                                        </p:tgtEl>
                                        <p:attrNameLst>
                                          <p:attrName>ppt_w</p:attrName>
                                        </p:attrNameLst>
                                      </p:cBhvr>
                                      <p:tavLst>
                                        <p:tav tm="0">
                                          <p:val>
                                            <p:fltVal val="0"/>
                                          </p:val>
                                        </p:tav>
                                        <p:tav tm="100000">
                                          <p:val>
                                            <p:strVal val="#ppt_w"/>
                                          </p:val>
                                        </p:tav>
                                      </p:tavLst>
                                    </p:anim>
                                    <p:anim calcmode="lin" valueType="num">
                                      <p:cBhvr>
                                        <p:cTn id="43" dur="500" fill="hold"/>
                                        <p:tgtEl>
                                          <p:spTgt spid="18440"/>
                                        </p:tgtEl>
                                        <p:attrNameLst>
                                          <p:attrName>ppt_h</p:attrName>
                                        </p:attrNameLst>
                                      </p:cBhvr>
                                      <p:tavLst>
                                        <p:tav tm="0">
                                          <p:val>
                                            <p:fltVal val="0"/>
                                          </p:val>
                                        </p:tav>
                                        <p:tav tm="100000">
                                          <p:val>
                                            <p:strVal val="#ppt_h"/>
                                          </p:val>
                                        </p:tav>
                                      </p:tavLst>
                                    </p:anim>
                                    <p:anim calcmode="lin" valueType="num">
                                      <p:cBhvr>
                                        <p:cTn id="44" dur="500" fill="hold"/>
                                        <p:tgtEl>
                                          <p:spTgt spid="18440"/>
                                        </p:tgtEl>
                                        <p:attrNameLst>
                                          <p:attrName>style.rotation</p:attrName>
                                        </p:attrNameLst>
                                      </p:cBhvr>
                                      <p:tavLst>
                                        <p:tav tm="0">
                                          <p:val>
                                            <p:fltVal val="90"/>
                                          </p:val>
                                        </p:tav>
                                        <p:tav tm="100000">
                                          <p:val>
                                            <p:fltVal val="0"/>
                                          </p:val>
                                        </p:tav>
                                      </p:tavLst>
                                    </p:anim>
                                    <p:animEffect transition="in" filter="fade">
                                      <p:cBhvr>
                                        <p:cTn id="45" dur="500"/>
                                        <p:tgtEl>
                                          <p:spTgt spid="18440"/>
                                        </p:tgtEl>
                                      </p:cBhvr>
                                    </p:animEffect>
                                  </p:childTnLst>
                                </p:cTn>
                              </p:par>
                            </p:childTnLst>
                          </p:cTn>
                        </p:par>
                        <p:par>
                          <p:cTn id="46" fill="hold" nodeType="afterGroup">
                            <p:stCondLst>
                              <p:cond delay="3600"/>
                            </p:stCondLst>
                            <p:childTnLst>
                              <p:par>
                                <p:cTn id="47" presetID="22" presetClass="entr" presetSubtype="1" fill="hold" grpId="0" nodeType="afterEffect">
                                  <p:stCondLst>
                                    <p:cond delay="0"/>
                                  </p:stCondLst>
                                  <p:childTnLst>
                                    <p:set>
                                      <p:cBhvr>
                                        <p:cTn id="48" dur="1" fill="hold">
                                          <p:stCondLst>
                                            <p:cond delay="0"/>
                                          </p:stCondLst>
                                        </p:cTn>
                                        <p:tgtEl>
                                          <p:spTgt spid="18441"/>
                                        </p:tgtEl>
                                        <p:attrNameLst>
                                          <p:attrName>style.visibility</p:attrName>
                                        </p:attrNameLst>
                                      </p:cBhvr>
                                      <p:to>
                                        <p:strVal val="visible"/>
                                      </p:to>
                                    </p:set>
                                    <p:animEffect transition="in" filter="wipe(up)">
                                      <p:cBhvr>
                                        <p:cTn id="49" dur="500"/>
                                        <p:tgtEl>
                                          <p:spTgt spid="18441"/>
                                        </p:tgtEl>
                                      </p:cBhvr>
                                    </p:animEffect>
                                  </p:childTnLst>
                                </p:cTn>
                              </p:par>
                            </p:childTnLst>
                          </p:cTn>
                        </p:par>
                        <p:par>
                          <p:cTn id="50" fill="hold">
                            <p:stCondLst>
                              <p:cond delay="4100"/>
                            </p:stCondLst>
                            <p:childTnLst>
                              <p:par>
                                <p:cTn id="51" presetID="22" presetClass="entr" presetSubtype="2" fill="hold" grpId="0" nodeType="after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wipe(right)">
                                      <p:cBhvr>
                                        <p:cTn id="53" dur="500"/>
                                        <p:tgtEl>
                                          <p:spTgt spid="24"/>
                                        </p:tgtEl>
                                      </p:cBhvr>
                                    </p:animEffect>
                                  </p:childTnLst>
                                </p:cTn>
                              </p:par>
                            </p:childTnLst>
                          </p:cTn>
                        </p:par>
                        <p:par>
                          <p:cTn id="54" fill="hold">
                            <p:stCondLst>
                              <p:cond delay="4600"/>
                            </p:stCondLst>
                            <p:childTnLst>
                              <p:par>
                                <p:cTn id="55" presetID="22" presetClass="entr" presetSubtype="1" fill="hold" grpId="0" nodeType="after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wipe(up)">
                                      <p:cBhvr>
                                        <p:cTn id="57" dur="500"/>
                                        <p:tgtEl>
                                          <p:spTgt spid="25"/>
                                        </p:tgtEl>
                                      </p:cBhvr>
                                    </p:animEffect>
                                  </p:childTnLst>
                                </p:cTn>
                              </p:par>
                            </p:childTnLst>
                          </p:cTn>
                        </p:par>
                        <p:par>
                          <p:cTn id="58" fill="hold">
                            <p:stCondLst>
                              <p:cond delay="5100"/>
                            </p:stCondLst>
                            <p:childTnLst>
                              <p:par>
                                <p:cTn id="59" presetID="22" presetClass="entr" presetSubtype="2" fill="hold" grpId="0" nodeType="after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wipe(right)">
                                      <p:cBhvr>
                                        <p:cTn id="61" dur="500"/>
                                        <p:tgtEl>
                                          <p:spTgt spid="26"/>
                                        </p:tgtEl>
                                      </p:cBhvr>
                                    </p:animEffect>
                                  </p:childTnLst>
                                </p:cTn>
                              </p:par>
                            </p:childTnLst>
                          </p:cTn>
                        </p:par>
                        <p:par>
                          <p:cTn id="62" fill="hold">
                            <p:stCondLst>
                              <p:cond delay="5600"/>
                            </p:stCondLst>
                            <p:childTnLst>
                              <p:par>
                                <p:cTn id="63" presetID="22" presetClass="entr" presetSubtype="1" fill="hold" grpId="0" nodeType="after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wipe(up)">
                                      <p:cBhvr>
                                        <p:cTn id="65" dur="500"/>
                                        <p:tgtEl>
                                          <p:spTgt spid="27"/>
                                        </p:tgtEl>
                                      </p:cBhvr>
                                    </p:animEffect>
                                  </p:childTnLst>
                                </p:cTn>
                              </p:par>
                            </p:childTnLst>
                          </p:cTn>
                        </p:par>
                        <p:par>
                          <p:cTn id="66" fill="hold">
                            <p:stCondLst>
                              <p:cond delay="6100"/>
                            </p:stCondLst>
                            <p:childTnLst>
                              <p:par>
                                <p:cTn id="67" presetID="22" presetClass="entr" presetSubtype="2" fill="hold" grpId="0" nodeType="afterEffect">
                                  <p:stCondLst>
                                    <p:cond delay="0"/>
                                  </p:stCondLst>
                                  <p:childTnLst>
                                    <p:set>
                                      <p:cBhvr>
                                        <p:cTn id="68" dur="1" fill="hold">
                                          <p:stCondLst>
                                            <p:cond delay="0"/>
                                          </p:stCondLst>
                                        </p:cTn>
                                        <p:tgtEl>
                                          <p:spTgt spid="28"/>
                                        </p:tgtEl>
                                        <p:attrNameLst>
                                          <p:attrName>style.visibility</p:attrName>
                                        </p:attrNameLst>
                                      </p:cBhvr>
                                      <p:to>
                                        <p:strVal val="visible"/>
                                      </p:to>
                                    </p:set>
                                    <p:animEffect transition="in" filter="wipe(right)">
                                      <p:cBhvr>
                                        <p:cTn id="69" dur="500"/>
                                        <p:tgtEl>
                                          <p:spTgt spid="28"/>
                                        </p:tgtEl>
                                      </p:cBhvr>
                                    </p:animEffect>
                                  </p:childTnLst>
                                </p:cTn>
                              </p:par>
                            </p:childTnLst>
                          </p:cTn>
                        </p:par>
                        <p:par>
                          <p:cTn id="70" fill="hold">
                            <p:stCondLst>
                              <p:cond delay="6600"/>
                            </p:stCondLst>
                            <p:childTnLst>
                              <p:par>
                                <p:cTn id="71" presetID="22" presetClass="entr" presetSubtype="1" fill="hold" grpId="0" nodeType="afterEffect">
                                  <p:stCondLst>
                                    <p:cond delay="0"/>
                                  </p:stCondLst>
                                  <p:childTnLst>
                                    <p:set>
                                      <p:cBhvr>
                                        <p:cTn id="72" dur="1" fill="hold">
                                          <p:stCondLst>
                                            <p:cond delay="0"/>
                                          </p:stCondLst>
                                        </p:cTn>
                                        <p:tgtEl>
                                          <p:spTgt spid="29"/>
                                        </p:tgtEl>
                                        <p:attrNameLst>
                                          <p:attrName>style.visibility</p:attrName>
                                        </p:attrNameLst>
                                      </p:cBhvr>
                                      <p:to>
                                        <p:strVal val="visible"/>
                                      </p:to>
                                    </p:set>
                                    <p:animEffect transition="in" filter="wipe(up)">
                                      <p:cBhvr>
                                        <p:cTn id="73"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autoUpdateAnimBg="0"/>
      <p:bldP spid="18435" grpId="0" animBg="1"/>
      <p:bldP spid="18436" grpId="0" animBg="1"/>
      <p:bldP spid="18437" grpId="0" animBg="1" autoUpdateAnimBg="0"/>
      <p:bldP spid="18438" grpId="0" animBg="1"/>
      <p:bldP spid="18439" grpId="0" autoUpdateAnimBg="0"/>
      <p:bldP spid="18440" grpId="0" autoUpdateAnimBg="0"/>
      <p:bldP spid="18441" grpId="0" autoUpdateAnimBg="0"/>
      <p:bldP spid="24" grpId="0" animBg="1"/>
      <p:bldP spid="25" grpId="0" autoUpdateAnimBg="0"/>
      <p:bldP spid="26" grpId="0" animBg="1"/>
      <p:bldP spid="27" grpId="0" autoUpdateAnimBg="0"/>
      <p:bldP spid="28" grpId="0" animBg="1"/>
      <p:bldP spid="29"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Box 27"/>
          <p:cNvSpPr txBox="1">
            <a:spLocks noChangeArrowheads="1"/>
          </p:cNvSpPr>
          <p:nvPr/>
        </p:nvSpPr>
        <p:spPr bwMode="auto">
          <a:xfrm>
            <a:off x="1012825" y="176213"/>
            <a:ext cx="2576283"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2.2 MVC</a:t>
            </a:r>
            <a:r>
              <a:rPr lang="zh-CN" altLang="en-US" sz="3000" b="1" dirty="0" smtClean="0">
                <a:solidFill>
                  <a:schemeClr val="accent1"/>
                </a:solidFill>
                <a:latin typeface="微软雅黑" pitchFamily="34" charset="-122"/>
                <a:ea typeface="微软雅黑" pitchFamily="34" charset="-122"/>
              </a:rPr>
              <a:t>模型</a:t>
            </a:r>
            <a:endParaRPr lang="zh-CN" altLang="en-US" sz="3000" b="1" dirty="0">
              <a:solidFill>
                <a:schemeClr val="accent1"/>
              </a:solidFill>
              <a:latin typeface="微软雅黑" pitchFamily="34" charset="-122"/>
              <a:ea typeface="微软雅黑" pitchFamily="34" charset="-122"/>
            </a:endParaRPr>
          </a:p>
        </p:txBody>
      </p:sp>
      <p:sp>
        <p:nvSpPr>
          <p:cNvPr id="18435"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round/>
            <a:headEnd/>
            <a:tailEnd/>
          </a:ln>
        </p:spPr>
        <p:txBody>
          <a:bodyPr/>
          <a:lstStyle/>
          <a:p>
            <a:endParaRPr lang="zh-CN" altLang="en-US"/>
          </a:p>
        </p:txBody>
      </p:sp>
      <p:graphicFrame>
        <p:nvGraphicFramePr>
          <p:cNvPr id="1026" name="Object 2"/>
          <p:cNvGraphicFramePr>
            <a:graphicFrameLocks noChangeAspect="1"/>
          </p:cNvGraphicFramePr>
          <p:nvPr/>
        </p:nvGraphicFramePr>
        <p:xfrm>
          <a:off x="4802236" y="1117599"/>
          <a:ext cx="7235605" cy="4623449"/>
        </p:xfrm>
        <a:graphic>
          <a:graphicData uri="http://schemas.openxmlformats.org/presentationml/2006/ole">
            <mc:AlternateContent xmlns:mc="http://schemas.openxmlformats.org/markup-compatibility/2006">
              <mc:Choice xmlns:v="urn:schemas-microsoft-com:vml" Requires="v">
                <p:oleObj spid="_x0000_s2053" name="Visio" r:id="rId3" imgW="7334379" imgH="4467150" progId="Visio.Drawing.15">
                  <p:embed/>
                </p:oleObj>
              </mc:Choice>
              <mc:Fallback>
                <p:oleObj name="Visio" r:id="rId3" imgW="7334379" imgH="4467150" progId="Visio.Drawing.15">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2236" y="1117599"/>
                        <a:ext cx="7235605" cy="462344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5"/>
          <p:cNvSpPr>
            <a:spLocks noChangeArrowheads="1"/>
          </p:cNvSpPr>
          <p:nvPr/>
        </p:nvSpPr>
        <p:spPr bwMode="auto">
          <a:xfrm>
            <a:off x="348283" y="4571231"/>
            <a:ext cx="4134817" cy="1594073"/>
          </a:xfrm>
          <a:prstGeom prst="rect">
            <a:avLst/>
          </a:prstGeom>
          <a:solidFill>
            <a:schemeClr val="tx2"/>
          </a:solidFill>
          <a:ln w="9525">
            <a:solidFill>
              <a:schemeClr val="bg2"/>
            </a:solidFill>
            <a:miter lim="800000"/>
            <a:headEnd/>
            <a:tailEnd/>
          </a:ln>
        </p:spPr>
        <p:txBody>
          <a:bodyPr/>
          <a:lstStyle/>
          <a:p>
            <a:pPr eaLnBrk="1" hangingPunct="1"/>
            <a:endParaRPr lang="en-US" altLang="zh-CN" dirty="0" smtClean="0"/>
          </a:p>
          <a:p>
            <a:pPr eaLnBrk="1" hangingPunct="1"/>
            <a:r>
              <a:rPr lang="zh-CN" altLang="zh-CN" b="1" dirty="0" smtClean="0">
                <a:solidFill>
                  <a:schemeClr val="accent1"/>
                </a:solidFill>
                <a:latin typeface="+mn-ea"/>
                <a:ea typeface="+mn-ea"/>
              </a:rPr>
              <a:t>控制器是连接模型与视图的核心处理模块，用于接收并处理用户通过视图层发出的操作请求</a:t>
            </a:r>
            <a:r>
              <a:rPr lang="zh-CN" altLang="en-US" b="1" dirty="0" smtClean="0">
                <a:solidFill>
                  <a:schemeClr val="accent1"/>
                </a:solidFill>
                <a:latin typeface="+mn-ea"/>
                <a:ea typeface="+mn-ea"/>
              </a:rPr>
              <a:t>，</a:t>
            </a:r>
            <a:r>
              <a:rPr lang="zh-CN" altLang="zh-CN" b="1" dirty="0" smtClean="0">
                <a:solidFill>
                  <a:schemeClr val="accent1"/>
                </a:solidFill>
                <a:latin typeface="+mn-ea"/>
                <a:ea typeface="+mn-ea"/>
              </a:rPr>
              <a:t>并根据业务逻辑改变相应的模型数据</a:t>
            </a:r>
            <a:endParaRPr lang="zh-CN" altLang="en-US" b="1" dirty="0">
              <a:solidFill>
                <a:schemeClr val="accent1"/>
              </a:solidFill>
              <a:latin typeface="+mn-ea"/>
              <a:ea typeface="+mn-ea"/>
            </a:endParaRPr>
          </a:p>
        </p:txBody>
      </p:sp>
      <p:sp>
        <p:nvSpPr>
          <p:cNvPr id="19" name="Rectangle 11"/>
          <p:cNvSpPr>
            <a:spLocks noChangeArrowheads="1"/>
          </p:cNvSpPr>
          <p:nvPr/>
        </p:nvSpPr>
        <p:spPr bwMode="auto">
          <a:xfrm>
            <a:off x="348283" y="2908945"/>
            <a:ext cx="4134817" cy="924297"/>
          </a:xfrm>
          <a:prstGeom prst="rect">
            <a:avLst/>
          </a:prstGeom>
          <a:solidFill>
            <a:schemeClr val="tx2"/>
          </a:solidFill>
          <a:ln w="9525">
            <a:solidFill>
              <a:schemeClr val="bg2"/>
            </a:solidFill>
            <a:miter lim="800000"/>
            <a:headEnd/>
            <a:tailEnd/>
          </a:ln>
        </p:spPr>
        <p:txBody>
          <a:bodyPr/>
          <a:lstStyle/>
          <a:p>
            <a:pPr eaLnBrk="1" hangingPunct="1"/>
            <a:endParaRPr lang="en-US" altLang="zh-CN" dirty="0" smtClean="0"/>
          </a:p>
          <a:p>
            <a:pPr eaLnBrk="1" hangingPunct="1"/>
            <a:r>
              <a:rPr lang="zh-CN" altLang="en-US" b="1" dirty="0" smtClean="0">
                <a:solidFill>
                  <a:schemeClr val="accent1"/>
                </a:solidFill>
                <a:latin typeface="+mn-ea"/>
                <a:ea typeface="+mn-ea"/>
              </a:rPr>
              <a:t>视图是</a:t>
            </a:r>
            <a:r>
              <a:rPr lang="zh-CN" altLang="zh-CN" b="1" dirty="0" smtClean="0">
                <a:solidFill>
                  <a:schemeClr val="accent1"/>
                </a:solidFill>
                <a:latin typeface="+mn-ea"/>
                <a:ea typeface="+mn-ea"/>
              </a:rPr>
              <a:t>模型的可视化展现方式</a:t>
            </a:r>
            <a:endParaRPr lang="zh-CN" altLang="en-US" b="1" dirty="0">
              <a:solidFill>
                <a:schemeClr val="accent1"/>
              </a:solidFill>
              <a:latin typeface="+mn-ea"/>
              <a:ea typeface="+mn-ea"/>
            </a:endParaRPr>
          </a:p>
        </p:txBody>
      </p:sp>
      <p:sp>
        <p:nvSpPr>
          <p:cNvPr id="20" name="Rectangle 8"/>
          <p:cNvSpPr>
            <a:spLocks noChangeArrowheads="1"/>
          </p:cNvSpPr>
          <p:nvPr/>
        </p:nvSpPr>
        <p:spPr bwMode="auto">
          <a:xfrm>
            <a:off x="348283" y="1265932"/>
            <a:ext cx="4134817" cy="866924"/>
          </a:xfrm>
          <a:prstGeom prst="rect">
            <a:avLst/>
          </a:prstGeom>
          <a:solidFill>
            <a:schemeClr val="tx2"/>
          </a:solidFill>
          <a:ln w="9525">
            <a:solidFill>
              <a:schemeClr val="bg2"/>
            </a:solidFill>
            <a:miter lim="800000"/>
            <a:headEnd/>
            <a:tailEnd/>
          </a:ln>
        </p:spPr>
        <p:txBody>
          <a:bodyPr/>
          <a:lstStyle/>
          <a:p>
            <a:pPr eaLnBrk="1" hangingPunct="1"/>
            <a:endParaRPr lang="en-US" altLang="zh-CN" dirty="0" smtClean="0"/>
          </a:p>
          <a:p>
            <a:pPr eaLnBrk="1" hangingPunct="1"/>
            <a:r>
              <a:rPr lang="zh-CN" altLang="zh-CN" b="1" dirty="0" smtClean="0">
                <a:solidFill>
                  <a:schemeClr val="accent1"/>
                </a:solidFill>
                <a:latin typeface="+mn-ea"/>
                <a:ea typeface="+mn-ea"/>
              </a:rPr>
              <a:t>模型是对象属性和行为的抽象集合体</a:t>
            </a:r>
            <a:endParaRPr lang="zh-CN" altLang="en-US" b="1" dirty="0">
              <a:solidFill>
                <a:schemeClr val="accent1"/>
              </a:solidFill>
              <a:latin typeface="+mn-ea"/>
              <a:ea typeface="+mn-ea"/>
            </a:endParaRPr>
          </a:p>
        </p:txBody>
      </p:sp>
      <p:sp>
        <p:nvSpPr>
          <p:cNvPr id="21" name="Freeform 6"/>
          <p:cNvSpPr>
            <a:spLocks/>
          </p:cNvSpPr>
          <p:nvPr/>
        </p:nvSpPr>
        <p:spPr bwMode="auto">
          <a:xfrm>
            <a:off x="265733" y="2734320"/>
            <a:ext cx="82550" cy="468313"/>
          </a:xfrm>
          <a:custGeom>
            <a:avLst/>
            <a:gdLst>
              <a:gd name="T0" fmla="*/ 0 w 102"/>
              <a:gd name="T1" fmla="*/ 0 h 474"/>
              <a:gd name="T2" fmla="*/ 2147483646 w 102"/>
              <a:gd name="T3" fmla="*/ 2147483646 h 474"/>
              <a:gd name="T4" fmla="*/ 2147483646 w 102"/>
              <a:gd name="T5" fmla="*/ 2147483646 h 474"/>
              <a:gd name="T6" fmla="*/ 0 w 102"/>
              <a:gd name="T7" fmla="*/ 2147483646 h 474"/>
              <a:gd name="T8" fmla="*/ 0 w 102"/>
              <a:gd name="T9" fmla="*/ 0 h 47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474">
                <a:moveTo>
                  <a:pt x="0" y="0"/>
                </a:moveTo>
                <a:lnTo>
                  <a:pt x="102" y="108"/>
                </a:lnTo>
                <a:lnTo>
                  <a:pt x="102" y="474"/>
                </a:lnTo>
                <a:lnTo>
                  <a:pt x="0" y="366"/>
                </a:lnTo>
                <a:lnTo>
                  <a:pt x="0" y="0"/>
                </a:lnTo>
                <a:close/>
              </a:path>
            </a:pathLst>
          </a:custGeom>
          <a:solidFill>
            <a:schemeClr val="accent1"/>
          </a:solidFill>
          <a:ln w="9525">
            <a:noFill/>
            <a:round/>
            <a:headEnd/>
            <a:tailEnd/>
          </a:ln>
        </p:spPr>
        <p:txBody>
          <a:bodyPr/>
          <a:lstStyle/>
          <a:p>
            <a:endParaRPr lang="zh-CN" altLang="en-US"/>
          </a:p>
        </p:txBody>
      </p:sp>
      <p:sp>
        <p:nvSpPr>
          <p:cNvPr id="23" name="Freeform 7"/>
          <p:cNvSpPr>
            <a:spLocks/>
          </p:cNvSpPr>
          <p:nvPr/>
        </p:nvSpPr>
        <p:spPr bwMode="auto">
          <a:xfrm>
            <a:off x="265733" y="1111945"/>
            <a:ext cx="82550" cy="469900"/>
          </a:xfrm>
          <a:custGeom>
            <a:avLst/>
            <a:gdLst>
              <a:gd name="T0" fmla="*/ 0 w 102"/>
              <a:gd name="T1" fmla="*/ 0 h 474"/>
              <a:gd name="T2" fmla="*/ 2147483646 w 102"/>
              <a:gd name="T3" fmla="*/ 2147483646 h 474"/>
              <a:gd name="T4" fmla="*/ 2147483646 w 102"/>
              <a:gd name="T5" fmla="*/ 2147483646 h 474"/>
              <a:gd name="T6" fmla="*/ 0 w 102"/>
              <a:gd name="T7" fmla="*/ 2147483646 h 474"/>
              <a:gd name="T8" fmla="*/ 0 w 102"/>
              <a:gd name="T9" fmla="*/ 0 h 47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474">
                <a:moveTo>
                  <a:pt x="0" y="0"/>
                </a:moveTo>
                <a:lnTo>
                  <a:pt x="102" y="108"/>
                </a:lnTo>
                <a:lnTo>
                  <a:pt x="102" y="474"/>
                </a:lnTo>
                <a:lnTo>
                  <a:pt x="0" y="366"/>
                </a:lnTo>
                <a:lnTo>
                  <a:pt x="0" y="0"/>
                </a:lnTo>
                <a:close/>
              </a:path>
            </a:pathLst>
          </a:custGeom>
          <a:solidFill>
            <a:schemeClr val="accent1"/>
          </a:solidFill>
          <a:ln w="9525">
            <a:noFill/>
            <a:round/>
            <a:headEnd/>
            <a:tailEnd/>
          </a:ln>
        </p:spPr>
        <p:txBody>
          <a:bodyPr/>
          <a:lstStyle/>
          <a:p>
            <a:endParaRPr lang="zh-CN" altLang="en-US"/>
          </a:p>
        </p:txBody>
      </p:sp>
      <p:sp>
        <p:nvSpPr>
          <p:cNvPr id="30" name="Freeform 9"/>
          <p:cNvSpPr>
            <a:spLocks/>
          </p:cNvSpPr>
          <p:nvPr/>
        </p:nvSpPr>
        <p:spPr bwMode="auto">
          <a:xfrm>
            <a:off x="265733" y="1111945"/>
            <a:ext cx="2062162" cy="363537"/>
          </a:xfrm>
          <a:custGeom>
            <a:avLst/>
            <a:gdLst>
              <a:gd name="T0" fmla="*/ 0 w 2547"/>
              <a:gd name="T1" fmla="*/ 0 h 366"/>
              <a:gd name="T2" fmla="*/ 2147483646 w 2547"/>
              <a:gd name="T3" fmla="*/ 0 h 366"/>
              <a:gd name="T4" fmla="*/ 2147483646 w 2547"/>
              <a:gd name="T5" fmla="*/ 2147483646 h 366"/>
              <a:gd name="T6" fmla="*/ 2147483646 w 2547"/>
              <a:gd name="T7" fmla="*/ 2147483646 h 366"/>
              <a:gd name="T8" fmla="*/ 0 w 2547"/>
              <a:gd name="T9" fmla="*/ 2147483646 h 366"/>
              <a:gd name="T10" fmla="*/ 0 w 2547"/>
              <a:gd name="T11" fmla="*/ 0 h 3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47" h="366">
                <a:moveTo>
                  <a:pt x="0" y="0"/>
                </a:moveTo>
                <a:lnTo>
                  <a:pt x="2547" y="0"/>
                </a:lnTo>
                <a:lnTo>
                  <a:pt x="2400" y="185"/>
                </a:lnTo>
                <a:lnTo>
                  <a:pt x="2547" y="366"/>
                </a:lnTo>
                <a:lnTo>
                  <a:pt x="0" y="366"/>
                </a:lnTo>
                <a:lnTo>
                  <a:pt x="0" y="0"/>
                </a:lnTo>
                <a:close/>
              </a:path>
            </a:pathLst>
          </a:custGeom>
          <a:solidFill>
            <a:srgbClr val="113E6A"/>
          </a:solidFill>
          <a:ln w="9525">
            <a:noFill/>
            <a:round/>
            <a:headEnd/>
            <a:tailEnd/>
          </a:ln>
        </p:spPr>
        <p:txBody>
          <a:bodyPr/>
          <a:lstStyle/>
          <a:p>
            <a:endParaRPr lang="zh-CN" altLang="en-US"/>
          </a:p>
        </p:txBody>
      </p:sp>
      <p:sp>
        <p:nvSpPr>
          <p:cNvPr id="31" name="Freeform 12"/>
          <p:cNvSpPr>
            <a:spLocks/>
          </p:cNvSpPr>
          <p:nvPr/>
        </p:nvSpPr>
        <p:spPr bwMode="auto">
          <a:xfrm>
            <a:off x="265733" y="2734320"/>
            <a:ext cx="2144712" cy="361950"/>
          </a:xfrm>
          <a:custGeom>
            <a:avLst/>
            <a:gdLst>
              <a:gd name="T0" fmla="*/ 0 w 2649"/>
              <a:gd name="T1" fmla="*/ 0 h 366"/>
              <a:gd name="T2" fmla="*/ 2147483646 w 2649"/>
              <a:gd name="T3" fmla="*/ 0 h 366"/>
              <a:gd name="T4" fmla="*/ 2147483646 w 2649"/>
              <a:gd name="T5" fmla="*/ 2147483646 h 366"/>
              <a:gd name="T6" fmla="*/ 2147483646 w 2649"/>
              <a:gd name="T7" fmla="*/ 2147483646 h 366"/>
              <a:gd name="T8" fmla="*/ 0 w 2649"/>
              <a:gd name="T9" fmla="*/ 2147483646 h 366"/>
              <a:gd name="T10" fmla="*/ 0 w 2649"/>
              <a:gd name="T11" fmla="*/ 0 h 3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49" h="366">
                <a:moveTo>
                  <a:pt x="0" y="0"/>
                </a:moveTo>
                <a:lnTo>
                  <a:pt x="2649" y="0"/>
                </a:lnTo>
                <a:lnTo>
                  <a:pt x="2502" y="186"/>
                </a:lnTo>
                <a:lnTo>
                  <a:pt x="2649" y="366"/>
                </a:lnTo>
                <a:lnTo>
                  <a:pt x="0" y="366"/>
                </a:lnTo>
                <a:lnTo>
                  <a:pt x="0" y="0"/>
                </a:lnTo>
                <a:close/>
              </a:path>
            </a:pathLst>
          </a:custGeom>
          <a:solidFill>
            <a:srgbClr val="113E6A"/>
          </a:solidFill>
          <a:ln w="9525">
            <a:noFill/>
            <a:round/>
            <a:headEnd/>
            <a:tailEnd/>
          </a:ln>
        </p:spPr>
        <p:txBody>
          <a:bodyPr/>
          <a:lstStyle/>
          <a:p>
            <a:endParaRPr lang="zh-CN" altLang="en-US"/>
          </a:p>
        </p:txBody>
      </p:sp>
      <p:sp>
        <p:nvSpPr>
          <p:cNvPr id="32" name="Freeform 14"/>
          <p:cNvSpPr>
            <a:spLocks/>
          </p:cNvSpPr>
          <p:nvPr/>
        </p:nvSpPr>
        <p:spPr bwMode="auto">
          <a:xfrm>
            <a:off x="265733" y="4417243"/>
            <a:ext cx="82550" cy="468313"/>
          </a:xfrm>
          <a:custGeom>
            <a:avLst/>
            <a:gdLst>
              <a:gd name="T0" fmla="*/ 0 w 102"/>
              <a:gd name="T1" fmla="*/ 0 h 474"/>
              <a:gd name="T2" fmla="*/ 2147483646 w 102"/>
              <a:gd name="T3" fmla="*/ 2147483646 h 474"/>
              <a:gd name="T4" fmla="*/ 2147483646 w 102"/>
              <a:gd name="T5" fmla="*/ 2147483646 h 474"/>
              <a:gd name="T6" fmla="*/ 0 w 102"/>
              <a:gd name="T7" fmla="*/ 2147483646 h 474"/>
              <a:gd name="T8" fmla="*/ 0 w 102"/>
              <a:gd name="T9" fmla="*/ 0 h 47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474">
                <a:moveTo>
                  <a:pt x="0" y="0"/>
                </a:moveTo>
                <a:lnTo>
                  <a:pt x="102" y="108"/>
                </a:lnTo>
                <a:lnTo>
                  <a:pt x="102" y="474"/>
                </a:lnTo>
                <a:lnTo>
                  <a:pt x="0" y="366"/>
                </a:lnTo>
                <a:lnTo>
                  <a:pt x="0" y="0"/>
                </a:lnTo>
                <a:close/>
              </a:path>
            </a:pathLst>
          </a:custGeom>
          <a:solidFill>
            <a:schemeClr val="accent1"/>
          </a:solidFill>
          <a:ln w="9525">
            <a:noFill/>
            <a:round/>
            <a:headEnd/>
            <a:tailEnd/>
          </a:ln>
        </p:spPr>
        <p:txBody>
          <a:bodyPr/>
          <a:lstStyle/>
          <a:p>
            <a:endParaRPr lang="zh-CN" altLang="en-US"/>
          </a:p>
        </p:txBody>
      </p:sp>
      <p:sp>
        <p:nvSpPr>
          <p:cNvPr id="33" name="Freeform 16"/>
          <p:cNvSpPr>
            <a:spLocks/>
          </p:cNvSpPr>
          <p:nvPr/>
        </p:nvSpPr>
        <p:spPr bwMode="auto">
          <a:xfrm>
            <a:off x="265733" y="4417243"/>
            <a:ext cx="2144712" cy="361950"/>
          </a:xfrm>
          <a:custGeom>
            <a:avLst/>
            <a:gdLst>
              <a:gd name="T0" fmla="*/ 0 w 2649"/>
              <a:gd name="T1" fmla="*/ 0 h 366"/>
              <a:gd name="T2" fmla="*/ 2147483646 w 2649"/>
              <a:gd name="T3" fmla="*/ 0 h 366"/>
              <a:gd name="T4" fmla="*/ 2147483646 w 2649"/>
              <a:gd name="T5" fmla="*/ 2147483646 h 366"/>
              <a:gd name="T6" fmla="*/ 2147483646 w 2649"/>
              <a:gd name="T7" fmla="*/ 2147483646 h 366"/>
              <a:gd name="T8" fmla="*/ 0 w 2649"/>
              <a:gd name="T9" fmla="*/ 2147483646 h 366"/>
              <a:gd name="T10" fmla="*/ 0 w 2649"/>
              <a:gd name="T11" fmla="*/ 0 h 3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49" h="366">
                <a:moveTo>
                  <a:pt x="0" y="0"/>
                </a:moveTo>
                <a:lnTo>
                  <a:pt x="2649" y="0"/>
                </a:lnTo>
                <a:lnTo>
                  <a:pt x="2502" y="186"/>
                </a:lnTo>
                <a:lnTo>
                  <a:pt x="2649" y="366"/>
                </a:lnTo>
                <a:lnTo>
                  <a:pt x="0" y="366"/>
                </a:lnTo>
                <a:lnTo>
                  <a:pt x="0" y="0"/>
                </a:lnTo>
                <a:close/>
              </a:path>
            </a:pathLst>
          </a:custGeom>
          <a:solidFill>
            <a:srgbClr val="113E6A"/>
          </a:solidFill>
          <a:ln w="9525">
            <a:noFill/>
            <a:round/>
            <a:headEnd/>
            <a:tailEnd/>
          </a:ln>
        </p:spPr>
        <p:txBody>
          <a:bodyPr/>
          <a:lstStyle/>
          <a:p>
            <a:endParaRPr lang="zh-CN" altLang="en-US"/>
          </a:p>
        </p:txBody>
      </p:sp>
      <p:sp>
        <p:nvSpPr>
          <p:cNvPr id="34" name="TextBox 15"/>
          <p:cNvSpPr txBox="1">
            <a:spLocks noChangeArrowheads="1"/>
          </p:cNvSpPr>
          <p:nvPr/>
        </p:nvSpPr>
        <p:spPr bwMode="auto">
          <a:xfrm>
            <a:off x="481633" y="1084957"/>
            <a:ext cx="1314784" cy="400110"/>
          </a:xfrm>
          <a:prstGeom prst="rect">
            <a:avLst/>
          </a:prstGeom>
          <a:noFill/>
          <a:ln w="9525">
            <a:noFill/>
            <a:miter lim="800000"/>
            <a:headEnd/>
            <a:tailEnd/>
          </a:ln>
        </p:spPr>
        <p:txBody>
          <a:bodyPr wrap="none">
            <a:spAutoFit/>
          </a:bodyPr>
          <a:lstStyle/>
          <a:p>
            <a:pPr eaLnBrk="1" hangingPunct="1"/>
            <a:r>
              <a:rPr lang="en-US" altLang="zh-CN" sz="2000" dirty="0" smtClean="0">
                <a:solidFill>
                  <a:schemeClr val="accent2"/>
                </a:solidFill>
                <a:latin typeface="微软雅黑" pitchFamily="34" charset="-122"/>
                <a:ea typeface="微软雅黑" pitchFamily="34" charset="-122"/>
              </a:rPr>
              <a:t>M-</a:t>
            </a:r>
            <a:r>
              <a:rPr lang="zh-CN" altLang="en-US" sz="2000" dirty="0" smtClean="0">
                <a:solidFill>
                  <a:schemeClr val="accent2"/>
                </a:solidFill>
                <a:latin typeface="微软雅黑" pitchFamily="34" charset="-122"/>
                <a:ea typeface="微软雅黑" pitchFamily="34" charset="-122"/>
              </a:rPr>
              <a:t>模型层</a:t>
            </a:r>
            <a:endParaRPr lang="zh-CN" altLang="en-US" sz="2000" dirty="0">
              <a:solidFill>
                <a:schemeClr val="accent2"/>
              </a:solidFill>
              <a:latin typeface="微软雅黑" pitchFamily="34" charset="-122"/>
              <a:ea typeface="微软雅黑" pitchFamily="34" charset="-122"/>
            </a:endParaRPr>
          </a:p>
        </p:txBody>
      </p:sp>
      <p:sp>
        <p:nvSpPr>
          <p:cNvPr id="35" name="TextBox 16"/>
          <p:cNvSpPr txBox="1">
            <a:spLocks noChangeArrowheads="1"/>
          </p:cNvSpPr>
          <p:nvPr/>
        </p:nvSpPr>
        <p:spPr bwMode="auto">
          <a:xfrm>
            <a:off x="481633" y="2708920"/>
            <a:ext cx="1237839" cy="400110"/>
          </a:xfrm>
          <a:prstGeom prst="rect">
            <a:avLst/>
          </a:prstGeom>
          <a:noFill/>
          <a:ln w="9525">
            <a:noFill/>
            <a:miter lim="800000"/>
            <a:headEnd/>
            <a:tailEnd/>
          </a:ln>
        </p:spPr>
        <p:txBody>
          <a:bodyPr wrap="none">
            <a:spAutoFit/>
          </a:bodyPr>
          <a:lstStyle/>
          <a:p>
            <a:pPr eaLnBrk="1" hangingPunct="1"/>
            <a:r>
              <a:rPr lang="en-US" altLang="zh-CN" sz="2000" dirty="0" smtClean="0">
                <a:solidFill>
                  <a:schemeClr val="accent2"/>
                </a:solidFill>
                <a:latin typeface="微软雅黑" pitchFamily="34" charset="-122"/>
                <a:ea typeface="微软雅黑" pitchFamily="34" charset="-122"/>
              </a:rPr>
              <a:t>V-</a:t>
            </a:r>
            <a:r>
              <a:rPr lang="zh-CN" altLang="en-US" sz="2000" dirty="0" smtClean="0">
                <a:solidFill>
                  <a:schemeClr val="accent2"/>
                </a:solidFill>
                <a:latin typeface="微软雅黑" pitchFamily="34" charset="-122"/>
                <a:ea typeface="微软雅黑" pitchFamily="34" charset="-122"/>
              </a:rPr>
              <a:t>视图层</a:t>
            </a:r>
            <a:endParaRPr lang="zh-CN" altLang="en-US" sz="2000" dirty="0">
              <a:solidFill>
                <a:schemeClr val="accent2"/>
              </a:solidFill>
              <a:latin typeface="微软雅黑" pitchFamily="34" charset="-122"/>
              <a:ea typeface="微软雅黑" pitchFamily="34" charset="-122"/>
            </a:endParaRPr>
          </a:p>
        </p:txBody>
      </p:sp>
      <p:sp>
        <p:nvSpPr>
          <p:cNvPr id="36" name="TextBox 17"/>
          <p:cNvSpPr txBox="1">
            <a:spLocks noChangeArrowheads="1"/>
          </p:cNvSpPr>
          <p:nvPr/>
        </p:nvSpPr>
        <p:spPr bwMode="auto">
          <a:xfrm>
            <a:off x="481633" y="4409306"/>
            <a:ext cx="1236236" cy="400110"/>
          </a:xfrm>
          <a:prstGeom prst="rect">
            <a:avLst/>
          </a:prstGeom>
          <a:noFill/>
          <a:ln w="9525">
            <a:noFill/>
            <a:miter lim="800000"/>
            <a:headEnd/>
            <a:tailEnd/>
          </a:ln>
        </p:spPr>
        <p:txBody>
          <a:bodyPr wrap="none">
            <a:spAutoFit/>
          </a:bodyPr>
          <a:lstStyle/>
          <a:p>
            <a:pPr eaLnBrk="1" hangingPunct="1"/>
            <a:r>
              <a:rPr lang="en-US" altLang="zh-CN" sz="2000" dirty="0" smtClean="0">
                <a:solidFill>
                  <a:schemeClr val="accent2"/>
                </a:solidFill>
                <a:latin typeface="微软雅黑" pitchFamily="34" charset="-122"/>
                <a:ea typeface="微软雅黑" pitchFamily="34" charset="-122"/>
              </a:rPr>
              <a:t>C-</a:t>
            </a:r>
            <a:r>
              <a:rPr lang="zh-CN" altLang="en-US" sz="2000" dirty="0" smtClean="0">
                <a:solidFill>
                  <a:schemeClr val="accent2"/>
                </a:solidFill>
                <a:latin typeface="微软雅黑" pitchFamily="34" charset="-122"/>
                <a:ea typeface="微软雅黑" pitchFamily="34" charset="-122"/>
              </a:rPr>
              <a:t>控制器</a:t>
            </a:r>
            <a:endParaRPr lang="zh-CN" altLang="en-US" sz="2000" dirty="0">
              <a:solidFill>
                <a:schemeClr val="accent2"/>
              </a:solidFill>
              <a:latin typeface="微软雅黑" pitchFamily="34" charset="-122"/>
              <a:ea typeface="微软雅黑" pitchFamily="34"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18435"/>
                                        </p:tgtEl>
                                        <p:attrNameLst>
                                          <p:attrName>style.visibility</p:attrName>
                                        </p:attrNameLst>
                                      </p:cBhvr>
                                      <p:to>
                                        <p:strVal val="visible"/>
                                      </p:to>
                                    </p:set>
                                    <p:anim calcmode="lin" valueType="num">
                                      <p:cBhvr>
                                        <p:cTn id="7" dur="300" fill="hold"/>
                                        <p:tgtEl>
                                          <p:spTgt spid="18435"/>
                                        </p:tgtEl>
                                        <p:attrNameLst>
                                          <p:attrName>ppt_w</p:attrName>
                                        </p:attrNameLst>
                                      </p:cBhvr>
                                      <p:tavLst>
                                        <p:tav tm="0">
                                          <p:val>
                                            <p:fltVal val="0"/>
                                          </p:val>
                                        </p:tav>
                                        <p:tav tm="100000">
                                          <p:val>
                                            <p:strVal val="#ppt_w"/>
                                          </p:val>
                                        </p:tav>
                                      </p:tavLst>
                                    </p:anim>
                                    <p:anim calcmode="lin" valueType="num">
                                      <p:cBhvr>
                                        <p:cTn id="8" dur="300" fill="hold"/>
                                        <p:tgtEl>
                                          <p:spTgt spid="18435"/>
                                        </p:tgtEl>
                                        <p:attrNameLst>
                                          <p:attrName>ppt_h</p:attrName>
                                        </p:attrNameLst>
                                      </p:cBhvr>
                                      <p:tavLst>
                                        <p:tav tm="0">
                                          <p:val>
                                            <p:fltVal val="0"/>
                                          </p:val>
                                        </p:tav>
                                        <p:tav tm="100000">
                                          <p:val>
                                            <p:strVal val="#ppt_h"/>
                                          </p:val>
                                        </p:tav>
                                      </p:tavLst>
                                    </p:anim>
                                    <p:anim calcmode="lin" valueType="num">
                                      <p:cBhvr>
                                        <p:cTn id="9" dur="300" fill="hold"/>
                                        <p:tgtEl>
                                          <p:spTgt spid="18435"/>
                                        </p:tgtEl>
                                        <p:attrNameLst>
                                          <p:attrName>style.rotation</p:attrName>
                                        </p:attrNameLst>
                                      </p:cBhvr>
                                      <p:tavLst>
                                        <p:tav tm="0">
                                          <p:val>
                                            <p:fltVal val="90"/>
                                          </p:val>
                                        </p:tav>
                                        <p:tav tm="100000">
                                          <p:val>
                                            <p:fltVal val="0"/>
                                          </p:val>
                                        </p:tav>
                                      </p:tavLst>
                                    </p:anim>
                                    <p:animEffect transition="in" filter="fade">
                                      <p:cBhvr>
                                        <p:cTn id="10" dur="300"/>
                                        <p:tgtEl>
                                          <p:spTgt spid="18435"/>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8434"/>
                                        </p:tgtEl>
                                        <p:attrNameLst>
                                          <p:attrName>style.visibility</p:attrName>
                                        </p:attrNameLst>
                                      </p:cBhvr>
                                      <p:to>
                                        <p:strVal val="visible"/>
                                      </p:to>
                                    </p:set>
                                    <p:anim calcmode="lin" valueType="num">
                                      <p:cBhvr>
                                        <p:cTn id="14" dur="400" fill="hold"/>
                                        <p:tgtEl>
                                          <p:spTgt spid="1843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8434"/>
                                        </p:tgtEl>
                                        <p:attrNameLst>
                                          <p:attrName>ppt_y</p:attrName>
                                        </p:attrNameLst>
                                      </p:cBhvr>
                                      <p:tavLst>
                                        <p:tav tm="0">
                                          <p:val>
                                            <p:strVal val="#ppt_y"/>
                                          </p:val>
                                        </p:tav>
                                        <p:tav tm="100000">
                                          <p:val>
                                            <p:strVal val="#ppt_y"/>
                                          </p:val>
                                        </p:tav>
                                      </p:tavLst>
                                    </p:anim>
                                    <p:anim calcmode="lin" valueType="num">
                                      <p:cBhvr>
                                        <p:cTn id="16" dur="400" fill="hold"/>
                                        <p:tgtEl>
                                          <p:spTgt spid="1843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843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8434"/>
                                        </p:tgtEl>
                                      </p:cBhvr>
                                    </p:animEffect>
                                  </p:childTnLst>
                                </p:cTn>
                              </p:par>
                            </p:childTnLst>
                          </p:cTn>
                        </p:par>
                        <p:par>
                          <p:cTn id="19" fill="hold">
                            <p:stCondLst>
                              <p:cond delay="980"/>
                            </p:stCondLst>
                            <p:childTnLst>
                              <p:par>
                                <p:cTn id="20" presetID="2" presetClass="entr" presetSubtype="6" fill="hold" grpId="0" nodeType="after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additive="base">
                                        <p:cTn id="22" dur="500" fill="hold"/>
                                        <p:tgtEl>
                                          <p:spTgt spid="20"/>
                                        </p:tgtEl>
                                        <p:attrNameLst>
                                          <p:attrName>ppt_x</p:attrName>
                                        </p:attrNameLst>
                                      </p:cBhvr>
                                      <p:tavLst>
                                        <p:tav tm="0">
                                          <p:val>
                                            <p:strVal val="1+#ppt_w/2"/>
                                          </p:val>
                                        </p:tav>
                                        <p:tav tm="100000">
                                          <p:val>
                                            <p:strVal val="#ppt_x"/>
                                          </p:val>
                                        </p:tav>
                                      </p:tavLst>
                                    </p:anim>
                                    <p:anim calcmode="lin" valueType="num">
                                      <p:cBhvr additive="base">
                                        <p:cTn id="23" dur="500" fill="hold"/>
                                        <p:tgtEl>
                                          <p:spTgt spid="20"/>
                                        </p:tgtEl>
                                        <p:attrNameLst>
                                          <p:attrName>ppt_y</p:attrName>
                                        </p:attrNameLst>
                                      </p:cBhvr>
                                      <p:tavLst>
                                        <p:tav tm="0">
                                          <p:val>
                                            <p:strVal val="1+#ppt_h/2"/>
                                          </p:val>
                                        </p:tav>
                                        <p:tav tm="100000">
                                          <p:val>
                                            <p:strVal val="#ppt_y"/>
                                          </p:val>
                                        </p:tav>
                                      </p:tavLst>
                                    </p:anim>
                                  </p:childTnLst>
                                </p:cTn>
                              </p:par>
                              <p:par>
                                <p:cTn id="24" presetID="2" presetClass="entr" presetSubtype="6" fill="hold" grpId="0" nodeType="withEffect">
                                  <p:stCondLst>
                                    <p:cond delay="100"/>
                                  </p:stCondLst>
                                  <p:childTnLst>
                                    <p:set>
                                      <p:cBhvr>
                                        <p:cTn id="25" dur="1" fill="hold">
                                          <p:stCondLst>
                                            <p:cond delay="0"/>
                                          </p:stCondLst>
                                        </p:cTn>
                                        <p:tgtEl>
                                          <p:spTgt spid="19"/>
                                        </p:tgtEl>
                                        <p:attrNameLst>
                                          <p:attrName>style.visibility</p:attrName>
                                        </p:attrNameLst>
                                      </p:cBhvr>
                                      <p:to>
                                        <p:strVal val="visible"/>
                                      </p:to>
                                    </p:set>
                                    <p:anim calcmode="lin" valueType="num">
                                      <p:cBhvr additive="base">
                                        <p:cTn id="26" dur="500" fill="hold"/>
                                        <p:tgtEl>
                                          <p:spTgt spid="19"/>
                                        </p:tgtEl>
                                        <p:attrNameLst>
                                          <p:attrName>ppt_x</p:attrName>
                                        </p:attrNameLst>
                                      </p:cBhvr>
                                      <p:tavLst>
                                        <p:tav tm="0">
                                          <p:val>
                                            <p:strVal val="1+#ppt_w/2"/>
                                          </p:val>
                                        </p:tav>
                                        <p:tav tm="100000">
                                          <p:val>
                                            <p:strVal val="#ppt_x"/>
                                          </p:val>
                                        </p:tav>
                                      </p:tavLst>
                                    </p:anim>
                                    <p:anim calcmode="lin" valueType="num">
                                      <p:cBhvr additive="base">
                                        <p:cTn id="27" dur="500" fill="hold"/>
                                        <p:tgtEl>
                                          <p:spTgt spid="19"/>
                                        </p:tgtEl>
                                        <p:attrNameLst>
                                          <p:attrName>ppt_y</p:attrName>
                                        </p:attrNameLst>
                                      </p:cBhvr>
                                      <p:tavLst>
                                        <p:tav tm="0">
                                          <p:val>
                                            <p:strVal val="1+#ppt_h/2"/>
                                          </p:val>
                                        </p:tav>
                                        <p:tav tm="100000">
                                          <p:val>
                                            <p:strVal val="#ppt_y"/>
                                          </p:val>
                                        </p:tav>
                                      </p:tavLst>
                                    </p:anim>
                                  </p:childTnLst>
                                </p:cTn>
                              </p:par>
                              <p:par>
                                <p:cTn id="28" presetID="2" presetClass="entr" presetSubtype="6" fill="hold" grpId="0" nodeType="withEffect">
                                  <p:stCondLst>
                                    <p:cond delay="200"/>
                                  </p:stCondLst>
                                  <p:childTnLst>
                                    <p:set>
                                      <p:cBhvr>
                                        <p:cTn id="29" dur="1" fill="hold">
                                          <p:stCondLst>
                                            <p:cond delay="0"/>
                                          </p:stCondLst>
                                        </p:cTn>
                                        <p:tgtEl>
                                          <p:spTgt spid="18"/>
                                        </p:tgtEl>
                                        <p:attrNameLst>
                                          <p:attrName>style.visibility</p:attrName>
                                        </p:attrNameLst>
                                      </p:cBhvr>
                                      <p:to>
                                        <p:strVal val="visible"/>
                                      </p:to>
                                    </p:set>
                                    <p:anim calcmode="lin" valueType="num">
                                      <p:cBhvr additive="base">
                                        <p:cTn id="30" dur="500" fill="hold"/>
                                        <p:tgtEl>
                                          <p:spTgt spid="18"/>
                                        </p:tgtEl>
                                        <p:attrNameLst>
                                          <p:attrName>ppt_x</p:attrName>
                                        </p:attrNameLst>
                                      </p:cBhvr>
                                      <p:tavLst>
                                        <p:tav tm="0">
                                          <p:val>
                                            <p:strVal val="1+#ppt_w/2"/>
                                          </p:val>
                                        </p:tav>
                                        <p:tav tm="100000">
                                          <p:val>
                                            <p:strVal val="#ppt_x"/>
                                          </p:val>
                                        </p:tav>
                                      </p:tavLst>
                                    </p:anim>
                                    <p:anim calcmode="lin" valueType="num">
                                      <p:cBhvr additive="base">
                                        <p:cTn id="31" dur="500" fill="hold"/>
                                        <p:tgtEl>
                                          <p:spTgt spid="18"/>
                                        </p:tgtEl>
                                        <p:attrNameLst>
                                          <p:attrName>ppt_y</p:attrName>
                                        </p:attrNameLst>
                                      </p:cBhvr>
                                      <p:tavLst>
                                        <p:tav tm="0">
                                          <p:val>
                                            <p:strVal val="1+#ppt_h/2"/>
                                          </p:val>
                                        </p:tav>
                                        <p:tav tm="100000">
                                          <p:val>
                                            <p:strVal val="#ppt_y"/>
                                          </p:val>
                                        </p:tav>
                                      </p:tavLst>
                                    </p:anim>
                                  </p:childTnLst>
                                </p:cTn>
                              </p:par>
                            </p:childTnLst>
                          </p:cTn>
                        </p:par>
                        <p:par>
                          <p:cTn id="32" fill="hold">
                            <p:stCondLst>
                              <p:cond delay="1680"/>
                            </p:stCondLst>
                            <p:childTnLst>
                              <p:par>
                                <p:cTn id="33" presetID="22" presetClass="entr" presetSubtype="2" fill="hold" grpId="0" nodeType="after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wipe(right)">
                                      <p:cBhvr>
                                        <p:cTn id="35" dur="300"/>
                                        <p:tgtEl>
                                          <p:spTgt spid="23"/>
                                        </p:tgtEl>
                                      </p:cBhvr>
                                    </p:animEffect>
                                  </p:childTnLst>
                                </p:cTn>
                              </p:par>
                            </p:childTnLst>
                          </p:cTn>
                        </p:par>
                        <p:par>
                          <p:cTn id="36" fill="hold">
                            <p:stCondLst>
                              <p:cond delay="1980"/>
                            </p:stCondLst>
                            <p:childTnLst>
                              <p:par>
                                <p:cTn id="37" presetID="22" presetClass="entr" presetSubtype="8" fill="hold" grpId="0" nodeType="after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wipe(left)">
                                      <p:cBhvr>
                                        <p:cTn id="39" dur="500"/>
                                        <p:tgtEl>
                                          <p:spTgt spid="30"/>
                                        </p:tgtEl>
                                      </p:cBhvr>
                                    </p:animEffect>
                                  </p:childTnLst>
                                </p:cTn>
                              </p:par>
                            </p:childTnLst>
                          </p:cTn>
                        </p:par>
                        <p:par>
                          <p:cTn id="40" fill="hold">
                            <p:stCondLst>
                              <p:cond delay="2480"/>
                            </p:stCondLst>
                            <p:childTnLst>
                              <p:par>
                                <p:cTn id="41" presetID="31" presetClass="entr" presetSubtype="0" fill="hold" grpId="0" nodeType="afterEffect">
                                  <p:stCondLst>
                                    <p:cond delay="0"/>
                                  </p:stCondLst>
                                  <p:childTnLst>
                                    <p:set>
                                      <p:cBhvr>
                                        <p:cTn id="42" dur="1" fill="hold">
                                          <p:stCondLst>
                                            <p:cond delay="0"/>
                                          </p:stCondLst>
                                        </p:cTn>
                                        <p:tgtEl>
                                          <p:spTgt spid="34"/>
                                        </p:tgtEl>
                                        <p:attrNameLst>
                                          <p:attrName>style.visibility</p:attrName>
                                        </p:attrNameLst>
                                      </p:cBhvr>
                                      <p:to>
                                        <p:strVal val="visible"/>
                                      </p:to>
                                    </p:set>
                                    <p:anim calcmode="lin" valueType="num">
                                      <p:cBhvr>
                                        <p:cTn id="43" dur="300" fill="hold"/>
                                        <p:tgtEl>
                                          <p:spTgt spid="34"/>
                                        </p:tgtEl>
                                        <p:attrNameLst>
                                          <p:attrName>ppt_w</p:attrName>
                                        </p:attrNameLst>
                                      </p:cBhvr>
                                      <p:tavLst>
                                        <p:tav tm="0">
                                          <p:val>
                                            <p:fltVal val="0"/>
                                          </p:val>
                                        </p:tav>
                                        <p:tav tm="100000">
                                          <p:val>
                                            <p:strVal val="#ppt_w"/>
                                          </p:val>
                                        </p:tav>
                                      </p:tavLst>
                                    </p:anim>
                                    <p:anim calcmode="lin" valueType="num">
                                      <p:cBhvr>
                                        <p:cTn id="44" dur="300" fill="hold"/>
                                        <p:tgtEl>
                                          <p:spTgt spid="34"/>
                                        </p:tgtEl>
                                        <p:attrNameLst>
                                          <p:attrName>ppt_h</p:attrName>
                                        </p:attrNameLst>
                                      </p:cBhvr>
                                      <p:tavLst>
                                        <p:tav tm="0">
                                          <p:val>
                                            <p:fltVal val="0"/>
                                          </p:val>
                                        </p:tav>
                                        <p:tav tm="100000">
                                          <p:val>
                                            <p:strVal val="#ppt_h"/>
                                          </p:val>
                                        </p:tav>
                                      </p:tavLst>
                                    </p:anim>
                                    <p:anim calcmode="lin" valueType="num">
                                      <p:cBhvr>
                                        <p:cTn id="45" dur="300" fill="hold"/>
                                        <p:tgtEl>
                                          <p:spTgt spid="34"/>
                                        </p:tgtEl>
                                        <p:attrNameLst>
                                          <p:attrName>style.rotation</p:attrName>
                                        </p:attrNameLst>
                                      </p:cBhvr>
                                      <p:tavLst>
                                        <p:tav tm="0">
                                          <p:val>
                                            <p:fltVal val="90"/>
                                          </p:val>
                                        </p:tav>
                                        <p:tav tm="100000">
                                          <p:val>
                                            <p:fltVal val="0"/>
                                          </p:val>
                                        </p:tav>
                                      </p:tavLst>
                                    </p:anim>
                                    <p:animEffect transition="in" filter="fade">
                                      <p:cBhvr>
                                        <p:cTn id="46" dur="300"/>
                                        <p:tgtEl>
                                          <p:spTgt spid="34"/>
                                        </p:tgtEl>
                                      </p:cBhvr>
                                    </p:animEffect>
                                  </p:childTnLst>
                                </p:cTn>
                              </p:par>
                            </p:childTnLst>
                          </p:cTn>
                        </p:par>
                        <p:par>
                          <p:cTn id="47" fill="hold">
                            <p:stCondLst>
                              <p:cond delay="2780"/>
                            </p:stCondLst>
                            <p:childTnLst>
                              <p:par>
                                <p:cTn id="48" presetID="22" presetClass="entr" presetSubtype="2" fill="hold" grpId="0" nodeType="after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right)">
                                      <p:cBhvr>
                                        <p:cTn id="50" dur="300"/>
                                        <p:tgtEl>
                                          <p:spTgt spid="21"/>
                                        </p:tgtEl>
                                      </p:cBhvr>
                                    </p:animEffect>
                                  </p:childTnLst>
                                </p:cTn>
                              </p:par>
                            </p:childTnLst>
                          </p:cTn>
                        </p:par>
                        <p:par>
                          <p:cTn id="51" fill="hold">
                            <p:stCondLst>
                              <p:cond delay="3080"/>
                            </p:stCondLst>
                            <p:childTnLst>
                              <p:par>
                                <p:cTn id="52" presetID="22" presetClass="entr" presetSubtype="8" fill="hold" grpId="0" nodeType="afterEffect">
                                  <p:stCondLst>
                                    <p:cond delay="0"/>
                                  </p:stCondLst>
                                  <p:childTnLst>
                                    <p:set>
                                      <p:cBhvr>
                                        <p:cTn id="53" dur="1" fill="hold">
                                          <p:stCondLst>
                                            <p:cond delay="0"/>
                                          </p:stCondLst>
                                        </p:cTn>
                                        <p:tgtEl>
                                          <p:spTgt spid="31"/>
                                        </p:tgtEl>
                                        <p:attrNameLst>
                                          <p:attrName>style.visibility</p:attrName>
                                        </p:attrNameLst>
                                      </p:cBhvr>
                                      <p:to>
                                        <p:strVal val="visible"/>
                                      </p:to>
                                    </p:set>
                                    <p:animEffect transition="in" filter="wipe(left)">
                                      <p:cBhvr>
                                        <p:cTn id="54" dur="500"/>
                                        <p:tgtEl>
                                          <p:spTgt spid="31"/>
                                        </p:tgtEl>
                                      </p:cBhvr>
                                    </p:animEffect>
                                  </p:childTnLst>
                                </p:cTn>
                              </p:par>
                            </p:childTnLst>
                          </p:cTn>
                        </p:par>
                        <p:par>
                          <p:cTn id="55" fill="hold">
                            <p:stCondLst>
                              <p:cond delay="3580"/>
                            </p:stCondLst>
                            <p:childTnLst>
                              <p:par>
                                <p:cTn id="56" presetID="31" presetClass="entr" presetSubtype="0" fill="hold" grpId="0" nodeType="afterEffect">
                                  <p:stCondLst>
                                    <p:cond delay="0"/>
                                  </p:stCondLst>
                                  <p:childTnLst>
                                    <p:set>
                                      <p:cBhvr>
                                        <p:cTn id="57" dur="1" fill="hold">
                                          <p:stCondLst>
                                            <p:cond delay="0"/>
                                          </p:stCondLst>
                                        </p:cTn>
                                        <p:tgtEl>
                                          <p:spTgt spid="35"/>
                                        </p:tgtEl>
                                        <p:attrNameLst>
                                          <p:attrName>style.visibility</p:attrName>
                                        </p:attrNameLst>
                                      </p:cBhvr>
                                      <p:to>
                                        <p:strVal val="visible"/>
                                      </p:to>
                                    </p:set>
                                    <p:anim calcmode="lin" valueType="num">
                                      <p:cBhvr>
                                        <p:cTn id="58" dur="300" fill="hold"/>
                                        <p:tgtEl>
                                          <p:spTgt spid="35"/>
                                        </p:tgtEl>
                                        <p:attrNameLst>
                                          <p:attrName>ppt_w</p:attrName>
                                        </p:attrNameLst>
                                      </p:cBhvr>
                                      <p:tavLst>
                                        <p:tav tm="0">
                                          <p:val>
                                            <p:fltVal val="0"/>
                                          </p:val>
                                        </p:tav>
                                        <p:tav tm="100000">
                                          <p:val>
                                            <p:strVal val="#ppt_w"/>
                                          </p:val>
                                        </p:tav>
                                      </p:tavLst>
                                    </p:anim>
                                    <p:anim calcmode="lin" valueType="num">
                                      <p:cBhvr>
                                        <p:cTn id="59" dur="300" fill="hold"/>
                                        <p:tgtEl>
                                          <p:spTgt spid="35"/>
                                        </p:tgtEl>
                                        <p:attrNameLst>
                                          <p:attrName>ppt_h</p:attrName>
                                        </p:attrNameLst>
                                      </p:cBhvr>
                                      <p:tavLst>
                                        <p:tav tm="0">
                                          <p:val>
                                            <p:fltVal val="0"/>
                                          </p:val>
                                        </p:tav>
                                        <p:tav tm="100000">
                                          <p:val>
                                            <p:strVal val="#ppt_h"/>
                                          </p:val>
                                        </p:tav>
                                      </p:tavLst>
                                    </p:anim>
                                    <p:anim calcmode="lin" valueType="num">
                                      <p:cBhvr>
                                        <p:cTn id="60" dur="300" fill="hold"/>
                                        <p:tgtEl>
                                          <p:spTgt spid="35"/>
                                        </p:tgtEl>
                                        <p:attrNameLst>
                                          <p:attrName>style.rotation</p:attrName>
                                        </p:attrNameLst>
                                      </p:cBhvr>
                                      <p:tavLst>
                                        <p:tav tm="0">
                                          <p:val>
                                            <p:fltVal val="90"/>
                                          </p:val>
                                        </p:tav>
                                        <p:tav tm="100000">
                                          <p:val>
                                            <p:fltVal val="0"/>
                                          </p:val>
                                        </p:tav>
                                      </p:tavLst>
                                    </p:anim>
                                    <p:animEffect transition="in" filter="fade">
                                      <p:cBhvr>
                                        <p:cTn id="61" dur="300"/>
                                        <p:tgtEl>
                                          <p:spTgt spid="35"/>
                                        </p:tgtEl>
                                      </p:cBhvr>
                                    </p:animEffect>
                                  </p:childTnLst>
                                </p:cTn>
                              </p:par>
                            </p:childTnLst>
                          </p:cTn>
                        </p:par>
                        <p:par>
                          <p:cTn id="62" fill="hold">
                            <p:stCondLst>
                              <p:cond delay="3880"/>
                            </p:stCondLst>
                            <p:childTnLst>
                              <p:par>
                                <p:cTn id="63" presetID="22" presetClass="entr" presetSubtype="2" fill="hold" grpId="0" nodeType="afterEffect">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wipe(right)">
                                      <p:cBhvr>
                                        <p:cTn id="65" dur="300"/>
                                        <p:tgtEl>
                                          <p:spTgt spid="32"/>
                                        </p:tgtEl>
                                      </p:cBhvr>
                                    </p:animEffect>
                                  </p:childTnLst>
                                </p:cTn>
                              </p:par>
                            </p:childTnLst>
                          </p:cTn>
                        </p:par>
                        <p:par>
                          <p:cTn id="66" fill="hold">
                            <p:stCondLst>
                              <p:cond delay="4180"/>
                            </p:stCondLst>
                            <p:childTnLst>
                              <p:par>
                                <p:cTn id="67" presetID="22" presetClass="entr" presetSubtype="8" fill="hold" grpId="0" nodeType="afterEffect">
                                  <p:stCondLst>
                                    <p:cond delay="0"/>
                                  </p:stCondLst>
                                  <p:childTnLst>
                                    <p:set>
                                      <p:cBhvr>
                                        <p:cTn id="68" dur="1" fill="hold">
                                          <p:stCondLst>
                                            <p:cond delay="0"/>
                                          </p:stCondLst>
                                        </p:cTn>
                                        <p:tgtEl>
                                          <p:spTgt spid="33"/>
                                        </p:tgtEl>
                                        <p:attrNameLst>
                                          <p:attrName>style.visibility</p:attrName>
                                        </p:attrNameLst>
                                      </p:cBhvr>
                                      <p:to>
                                        <p:strVal val="visible"/>
                                      </p:to>
                                    </p:set>
                                    <p:animEffect transition="in" filter="wipe(left)">
                                      <p:cBhvr>
                                        <p:cTn id="69" dur="500"/>
                                        <p:tgtEl>
                                          <p:spTgt spid="33"/>
                                        </p:tgtEl>
                                      </p:cBhvr>
                                    </p:animEffect>
                                  </p:childTnLst>
                                </p:cTn>
                              </p:par>
                            </p:childTnLst>
                          </p:cTn>
                        </p:par>
                        <p:par>
                          <p:cTn id="70" fill="hold">
                            <p:stCondLst>
                              <p:cond delay="4680"/>
                            </p:stCondLst>
                            <p:childTnLst>
                              <p:par>
                                <p:cTn id="71" presetID="31" presetClass="entr" presetSubtype="0" fill="hold" grpId="0" nodeType="afterEffect">
                                  <p:stCondLst>
                                    <p:cond delay="0"/>
                                  </p:stCondLst>
                                  <p:childTnLst>
                                    <p:set>
                                      <p:cBhvr>
                                        <p:cTn id="72" dur="1" fill="hold">
                                          <p:stCondLst>
                                            <p:cond delay="0"/>
                                          </p:stCondLst>
                                        </p:cTn>
                                        <p:tgtEl>
                                          <p:spTgt spid="36"/>
                                        </p:tgtEl>
                                        <p:attrNameLst>
                                          <p:attrName>style.visibility</p:attrName>
                                        </p:attrNameLst>
                                      </p:cBhvr>
                                      <p:to>
                                        <p:strVal val="visible"/>
                                      </p:to>
                                    </p:set>
                                    <p:anim calcmode="lin" valueType="num">
                                      <p:cBhvr>
                                        <p:cTn id="73" dur="300" fill="hold"/>
                                        <p:tgtEl>
                                          <p:spTgt spid="36"/>
                                        </p:tgtEl>
                                        <p:attrNameLst>
                                          <p:attrName>ppt_w</p:attrName>
                                        </p:attrNameLst>
                                      </p:cBhvr>
                                      <p:tavLst>
                                        <p:tav tm="0">
                                          <p:val>
                                            <p:fltVal val="0"/>
                                          </p:val>
                                        </p:tav>
                                        <p:tav tm="100000">
                                          <p:val>
                                            <p:strVal val="#ppt_w"/>
                                          </p:val>
                                        </p:tav>
                                      </p:tavLst>
                                    </p:anim>
                                    <p:anim calcmode="lin" valueType="num">
                                      <p:cBhvr>
                                        <p:cTn id="74" dur="300" fill="hold"/>
                                        <p:tgtEl>
                                          <p:spTgt spid="36"/>
                                        </p:tgtEl>
                                        <p:attrNameLst>
                                          <p:attrName>ppt_h</p:attrName>
                                        </p:attrNameLst>
                                      </p:cBhvr>
                                      <p:tavLst>
                                        <p:tav tm="0">
                                          <p:val>
                                            <p:fltVal val="0"/>
                                          </p:val>
                                        </p:tav>
                                        <p:tav tm="100000">
                                          <p:val>
                                            <p:strVal val="#ppt_h"/>
                                          </p:val>
                                        </p:tav>
                                      </p:tavLst>
                                    </p:anim>
                                    <p:anim calcmode="lin" valueType="num">
                                      <p:cBhvr>
                                        <p:cTn id="75" dur="300" fill="hold"/>
                                        <p:tgtEl>
                                          <p:spTgt spid="36"/>
                                        </p:tgtEl>
                                        <p:attrNameLst>
                                          <p:attrName>style.rotation</p:attrName>
                                        </p:attrNameLst>
                                      </p:cBhvr>
                                      <p:tavLst>
                                        <p:tav tm="0">
                                          <p:val>
                                            <p:fltVal val="90"/>
                                          </p:val>
                                        </p:tav>
                                        <p:tav tm="100000">
                                          <p:val>
                                            <p:fltVal val="0"/>
                                          </p:val>
                                        </p:tav>
                                      </p:tavLst>
                                    </p:anim>
                                    <p:animEffect transition="in" filter="fade">
                                      <p:cBhvr>
                                        <p:cTn id="76" dur="3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autoUpdateAnimBg="0"/>
      <p:bldP spid="18435" grpId="0" animBg="1"/>
      <p:bldP spid="18" grpId="0" animBg="1" autoUpdateAnimBg="0"/>
      <p:bldP spid="19" grpId="0" animBg="1" autoUpdateAnimBg="0"/>
      <p:bldP spid="20" grpId="0" animBg="1" autoUpdateAnimBg="0"/>
      <p:bldP spid="21" grpId="0" animBg="1"/>
      <p:bldP spid="23" grpId="0" animBg="1"/>
      <p:bldP spid="30" grpId="0" animBg="1"/>
      <p:bldP spid="31" grpId="0" animBg="1"/>
      <p:bldP spid="32" grpId="0" animBg="1"/>
      <p:bldP spid="33" grpId="0" animBg="1"/>
      <p:bldP spid="34" grpId="0" autoUpdateAnimBg="0"/>
      <p:bldP spid="35" grpId="0" autoUpdateAnimBg="0"/>
      <p:bldP spid="36"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Box 27"/>
          <p:cNvSpPr txBox="1">
            <a:spLocks noChangeArrowheads="1"/>
          </p:cNvSpPr>
          <p:nvPr/>
        </p:nvSpPr>
        <p:spPr bwMode="auto">
          <a:xfrm>
            <a:off x="1012825" y="176213"/>
            <a:ext cx="2154501"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2.3 Spring</a:t>
            </a:r>
            <a:endParaRPr lang="zh-CN" altLang="en-US" sz="3000" b="1" dirty="0">
              <a:solidFill>
                <a:schemeClr val="accent1"/>
              </a:solidFill>
              <a:latin typeface="微软雅黑" pitchFamily="34" charset="-122"/>
              <a:ea typeface="微软雅黑" pitchFamily="34" charset="-122"/>
            </a:endParaRPr>
          </a:p>
        </p:txBody>
      </p:sp>
      <p:sp>
        <p:nvSpPr>
          <p:cNvPr id="18435"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round/>
            <a:headEnd/>
            <a:tailEnd/>
          </a:ln>
        </p:spPr>
        <p:txBody>
          <a:bodyPr/>
          <a:lstStyle/>
          <a:p>
            <a:endParaRPr lang="zh-CN" altLang="en-US"/>
          </a:p>
        </p:txBody>
      </p:sp>
      <p:sp>
        <p:nvSpPr>
          <p:cNvPr id="18" name="Rectangle 15"/>
          <p:cNvSpPr>
            <a:spLocks noChangeArrowheads="1"/>
          </p:cNvSpPr>
          <p:nvPr/>
        </p:nvSpPr>
        <p:spPr bwMode="auto">
          <a:xfrm>
            <a:off x="348283" y="4571231"/>
            <a:ext cx="4134817" cy="1162025"/>
          </a:xfrm>
          <a:prstGeom prst="rect">
            <a:avLst/>
          </a:prstGeom>
          <a:solidFill>
            <a:schemeClr val="tx2"/>
          </a:solidFill>
          <a:ln w="9525">
            <a:solidFill>
              <a:schemeClr val="bg2"/>
            </a:solidFill>
            <a:miter lim="800000"/>
            <a:headEnd/>
            <a:tailEnd/>
          </a:ln>
        </p:spPr>
        <p:txBody>
          <a:bodyPr/>
          <a:lstStyle/>
          <a:p>
            <a:pPr eaLnBrk="1" hangingPunct="1"/>
            <a:endParaRPr lang="en-US" altLang="zh-CN" dirty="0" smtClean="0"/>
          </a:p>
          <a:p>
            <a:pPr eaLnBrk="1" hangingPunct="1"/>
            <a:r>
              <a:rPr lang="zh-CN" altLang="en-US" b="1" dirty="0" smtClean="0">
                <a:solidFill>
                  <a:schemeClr val="accent1"/>
                </a:solidFill>
                <a:latin typeface="+mn-ea"/>
                <a:ea typeface="+mn-ea"/>
              </a:rPr>
              <a:t>对</a:t>
            </a:r>
            <a:r>
              <a:rPr lang="zh-CN" altLang="zh-CN" b="1" dirty="0" smtClean="0">
                <a:solidFill>
                  <a:schemeClr val="accent1"/>
                </a:solidFill>
                <a:latin typeface="+mn-ea"/>
                <a:ea typeface="+mn-ea"/>
              </a:rPr>
              <a:t>多个类的行为配置切入点并在切入点执行前或者执行后添加相应行为</a:t>
            </a:r>
            <a:endParaRPr lang="zh-CN" altLang="en-US" b="1" dirty="0" smtClean="0">
              <a:solidFill>
                <a:schemeClr val="accent1"/>
              </a:solidFill>
              <a:latin typeface="+mn-ea"/>
              <a:ea typeface="+mn-ea"/>
            </a:endParaRPr>
          </a:p>
        </p:txBody>
      </p:sp>
      <p:sp>
        <p:nvSpPr>
          <p:cNvPr id="19" name="Rectangle 11"/>
          <p:cNvSpPr>
            <a:spLocks noChangeArrowheads="1"/>
          </p:cNvSpPr>
          <p:nvPr/>
        </p:nvSpPr>
        <p:spPr bwMode="auto">
          <a:xfrm>
            <a:off x="348283" y="2908945"/>
            <a:ext cx="4134817" cy="1096119"/>
          </a:xfrm>
          <a:prstGeom prst="rect">
            <a:avLst/>
          </a:prstGeom>
          <a:solidFill>
            <a:schemeClr val="tx2"/>
          </a:solidFill>
          <a:ln w="9525">
            <a:solidFill>
              <a:schemeClr val="bg2"/>
            </a:solidFill>
            <a:miter lim="800000"/>
            <a:headEnd/>
            <a:tailEnd/>
          </a:ln>
        </p:spPr>
        <p:txBody>
          <a:bodyPr/>
          <a:lstStyle/>
          <a:p>
            <a:pPr eaLnBrk="1" hangingPunct="1"/>
            <a:endParaRPr lang="en-US" altLang="zh-CN" dirty="0" smtClean="0"/>
          </a:p>
          <a:p>
            <a:pPr eaLnBrk="1" hangingPunct="1"/>
            <a:r>
              <a:rPr lang="zh-CN" altLang="zh-CN" b="1" dirty="0" smtClean="0">
                <a:solidFill>
                  <a:schemeClr val="accent1"/>
                </a:solidFill>
                <a:latin typeface="+mn-ea"/>
                <a:ea typeface="+mn-ea"/>
              </a:rPr>
              <a:t>控制反转又称作依赖注入，是</a:t>
            </a:r>
            <a:r>
              <a:rPr lang="en-US" altLang="zh-CN" b="1" dirty="0" smtClean="0">
                <a:solidFill>
                  <a:schemeClr val="accent1"/>
                </a:solidFill>
                <a:latin typeface="+mn-ea"/>
                <a:ea typeface="+mn-ea"/>
              </a:rPr>
              <a:t>Spring</a:t>
            </a:r>
            <a:r>
              <a:rPr lang="zh-CN" altLang="zh-CN" b="1" dirty="0" smtClean="0">
                <a:solidFill>
                  <a:schemeClr val="accent1"/>
                </a:solidFill>
                <a:latin typeface="+mn-ea"/>
                <a:ea typeface="+mn-ea"/>
              </a:rPr>
              <a:t>提供的一种实现对象松耦合的处理机制</a:t>
            </a:r>
            <a:endParaRPr lang="zh-CN" altLang="en-US" b="1" dirty="0" smtClean="0">
              <a:solidFill>
                <a:schemeClr val="accent1"/>
              </a:solidFill>
              <a:latin typeface="+mn-ea"/>
              <a:ea typeface="+mn-ea"/>
            </a:endParaRPr>
          </a:p>
        </p:txBody>
      </p:sp>
      <p:sp>
        <p:nvSpPr>
          <p:cNvPr id="20" name="Rectangle 8"/>
          <p:cNvSpPr>
            <a:spLocks noChangeArrowheads="1"/>
          </p:cNvSpPr>
          <p:nvPr/>
        </p:nvSpPr>
        <p:spPr bwMode="auto">
          <a:xfrm>
            <a:off x="348283" y="1265932"/>
            <a:ext cx="4134817" cy="1010940"/>
          </a:xfrm>
          <a:prstGeom prst="rect">
            <a:avLst/>
          </a:prstGeom>
          <a:solidFill>
            <a:schemeClr val="tx2"/>
          </a:solidFill>
          <a:ln w="9525">
            <a:solidFill>
              <a:schemeClr val="bg2"/>
            </a:solidFill>
            <a:miter lim="800000"/>
            <a:headEnd/>
            <a:tailEnd/>
          </a:ln>
        </p:spPr>
        <p:txBody>
          <a:bodyPr/>
          <a:lstStyle/>
          <a:p>
            <a:pPr eaLnBrk="1" hangingPunct="1"/>
            <a:endParaRPr lang="en-US" altLang="zh-CN" dirty="0" smtClean="0"/>
          </a:p>
          <a:p>
            <a:pPr eaLnBrk="1" hangingPunct="1"/>
            <a:r>
              <a:rPr lang="zh-CN" altLang="zh-CN" b="1" dirty="0" smtClean="0">
                <a:solidFill>
                  <a:schemeClr val="accent1"/>
                </a:solidFill>
                <a:latin typeface="+mn-ea"/>
                <a:ea typeface="+mn-ea"/>
              </a:rPr>
              <a:t>框架自身大小以及运行时所需的内存开销都非常</a:t>
            </a:r>
            <a:r>
              <a:rPr lang="zh-CN" altLang="en-US" b="1" dirty="0" smtClean="0">
                <a:solidFill>
                  <a:schemeClr val="accent1"/>
                </a:solidFill>
                <a:latin typeface="+mn-ea"/>
                <a:ea typeface="+mn-ea"/>
              </a:rPr>
              <a:t>小</a:t>
            </a:r>
            <a:endParaRPr lang="zh-CN" altLang="en-US" b="1" dirty="0">
              <a:solidFill>
                <a:schemeClr val="accent1"/>
              </a:solidFill>
              <a:latin typeface="+mn-ea"/>
              <a:ea typeface="+mn-ea"/>
            </a:endParaRPr>
          </a:p>
        </p:txBody>
      </p:sp>
      <p:sp>
        <p:nvSpPr>
          <p:cNvPr id="21" name="Freeform 6"/>
          <p:cNvSpPr>
            <a:spLocks/>
          </p:cNvSpPr>
          <p:nvPr/>
        </p:nvSpPr>
        <p:spPr bwMode="auto">
          <a:xfrm>
            <a:off x="265733" y="2734320"/>
            <a:ext cx="82550" cy="468313"/>
          </a:xfrm>
          <a:custGeom>
            <a:avLst/>
            <a:gdLst>
              <a:gd name="T0" fmla="*/ 0 w 102"/>
              <a:gd name="T1" fmla="*/ 0 h 474"/>
              <a:gd name="T2" fmla="*/ 2147483646 w 102"/>
              <a:gd name="T3" fmla="*/ 2147483646 h 474"/>
              <a:gd name="T4" fmla="*/ 2147483646 w 102"/>
              <a:gd name="T5" fmla="*/ 2147483646 h 474"/>
              <a:gd name="T6" fmla="*/ 0 w 102"/>
              <a:gd name="T7" fmla="*/ 2147483646 h 474"/>
              <a:gd name="T8" fmla="*/ 0 w 102"/>
              <a:gd name="T9" fmla="*/ 0 h 47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474">
                <a:moveTo>
                  <a:pt x="0" y="0"/>
                </a:moveTo>
                <a:lnTo>
                  <a:pt x="102" y="108"/>
                </a:lnTo>
                <a:lnTo>
                  <a:pt x="102" y="474"/>
                </a:lnTo>
                <a:lnTo>
                  <a:pt x="0" y="366"/>
                </a:lnTo>
                <a:lnTo>
                  <a:pt x="0" y="0"/>
                </a:lnTo>
                <a:close/>
              </a:path>
            </a:pathLst>
          </a:custGeom>
          <a:solidFill>
            <a:schemeClr val="accent1"/>
          </a:solidFill>
          <a:ln w="9525">
            <a:noFill/>
            <a:round/>
            <a:headEnd/>
            <a:tailEnd/>
          </a:ln>
        </p:spPr>
        <p:txBody>
          <a:bodyPr/>
          <a:lstStyle/>
          <a:p>
            <a:endParaRPr lang="zh-CN" altLang="en-US"/>
          </a:p>
        </p:txBody>
      </p:sp>
      <p:sp>
        <p:nvSpPr>
          <p:cNvPr id="23" name="Freeform 7"/>
          <p:cNvSpPr>
            <a:spLocks/>
          </p:cNvSpPr>
          <p:nvPr/>
        </p:nvSpPr>
        <p:spPr bwMode="auto">
          <a:xfrm>
            <a:off x="265733" y="1111945"/>
            <a:ext cx="82550" cy="469900"/>
          </a:xfrm>
          <a:custGeom>
            <a:avLst/>
            <a:gdLst>
              <a:gd name="T0" fmla="*/ 0 w 102"/>
              <a:gd name="T1" fmla="*/ 0 h 474"/>
              <a:gd name="T2" fmla="*/ 2147483646 w 102"/>
              <a:gd name="T3" fmla="*/ 2147483646 h 474"/>
              <a:gd name="T4" fmla="*/ 2147483646 w 102"/>
              <a:gd name="T5" fmla="*/ 2147483646 h 474"/>
              <a:gd name="T6" fmla="*/ 0 w 102"/>
              <a:gd name="T7" fmla="*/ 2147483646 h 474"/>
              <a:gd name="T8" fmla="*/ 0 w 102"/>
              <a:gd name="T9" fmla="*/ 0 h 47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474">
                <a:moveTo>
                  <a:pt x="0" y="0"/>
                </a:moveTo>
                <a:lnTo>
                  <a:pt x="102" y="108"/>
                </a:lnTo>
                <a:lnTo>
                  <a:pt x="102" y="474"/>
                </a:lnTo>
                <a:lnTo>
                  <a:pt x="0" y="366"/>
                </a:lnTo>
                <a:lnTo>
                  <a:pt x="0" y="0"/>
                </a:lnTo>
                <a:close/>
              </a:path>
            </a:pathLst>
          </a:custGeom>
          <a:solidFill>
            <a:schemeClr val="accent1"/>
          </a:solidFill>
          <a:ln w="9525">
            <a:noFill/>
            <a:round/>
            <a:headEnd/>
            <a:tailEnd/>
          </a:ln>
        </p:spPr>
        <p:txBody>
          <a:bodyPr/>
          <a:lstStyle/>
          <a:p>
            <a:endParaRPr lang="zh-CN" altLang="en-US"/>
          </a:p>
        </p:txBody>
      </p:sp>
      <p:sp>
        <p:nvSpPr>
          <p:cNvPr id="30" name="Freeform 9"/>
          <p:cNvSpPr>
            <a:spLocks/>
          </p:cNvSpPr>
          <p:nvPr/>
        </p:nvSpPr>
        <p:spPr bwMode="auto">
          <a:xfrm>
            <a:off x="265733" y="1111945"/>
            <a:ext cx="2062162" cy="363537"/>
          </a:xfrm>
          <a:custGeom>
            <a:avLst/>
            <a:gdLst>
              <a:gd name="T0" fmla="*/ 0 w 2547"/>
              <a:gd name="T1" fmla="*/ 0 h 366"/>
              <a:gd name="T2" fmla="*/ 2147483646 w 2547"/>
              <a:gd name="T3" fmla="*/ 0 h 366"/>
              <a:gd name="T4" fmla="*/ 2147483646 w 2547"/>
              <a:gd name="T5" fmla="*/ 2147483646 h 366"/>
              <a:gd name="T6" fmla="*/ 2147483646 w 2547"/>
              <a:gd name="T7" fmla="*/ 2147483646 h 366"/>
              <a:gd name="T8" fmla="*/ 0 w 2547"/>
              <a:gd name="T9" fmla="*/ 2147483646 h 366"/>
              <a:gd name="T10" fmla="*/ 0 w 2547"/>
              <a:gd name="T11" fmla="*/ 0 h 3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47" h="366">
                <a:moveTo>
                  <a:pt x="0" y="0"/>
                </a:moveTo>
                <a:lnTo>
                  <a:pt x="2547" y="0"/>
                </a:lnTo>
                <a:lnTo>
                  <a:pt x="2400" y="185"/>
                </a:lnTo>
                <a:lnTo>
                  <a:pt x="2547" y="366"/>
                </a:lnTo>
                <a:lnTo>
                  <a:pt x="0" y="366"/>
                </a:lnTo>
                <a:lnTo>
                  <a:pt x="0" y="0"/>
                </a:lnTo>
                <a:close/>
              </a:path>
            </a:pathLst>
          </a:custGeom>
          <a:solidFill>
            <a:srgbClr val="113E6A"/>
          </a:solidFill>
          <a:ln w="9525">
            <a:noFill/>
            <a:round/>
            <a:headEnd/>
            <a:tailEnd/>
          </a:ln>
        </p:spPr>
        <p:txBody>
          <a:bodyPr/>
          <a:lstStyle/>
          <a:p>
            <a:endParaRPr lang="zh-CN" altLang="en-US"/>
          </a:p>
        </p:txBody>
      </p:sp>
      <p:sp>
        <p:nvSpPr>
          <p:cNvPr id="31" name="Freeform 12"/>
          <p:cNvSpPr>
            <a:spLocks/>
          </p:cNvSpPr>
          <p:nvPr/>
        </p:nvSpPr>
        <p:spPr bwMode="auto">
          <a:xfrm>
            <a:off x="265733" y="2734320"/>
            <a:ext cx="2144712" cy="361950"/>
          </a:xfrm>
          <a:custGeom>
            <a:avLst/>
            <a:gdLst>
              <a:gd name="T0" fmla="*/ 0 w 2649"/>
              <a:gd name="T1" fmla="*/ 0 h 366"/>
              <a:gd name="T2" fmla="*/ 2147483646 w 2649"/>
              <a:gd name="T3" fmla="*/ 0 h 366"/>
              <a:gd name="T4" fmla="*/ 2147483646 w 2649"/>
              <a:gd name="T5" fmla="*/ 2147483646 h 366"/>
              <a:gd name="T6" fmla="*/ 2147483646 w 2649"/>
              <a:gd name="T7" fmla="*/ 2147483646 h 366"/>
              <a:gd name="T8" fmla="*/ 0 w 2649"/>
              <a:gd name="T9" fmla="*/ 2147483646 h 366"/>
              <a:gd name="T10" fmla="*/ 0 w 2649"/>
              <a:gd name="T11" fmla="*/ 0 h 3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49" h="366">
                <a:moveTo>
                  <a:pt x="0" y="0"/>
                </a:moveTo>
                <a:lnTo>
                  <a:pt x="2649" y="0"/>
                </a:lnTo>
                <a:lnTo>
                  <a:pt x="2502" y="186"/>
                </a:lnTo>
                <a:lnTo>
                  <a:pt x="2649" y="366"/>
                </a:lnTo>
                <a:lnTo>
                  <a:pt x="0" y="366"/>
                </a:lnTo>
                <a:lnTo>
                  <a:pt x="0" y="0"/>
                </a:lnTo>
                <a:close/>
              </a:path>
            </a:pathLst>
          </a:custGeom>
          <a:solidFill>
            <a:srgbClr val="113E6A"/>
          </a:solidFill>
          <a:ln w="9525">
            <a:noFill/>
            <a:round/>
            <a:headEnd/>
            <a:tailEnd/>
          </a:ln>
        </p:spPr>
        <p:txBody>
          <a:bodyPr/>
          <a:lstStyle/>
          <a:p>
            <a:endParaRPr lang="zh-CN" altLang="en-US"/>
          </a:p>
        </p:txBody>
      </p:sp>
      <p:sp>
        <p:nvSpPr>
          <p:cNvPr id="32" name="Freeform 14"/>
          <p:cNvSpPr>
            <a:spLocks/>
          </p:cNvSpPr>
          <p:nvPr/>
        </p:nvSpPr>
        <p:spPr bwMode="auto">
          <a:xfrm>
            <a:off x="265733" y="4417243"/>
            <a:ext cx="82550" cy="468313"/>
          </a:xfrm>
          <a:custGeom>
            <a:avLst/>
            <a:gdLst>
              <a:gd name="T0" fmla="*/ 0 w 102"/>
              <a:gd name="T1" fmla="*/ 0 h 474"/>
              <a:gd name="T2" fmla="*/ 2147483646 w 102"/>
              <a:gd name="T3" fmla="*/ 2147483646 h 474"/>
              <a:gd name="T4" fmla="*/ 2147483646 w 102"/>
              <a:gd name="T5" fmla="*/ 2147483646 h 474"/>
              <a:gd name="T6" fmla="*/ 0 w 102"/>
              <a:gd name="T7" fmla="*/ 2147483646 h 474"/>
              <a:gd name="T8" fmla="*/ 0 w 102"/>
              <a:gd name="T9" fmla="*/ 0 h 47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474">
                <a:moveTo>
                  <a:pt x="0" y="0"/>
                </a:moveTo>
                <a:lnTo>
                  <a:pt x="102" y="108"/>
                </a:lnTo>
                <a:lnTo>
                  <a:pt x="102" y="474"/>
                </a:lnTo>
                <a:lnTo>
                  <a:pt x="0" y="366"/>
                </a:lnTo>
                <a:lnTo>
                  <a:pt x="0" y="0"/>
                </a:lnTo>
                <a:close/>
              </a:path>
            </a:pathLst>
          </a:custGeom>
          <a:solidFill>
            <a:schemeClr val="accent1"/>
          </a:solidFill>
          <a:ln w="9525">
            <a:noFill/>
            <a:round/>
            <a:headEnd/>
            <a:tailEnd/>
          </a:ln>
        </p:spPr>
        <p:txBody>
          <a:bodyPr/>
          <a:lstStyle/>
          <a:p>
            <a:endParaRPr lang="zh-CN" altLang="en-US"/>
          </a:p>
        </p:txBody>
      </p:sp>
      <p:sp>
        <p:nvSpPr>
          <p:cNvPr id="33" name="Freeform 16"/>
          <p:cNvSpPr>
            <a:spLocks/>
          </p:cNvSpPr>
          <p:nvPr/>
        </p:nvSpPr>
        <p:spPr bwMode="auto">
          <a:xfrm>
            <a:off x="265733" y="4417243"/>
            <a:ext cx="2144712" cy="361950"/>
          </a:xfrm>
          <a:custGeom>
            <a:avLst/>
            <a:gdLst>
              <a:gd name="T0" fmla="*/ 0 w 2649"/>
              <a:gd name="T1" fmla="*/ 0 h 366"/>
              <a:gd name="T2" fmla="*/ 2147483646 w 2649"/>
              <a:gd name="T3" fmla="*/ 0 h 366"/>
              <a:gd name="T4" fmla="*/ 2147483646 w 2649"/>
              <a:gd name="T5" fmla="*/ 2147483646 h 366"/>
              <a:gd name="T6" fmla="*/ 2147483646 w 2649"/>
              <a:gd name="T7" fmla="*/ 2147483646 h 366"/>
              <a:gd name="T8" fmla="*/ 0 w 2649"/>
              <a:gd name="T9" fmla="*/ 2147483646 h 366"/>
              <a:gd name="T10" fmla="*/ 0 w 2649"/>
              <a:gd name="T11" fmla="*/ 0 h 3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49" h="366">
                <a:moveTo>
                  <a:pt x="0" y="0"/>
                </a:moveTo>
                <a:lnTo>
                  <a:pt x="2649" y="0"/>
                </a:lnTo>
                <a:lnTo>
                  <a:pt x="2502" y="186"/>
                </a:lnTo>
                <a:lnTo>
                  <a:pt x="2649" y="366"/>
                </a:lnTo>
                <a:lnTo>
                  <a:pt x="0" y="366"/>
                </a:lnTo>
                <a:lnTo>
                  <a:pt x="0" y="0"/>
                </a:lnTo>
                <a:close/>
              </a:path>
            </a:pathLst>
          </a:custGeom>
          <a:solidFill>
            <a:srgbClr val="113E6A"/>
          </a:solidFill>
          <a:ln w="9525">
            <a:noFill/>
            <a:round/>
            <a:headEnd/>
            <a:tailEnd/>
          </a:ln>
        </p:spPr>
        <p:txBody>
          <a:bodyPr/>
          <a:lstStyle/>
          <a:p>
            <a:endParaRPr lang="zh-CN" altLang="en-US"/>
          </a:p>
        </p:txBody>
      </p:sp>
      <p:sp>
        <p:nvSpPr>
          <p:cNvPr id="34" name="TextBox 15"/>
          <p:cNvSpPr txBox="1">
            <a:spLocks noChangeArrowheads="1"/>
          </p:cNvSpPr>
          <p:nvPr/>
        </p:nvSpPr>
        <p:spPr bwMode="auto">
          <a:xfrm>
            <a:off x="481633" y="1084957"/>
            <a:ext cx="697627" cy="400110"/>
          </a:xfrm>
          <a:prstGeom prst="rect">
            <a:avLst/>
          </a:prstGeom>
          <a:noFill/>
          <a:ln w="9525">
            <a:noFill/>
            <a:miter lim="800000"/>
            <a:headEnd/>
            <a:tailEnd/>
          </a:ln>
        </p:spPr>
        <p:txBody>
          <a:bodyPr wrap="none">
            <a:spAutoFit/>
          </a:bodyPr>
          <a:lstStyle/>
          <a:p>
            <a:pPr eaLnBrk="1" hangingPunct="1"/>
            <a:r>
              <a:rPr lang="zh-CN" altLang="en-US" sz="2000" dirty="0" smtClean="0">
                <a:solidFill>
                  <a:schemeClr val="accent2"/>
                </a:solidFill>
                <a:latin typeface="微软雅黑" pitchFamily="34" charset="-122"/>
                <a:ea typeface="微软雅黑" pitchFamily="34" charset="-122"/>
              </a:rPr>
              <a:t>轻量</a:t>
            </a:r>
            <a:endParaRPr lang="zh-CN" altLang="en-US" sz="2000" dirty="0">
              <a:solidFill>
                <a:schemeClr val="accent2"/>
              </a:solidFill>
              <a:latin typeface="微软雅黑" pitchFamily="34" charset="-122"/>
              <a:ea typeface="微软雅黑" pitchFamily="34" charset="-122"/>
            </a:endParaRPr>
          </a:p>
        </p:txBody>
      </p:sp>
      <p:sp>
        <p:nvSpPr>
          <p:cNvPr id="35" name="TextBox 16"/>
          <p:cNvSpPr txBox="1">
            <a:spLocks noChangeArrowheads="1"/>
          </p:cNvSpPr>
          <p:nvPr/>
        </p:nvSpPr>
        <p:spPr bwMode="auto">
          <a:xfrm>
            <a:off x="481633" y="2708920"/>
            <a:ext cx="1210588" cy="400110"/>
          </a:xfrm>
          <a:prstGeom prst="rect">
            <a:avLst/>
          </a:prstGeom>
          <a:noFill/>
          <a:ln w="9525">
            <a:noFill/>
            <a:miter lim="800000"/>
            <a:headEnd/>
            <a:tailEnd/>
          </a:ln>
        </p:spPr>
        <p:txBody>
          <a:bodyPr wrap="none">
            <a:spAutoFit/>
          </a:bodyPr>
          <a:lstStyle/>
          <a:p>
            <a:pPr eaLnBrk="1" hangingPunct="1"/>
            <a:r>
              <a:rPr lang="zh-CN" altLang="en-US" sz="2000" dirty="0" smtClean="0">
                <a:solidFill>
                  <a:schemeClr val="accent2"/>
                </a:solidFill>
                <a:latin typeface="微软雅黑" pitchFamily="34" charset="-122"/>
                <a:ea typeface="微软雅黑" pitchFamily="34" charset="-122"/>
              </a:rPr>
              <a:t>控制反转</a:t>
            </a:r>
            <a:endParaRPr lang="zh-CN" altLang="en-US" sz="2000" dirty="0">
              <a:solidFill>
                <a:schemeClr val="accent2"/>
              </a:solidFill>
              <a:latin typeface="微软雅黑" pitchFamily="34" charset="-122"/>
              <a:ea typeface="微软雅黑" pitchFamily="34" charset="-122"/>
            </a:endParaRPr>
          </a:p>
        </p:txBody>
      </p:sp>
      <p:sp>
        <p:nvSpPr>
          <p:cNvPr id="36" name="TextBox 17"/>
          <p:cNvSpPr txBox="1">
            <a:spLocks noChangeArrowheads="1"/>
          </p:cNvSpPr>
          <p:nvPr/>
        </p:nvSpPr>
        <p:spPr bwMode="auto">
          <a:xfrm>
            <a:off x="481633" y="4409306"/>
            <a:ext cx="1210588" cy="400110"/>
          </a:xfrm>
          <a:prstGeom prst="rect">
            <a:avLst/>
          </a:prstGeom>
          <a:noFill/>
          <a:ln w="9525">
            <a:noFill/>
            <a:miter lim="800000"/>
            <a:headEnd/>
            <a:tailEnd/>
          </a:ln>
        </p:spPr>
        <p:txBody>
          <a:bodyPr wrap="none">
            <a:spAutoFit/>
          </a:bodyPr>
          <a:lstStyle/>
          <a:p>
            <a:pPr eaLnBrk="1" hangingPunct="1"/>
            <a:r>
              <a:rPr lang="zh-CN" altLang="en-US" sz="2000" dirty="0" smtClean="0">
                <a:solidFill>
                  <a:schemeClr val="accent2"/>
                </a:solidFill>
                <a:latin typeface="微软雅黑" pitchFamily="34" charset="-122"/>
                <a:ea typeface="微软雅黑" pitchFamily="34" charset="-122"/>
              </a:rPr>
              <a:t>面向切面</a:t>
            </a:r>
            <a:endParaRPr lang="zh-CN" altLang="en-US" sz="2000" dirty="0">
              <a:solidFill>
                <a:schemeClr val="accent2"/>
              </a:solidFill>
              <a:latin typeface="微软雅黑" pitchFamily="34" charset="-122"/>
              <a:ea typeface="微软雅黑" pitchFamily="34" charset="-122"/>
            </a:endParaRPr>
          </a:p>
        </p:txBody>
      </p:sp>
      <p:graphicFrame>
        <p:nvGraphicFramePr>
          <p:cNvPr id="1029" name="Object 5"/>
          <p:cNvGraphicFramePr>
            <a:graphicFrameLocks noChangeAspect="1"/>
          </p:cNvGraphicFramePr>
          <p:nvPr/>
        </p:nvGraphicFramePr>
        <p:xfrm>
          <a:off x="4903613" y="332656"/>
          <a:ext cx="7171432" cy="6456935"/>
        </p:xfrm>
        <a:graphic>
          <a:graphicData uri="http://schemas.openxmlformats.org/presentationml/2006/ole">
            <mc:AlternateContent xmlns:mc="http://schemas.openxmlformats.org/markup-compatibility/2006">
              <mc:Choice xmlns:v="urn:schemas-microsoft-com:vml" Requires="v">
                <p:oleObj spid="_x0000_s1032" name="Visio" r:id="rId3" imgW="8143968" imgH="7372350" progId="Visio.Drawing.15">
                  <p:embed/>
                </p:oleObj>
              </mc:Choice>
              <mc:Fallback>
                <p:oleObj name="Visio" r:id="rId3" imgW="8143968" imgH="7372350" progId="Visio.Drawing.15">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03613" y="332656"/>
                        <a:ext cx="7171432" cy="64569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18435"/>
                                        </p:tgtEl>
                                        <p:attrNameLst>
                                          <p:attrName>style.visibility</p:attrName>
                                        </p:attrNameLst>
                                      </p:cBhvr>
                                      <p:to>
                                        <p:strVal val="visible"/>
                                      </p:to>
                                    </p:set>
                                    <p:anim calcmode="lin" valueType="num">
                                      <p:cBhvr>
                                        <p:cTn id="7" dur="300" fill="hold"/>
                                        <p:tgtEl>
                                          <p:spTgt spid="18435"/>
                                        </p:tgtEl>
                                        <p:attrNameLst>
                                          <p:attrName>ppt_w</p:attrName>
                                        </p:attrNameLst>
                                      </p:cBhvr>
                                      <p:tavLst>
                                        <p:tav tm="0">
                                          <p:val>
                                            <p:fltVal val="0"/>
                                          </p:val>
                                        </p:tav>
                                        <p:tav tm="100000">
                                          <p:val>
                                            <p:strVal val="#ppt_w"/>
                                          </p:val>
                                        </p:tav>
                                      </p:tavLst>
                                    </p:anim>
                                    <p:anim calcmode="lin" valueType="num">
                                      <p:cBhvr>
                                        <p:cTn id="8" dur="300" fill="hold"/>
                                        <p:tgtEl>
                                          <p:spTgt spid="18435"/>
                                        </p:tgtEl>
                                        <p:attrNameLst>
                                          <p:attrName>ppt_h</p:attrName>
                                        </p:attrNameLst>
                                      </p:cBhvr>
                                      <p:tavLst>
                                        <p:tav tm="0">
                                          <p:val>
                                            <p:fltVal val="0"/>
                                          </p:val>
                                        </p:tav>
                                        <p:tav tm="100000">
                                          <p:val>
                                            <p:strVal val="#ppt_h"/>
                                          </p:val>
                                        </p:tav>
                                      </p:tavLst>
                                    </p:anim>
                                    <p:anim calcmode="lin" valueType="num">
                                      <p:cBhvr>
                                        <p:cTn id="9" dur="300" fill="hold"/>
                                        <p:tgtEl>
                                          <p:spTgt spid="18435"/>
                                        </p:tgtEl>
                                        <p:attrNameLst>
                                          <p:attrName>style.rotation</p:attrName>
                                        </p:attrNameLst>
                                      </p:cBhvr>
                                      <p:tavLst>
                                        <p:tav tm="0">
                                          <p:val>
                                            <p:fltVal val="90"/>
                                          </p:val>
                                        </p:tav>
                                        <p:tav tm="100000">
                                          <p:val>
                                            <p:fltVal val="0"/>
                                          </p:val>
                                        </p:tav>
                                      </p:tavLst>
                                    </p:anim>
                                    <p:animEffect transition="in" filter="fade">
                                      <p:cBhvr>
                                        <p:cTn id="10" dur="300"/>
                                        <p:tgtEl>
                                          <p:spTgt spid="18435"/>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8434"/>
                                        </p:tgtEl>
                                        <p:attrNameLst>
                                          <p:attrName>style.visibility</p:attrName>
                                        </p:attrNameLst>
                                      </p:cBhvr>
                                      <p:to>
                                        <p:strVal val="visible"/>
                                      </p:to>
                                    </p:set>
                                    <p:anim calcmode="lin" valueType="num">
                                      <p:cBhvr>
                                        <p:cTn id="14" dur="400" fill="hold"/>
                                        <p:tgtEl>
                                          <p:spTgt spid="1843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8434"/>
                                        </p:tgtEl>
                                        <p:attrNameLst>
                                          <p:attrName>ppt_y</p:attrName>
                                        </p:attrNameLst>
                                      </p:cBhvr>
                                      <p:tavLst>
                                        <p:tav tm="0">
                                          <p:val>
                                            <p:strVal val="#ppt_y"/>
                                          </p:val>
                                        </p:tav>
                                        <p:tav tm="100000">
                                          <p:val>
                                            <p:strVal val="#ppt_y"/>
                                          </p:val>
                                        </p:tav>
                                      </p:tavLst>
                                    </p:anim>
                                    <p:anim calcmode="lin" valueType="num">
                                      <p:cBhvr>
                                        <p:cTn id="16" dur="400" fill="hold"/>
                                        <p:tgtEl>
                                          <p:spTgt spid="1843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843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8434"/>
                                        </p:tgtEl>
                                      </p:cBhvr>
                                    </p:animEffect>
                                  </p:childTnLst>
                                </p:cTn>
                              </p:par>
                            </p:childTnLst>
                          </p:cTn>
                        </p:par>
                        <p:par>
                          <p:cTn id="19" fill="hold">
                            <p:stCondLst>
                              <p:cond delay="1020"/>
                            </p:stCondLst>
                            <p:childTnLst>
                              <p:par>
                                <p:cTn id="20" presetID="2" presetClass="entr" presetSubtype="6" fill="hold" grpId="0" nodeType="after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additive="base">
                                        <p:cTn id="22" dur="500" fill="hold"/>
                                        <p:tgtEl>
                                          <p:spTgt spid="20"/>
                                        </p:tgtEl>
                                        <p:attrNameLst>
                                          <p:attrName>ppt_x</p:attrName>
                                        </p:attrNameLst>
                                      </p:cBhvr>
                                      <p:tavLst>
                                        <p:tav tm="0">
                                          <p:val>
                                            <p:strVal val="1+#ppt_w/2"/>
                                          </p:val>
                                        </p:tav>
                                        <p:tav tm="100000">
                                          <p:val>
                                            <p:strVal val="#ppt_x"/>
                                          </p:val>
                                        </p:tav>
                                      </p:tavLst>
                                    </p:anim>
                                    <p:anim calcmode="lin" valueType="num">
                                      <p:cBhvr additive="base">
                                        <p:cTn id="23" dur="500" fill="hold"/>
                                        <p:tgtEl>
                                          <p:spTgt spid="20"/>
                                        </p:tgtEl>
                                        <p:attrNameLst>
                                          <p:attrName>ppt_y</p:attrName>
                                        </p:attrNameLst>
                                      </p:cBhvr>
                                      <p:tavLst>
                                        <p:tav tm="0">
                                          <p:val>
                                            <p:strVal val="1+#ppt_h/2"/>
                                          </p:val>
                                        </p:tav>
                                        <p:tav tm="100000">
                                          <p:val>
                                            <p:strVal val="#ppt_y"/>
                                          </p:val>
                                        </p:tav>
                                      </p:tavLst>
                                    </p:anim>
                                  </p:childTnLst>
                                </p:cTn>
                              </p:par>
                              <p:par>
                                <p:cTn id="24" presetID="2" presetClass="entr" presetSubtype="6" fill="hold" grpId="0" nodeType="withEffect">
                                  <p:stCondLst>
                                    <p:cond delay="100"/>
                                  </p:stCondLst>
                                  <p:childTnLst>
                                    <p:set>
                                      <p:cBhvr>
                                        <p:cTn id="25" dur="1" fill="hold">
                                          <p:stCondLst>
                                            <p:cond delay="0"/>
                                          </p:stCondLst>
                                        </p:cTn>
                                        <p:tgtEl>
                                          <p:spTgt spid="19"/>
                                        </p:tgtEl>
                                        <p:attrNameLst>
                                          <p:attrName>style.visibility</p:attrName>
                                        </p:attrNameLst>
                                      </p:cBhvr>
                                      <p:to>
                                        <p:strVal val="visible"/>
                                      </p:to>
                                    </p:set>
                                    <p:anim calcmode="lin" valueType="num">
                                      <p:cBhvr additive="base">
                                        <p:cTn id="26" dur="500" fill="hold"/>
                                        <p:tgtEl>
                                          <p:spTgt spid="19"/>
                                        </p:tgtEl>
                                        <p:attrNameLst>
                                          <p:attrName>ppt_x</p:attrName>
                                        </p:attrNameLst>
                                      </p:cBhvr>
                                      <p:tavLst>
                                        <p:tav tm="0">
                                          <p:val>
                                            <p:strVal val="1+#ppt_w/2"/>
                                          </p:val>
                                        </p:tav>
                                        <p:tav tm="100000">
                                          <p:val>
                                            <p:strVal val="#ppt_x"/>
                                          </p:val>
                                        </p:tav>
                                      </p:tavLst>
                                    </p:anim>
                                    <p:anim calcmode="lin" valueType="num">
                                      <p:cBhvr additive="base">
                                        <p:cTn id="27" dur="500" fill="hold"/>
                                        <p:tgtEl>
                                          <p:spTgt spid="19"/>
                                        </p:tgtEl>
                                        <p:attrNameLst>
                                          <p:attrName>ppt_y</p:attrName>
                                        </p:attrNameLst>
                                      </p:cBhvr>
                                      <p:tavLst>
                                        <p:tav tm="0">
                                          <p:val>
                                            <p:strVal val="1+#ppt_h/2"/>
                                          </p:val>
                                        </p:tav>
                                        <p:tav tm="100000">
                                          <p:val>
                                            <p:strVal val="#ppt_y"/>
                                          </p:val>
                                        </p:tav>
                                      </p:tavLst>
                                    </p:anim>
                                  </p:childTnLst>
                                </p:cTn>
                              </p:par>
                              <p:par>
                                <p:cTn id="28" presetID="2" presetClass="entr" presetSubtype="6" fill="hold" grpId="0" nodeType="withEffect">
                                  <p:stCondLst>
                                    <p:cond delay="200"/>
                                  </p:stCondLst>
                                  <p:childTnLst>
                                    <p:set>
                                      <p:cBhvr>
                                        <p:cTn id="29" dur="1" fill="hold">
                                          <p:stCondLst>
                                            <p:cond delay="0"/>
                                          </p:stCondLst>
                                        </p:cTn>
                                        <p:tgtEl>
                                          <p:spTgt spid="18"/>
                                        </p:tgtEl>
                                        <p:attrNameLst>
                                          <p:attrName>style.visibility</p:attrName>
                                        </p:attrNameLst>
                                      </p:cBhvr>
                                      <p:to>
                                        <p:strVal val="visible"/>
                                      </p:to>
                                    </p:set>
                                    <p:anim calcmode="lin" valueType="num">
                                      <p:cBhvr additive="base">
                                        <p:cTn id="30" dur="500" fill="hold"/>
                                        <p:tgtEl>
                                          <p:spTgt spid="18"/>
                                        </p:tgtEl>
                                        <p:attrNameLst>
                                          <p:attrName>ppt_x</p:attrName>
                                        </p:attrNameLst>
                                      </p:cBhvr>
                                      <p:tavLst>
                                        <p:tav tm="0">
                                          <p:val>
                                            <p:strVal val="1+#ppt_w/2"/>
                                          </p:val>
                                        </p:tav>
                                        <p:tav tm="100000">
                                          <p:val>
                                            <p:strVal val="#ppt_x"/>
                                          </p:val>
                                        </p:tav>
                                      </p:tavLst>
                                    </p:anim>
                                    <p:anim calcmode="lin" valueType="num">
                                      <p:cBhvr additive="base">
                                        <p:cTn id="31" dur="500" fill="hold"/>
                                        <p:tgtEl>
                                          <p:spTgt spid="18"/>
                                        </p:tgtEl>
                                        <p:attrNameLst>
                                          <p:attrName>ppt_y</p:attrName>
                                        </p:attrNameLst>
                                      </p:cBhvr>
                                      <p:tavLst>
                                        <p:tav tm="0">
                                          <p:val>
                                            <p:strVal val="1+#ppt_h/2"/>
                                          </p:val>
                                        </p:tav>
                                        <p:tav tm="100000">
                                          <p:val>
                                            <p:strVal val="#ppt_y"/>
                                          </p:val>
                                        </p:tav>
                                      </p:tavLst>
                                    </p:anim>
                                  </p:childTnLst>
                                </p:cTn>
                              </p:par>
                            </p:childTnLst>
                          </p:cTn>
                        </p:par>
                        <p:par>
                          <p:cTn id="32" fill="hold">
                            <p:stCondLst>
                              <p:cond delay="1720"/>
                            </p:stCondLst>
                            <p:childTnLst>
                              <p:par>
                                <p:cTn id="33" presetID="22" presetClass="entr" presetSubtype="2" fill="hold" grpId="0" nodeType="after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wipe(right)">
                                      <p:cBhvr>
                                        <p:cTn id="35" dur="300"/>
                                        <p:tgtEl>
                                          <p:spTgt spid="23"/>
                                        </p:tgtEl>
                                      </p:cBhvr>
                                    </p:animEffect>
                                  </p:childTnLst>
                                </p:cTn>
                              </p:par>
                            </p:childTnLst>
                          </p:cTn>
                        </p:par>
                        <p:par>
                          <p:cTn id="36" fill="hold">
                            <p:stCondLst>
                              <p:cond delay="2020"/>
                            </p:stCondLst>
                            <p:childTnLst>
                              <p:par>
                                <p:cTn id="37" presetID="22" presetClass="entr" presetSubtype="8" fill="hold" grpId="0" nodeType="after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wipe(left)">
                                      <p:cBhvr>
                                        <p:cTn id="39" dur="500"/>
                                        <p:tgtEl>
                                          <p:spTgt spid="30"/>
                                        </p:tgtEl>
                                      </p:cBhvr>
                                    </p:animEffect>
                                  </p:childTnLst>
                                </p:cTn>
                              </p:par>
                            </p:childTnLst>
                          </p:cTn>
                        </p:par>
                        <p:par>
                          <p:cTn id="40" fill="hold">
                            <p:stCondLst>
                              <p:cond delay="2520"/>
                            </p:stCondLst>
                            <p:childTnLst>
                              <p:par>
                                <p:cTn id="41" presetID="31" presetClass="entr" presetSubtype="0" fill="hold" grpId="0" nodeType="afterEffect">
                                  <p:stCondLst>
                                    <p:cond delay="0"/>
                                  </p:stCondLst>
                                  <p:childTnLst>
                                    <p:set>
                                      <p:cBhvr>
                                        <p:cTn id="42" dur="1" fill="hold">
                                          <p:stCondLst>
                                            <p:cond delay="0"/>
                                          </p:stCondLst>
                                        </p:cTn>
                                        <p:tgtEl>
                                          <p:spTgt spid="34"/>
                                        </p:tgtEl>
                                        <p:attrNameLst>
                                          <p:attrName>style.visibility</p:attrName>
                                        </p:attrNameLst>
                                      </p:cBhvr>
                                      <p:to>
                                        <p:strVal val="visible"/>
                                      </p:to>
                                    </p:set>
                                    <p:anim calcmode="lin" valueType="num">
                                      <p:cBhvr>
                                        <p:cTn id="43" dur="300" fill="hold"/>
                                        <p:tgtEl>
                                          <p:spTgt spid="34"/>
                                        </p:tgtEl>
                                        <p:attrNameLst>
                                          <p:attrName>ppt_w</p:attrName>
                                        </p:attrNameLst>
                                      </p:cBhvr>
                                      <p:tavLst>
                                        <p:tav tm="0">
                                          <p:val>
                                            <p:fltVal val="0"/>
                                          </p:val>
                                        </p:tav>
                                        <p:tav tm="100000">
                                          <p:val>
                                            <p:strVal val="#ppt_w"/>
                                          </p:val>
                                        </p:tav>
                                      </p:tavLst>
                                    </p:anim>
                                    <p:anim calcmode="lin" valueType="num">
                                      <p:cBhvr>
                                        <p:cTn id="44" dur="300" fill="hold"/>
                                        <p:tgtEl>
                                          <p:spTgt spid="34"/>
                                        </p:tgtEl>
                                        <p:attrNameLst>
                                          <p:attrName>ppt_h</p:attrName>
                                        </p:attrNameLst>
                                      </p:cBhvr>
                                      <p:tavLst>
                                        <p:tav tm="0">
                                          <p:val>
                                            <p:fltVal val="0"/>
                                          </p:val>
                                        </p:tav>
                                        <p:tav tm="100000">
                                          <p:val>
                                            <p:strVal val="#ppt_h"/>
                                          </p:val>
                                        </p:tav>
                                      </p:tavLst>
                                    </p:anim>
                                    <p:anim calcmode="lin" valueType="num">
                                      <p:cBhvr>
                                        <p:cTn id="45" dur="300" fill="hold"/>
                                        <p:tgtEl>
                                          <p:spTgt spid="34"/>
                                        </p:tgtEl>
                                        <p:attrNameLst>
                                          <p:attrName>style.rotation</p:attrName>
                                        </p:attrNameLst>
                                      </p:cBhvr>
                                      <p:tavLst>
                                        <p:tav tm="0">
                                          <p:val>
                                            <p:fltVal val="90"/>
                                          </p:val>
                                        </p:tav>
                                        <p:tav tm="100000">
                                          <p:val>
                                            <p:fltVal val="0"/>
                                          </p:val>
                                        </p:tav>
                                      </p:tavLst>
                                    </p:anim>
                                    <p:animEffect transition="in" filter="fade">
                                      <p:cBhvr>
                                        <p:cTn id="46" dur="300"/>
                                        <p:tgtEl>
                                          <p:spTgt spid="34"/>
                                        </p:tgtEl>
                                      </p:cBhvr>
                                    </p:animEffect>
                                  </p:childTnLst>
                                </p:cTn>
                              </p:par>
                            </p:childTnLst>
                          </p:cTn>
                        </p:par>
                        <p:par>
                          <p:cTn id="47" fill="hold">
                            <p:stCondLst>
                              <p:cond delay="2820"/>
                            </p:stCondLst>
                            <p:childTnLst>
                              <p:par>
                                <p:cTn id="48" presetID="22" presetClass="entr" presetSubtype="2" fill="hold" grpId="0" nodeType="after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right)">
                                      <p:cBhvr>
                                        <p:cTn id="50" dur="300"/>
                                        <p:tgtEl>
                                          <p:spTgt spid="21"/>
                                        </p:tgtEl>
                                      </p:cBhvr>
                                    </p:animEffect>
                                  </p:childTnLst>
                                </p:cTn>
                              </p:par>
                            </p:childTnLst>
                          </p:cTn>
                        </p:par>
                        <p:par>
                          <p:cTn id="51" fill="hold">
                            <p:stCondLst>
                              <p:cond delay="3120"/>
                            </p:stCondLst>
                            <p:childTnLst>
                              <p:par>
                                <p:cTn id="52" presetID="22" presetClass="entr" presetSubtype="8" fill="hold" grpId="0" nodeType="afterEffect">
                                  <p:stCondLst>
                                    <p:cond delay="0"/>
                                  </p:stCondLst>
                                  <p:childTnLst>
                                    <p:set>
                                      <p:cBhvr>
                                        <p:cTn id="53" dur="1" fill="hold">
                                          <p:stCondLst>
                                            <p:cond delay="0"/>
                                          </p:stCondLst>
                                        </p:cTn>
                                        <p:tgtEl>
                                          <p:spTgt spid="31"/>
                                        </p:tgtEl>
                                        <p:attrNameLst>
                                          <p:attrName>style.visibility</p:attrName>
                                        </p:attrNameLst>
                                      </p:cBhvr>
                                      <p:to>
                                        <p:strVal val="visible"/>
                                      </p:to>
                                    </p:set>
                                    <p:animEffect transition="in" filter="wipe(left)">
                                      <p:cBhvr>
                                        <p:cTn id="54" dur="500"/>
                                        <p:tgtEl>
                                          <p:spTgt spid="31"/>
                                        </p:tgtEl>
                                      </p:cBhvr>
                                    </p:animEffect>
                                  </p:childTnLst>
                                </p:cTn>
                              </p:par>
                            </p:childTnLst>
                          </p:cTn>
                        </p:par>
                        <p:par>
                          <p:cTn id="55" fill="hold">
                            <p:stCondLst>
                              <p:cond delay="3620"/>
                            </p:stCondLst>
                            <p:childTnLst>
                              <p:par>
                                <p:cTn id="56" presetID="31" presetClass="entr" presetSubtype="0" fill="hold" grpId="0" nodeType="afterEffect">
                                  <p:stCondLst>
                                    <p:cond delay="0"/>
                                  </p:stCondLst>
                                  <p:childTnLst>
                                    <p:set>
                                      <p:cBhvr>
                                        <p:cTn id="57" dur="1" fill="hold">
                                          <p:stCondLst>
                                            <p:cond delay="0"/>
                                          </p:stCondLst>
                                        </p:cTn>
                                        <p:tgtEl>
                                          <p:spTgt spid="35"/>
                                        </p:tgtEl>
                                        <p:attrNameLst>
                                          <p:attrName>style.visibility</p:attrName>
                                        </p:attrNameLst>
                                      </p:cBhvr>
                                      <p:to>
                                        <p:strVal val="visible"/>
                                      </p:to>
                                    </p:set>
                                    <p:anim calcmode="lin" valueType="num">
                                      <p:cBhvr>
                                        <p:cTn id="58" dur="300" fill="hold"/>
                                        <p:tgtEl>
                                          <p:spTgt spid="35"/>
                                        </p:tgtEl>
                                        <p:attrNameLst>
                                          <p:attrName>ppt_w</p:attrName>
                                        </p:attrNameLst>
                                      </p:cBhvr>
                                      <p:tavLst>
                                        <p:tav tm="0">
                                          <p:val>
                                            <p:fltVal val="0"/>
                                          </p:val>
                                        </p:tav>
                                        <p:tav tm="100000">
                                          <p:val>
                                            <p:strVal val="#ppt_w"/>
                                          </p:val>
                                        </p:tav>
                                      </p:tavLst>
                                    </p:anim>
                                    <p:anim calcmode="lin" valueType="num">
                                      <p:cBhvr>
                                        <p:cTn id="59" dur="300" fill="hold"/>
                                        <p:tgtEl>
                                          <p:spTgt spid="35"/>
                                        </p:tgtEl>
                                        <p:attrNameLst>
                                          <p:attrName>ppt_h</p:attrName>
                                        </p:attrNameLst>
                                      </p:cBhvr>
                                      <p:tavLst>
                                        <p:tav tm="0">
                                          <p:val>
                                            <p:fltVal val="0"/>
                                          </p:val>
                                        </p:tav>
                                        <p:tav tm="100000">
                                          <p:val>
                                            <p:strVal val="#ppt_h"/>
                                          </p:val>
                                        </p:tav>
                                      </p:tavLst>
                                    </p:anim>
                                    <p:anim calcmode="lin" valueType="num">
                                      <p:cBhvr>
                                        <p:cTn id="60" dur="300" fill="hold"/>
                                        <p:tgtEl>
                                          <p:spTgt spid="35"/>
                                        </p:tgtEl>
                                        <p:attrNameLst>
                                          <p:attrName>style.rotation</p:attrName>
                                        </p:attrNameLst>
                                      </p:cBhvr>
                                      <p:tavLst>
                                        <p:tav tm="0">
                                          <p:val>
                                            <p:fltVal val="90"/>
                                          </p:val>
                                        </p:tav>
                                        <p:tav tm="100000">
                                          <p:val>
                                            <p:fltVal val="0"/>
                                          </p:val>
                                        </p:tav>
                                      </p:tavLst>
                                    </p:anim>
                                    <p:animEffect transition="in" filter="fade">
                                      <p:cBhvr>
                                        <p:cTn id="61" dur="300"/>
                                        <p:tgtEl>
                                          <p:spTgt spid="35"/>
                                        </p:tgtEl>
                                      </p:cBhvr>
                                    </p:animEffect>
                                  </p:childTnLst>
                                </p:cTn>
                              </p:par>
                            </p:childTnLst>
                          </p:cTn>
                        </p:par>
                        <p:par>
                          <p:cTn id="62" fill="hold">
                            <p:stCondLst>
                              <p:cond delay="3920"/>
                            </p:stCondLst>
                            <p:childTnLst>
                              <p:par>
                                <p:cTn id="63" presetID="22" presetClass="entr" presetSubtype="2" fill="hold" grpId="0" nodeType="afterEffect">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wipe(right)">
                                      <p:cBhvr>
                                        <p:cTn id="65" dur="300"/>
                                        <p:tgtEl>
                                          <p:spTgt spid="32"/>
                                        </p:tgtEl>
                                      </p:cBhvr>
                                    </p:animEffect>
                                  </p:childTnLst>
                                </p:cTn>
                              </p:par>
                            </p:childTnLst>
                          </p:cTn>
                        </p:par>
                        <p:par>
                          <p:cTn id="66" fill="hold">
                            <p:stCondLst>
                              <p:cond delay="4220"/>
                            </p:stCondLst>
                            <p:childTnLst>
                              <p:par>
                                <p:cTn id="67" presetID="22" presetClass="entr" presetSubtype="8" fill="hold" grpId="0" nodeType="afterEffect">
                                  <p:stCondLst>
                                    <p:cond delay="0"/>
                                  </p:stCondLst>
                                  <p:childTnLst>
                                    <p:set>
                                      <p:cBhvr>
                                        <p:cTn id="68" dur="1" fill="hold">
                                          <p:stCondLst>
                                            <p:cond delay="0"/>
                                          </p:stCondLst>
                                        </p:cTn>
                                        <p:tgtEl>
                                          <p:spTgt spid="33"/>
                                        </p:tgtEl>
                                        <p:attrNameLst>
                                          <p:attrName>style.visibility</p:attrName>
                                        </p:attrNameLst>
                                      </p:cBhvr>
                                      <p:to>
                                        <p:strVal val="visible"/>
                                      </p:to>
                                    </p:set>
                                    <p:animEffect transition="in" filter="wipe(left)">
                                      <p:cBhvr>
                                        <p:cTn id="69" dur="500"/>
                                        <p:tgtEl>
                                          <p:spTgt spid="33"/>
                                        </p:tgtEl>
                                      </p:cBhvr>
                                    </p:animEffect>
                                  </p:childTnLst>
                                </p:cTn>
                              </p:par>
                            </p:childTnLst>
                          </p:cTn>
                        </p:par>
                        <p:par>
                          <p:cTn id="70" fill="hold">
                            <p:stCondLst>
                              <p:cond delay="4720"/>
                            </p:stCondLst>
                            <p:childTnLst>
                              <p:par>
                                <p:cTn id="71" presetID="31" presetClass="entr" presetSubtype="0" fill="hold" grpId="0" nodeType="afterEffect">
                                  <p:stCondLst>
                                    <p:cond delay="0"/>
                                  </p:stCondLst>
                                  <p:childTnLst>
                                    <p:set>
                                      <p:cBhvr>
                                        <p:cTn id="72" dur="1" fill="hold">
                                          <p:stCondLst>
                                            <p:cond delay="0"/>
                                          </p:stCondLst>
                                        </p:cTn>
                                        <p:tgtEl>
                                          <p:spTgt spid="36"/>
                                        </p:tgtEl>
                                        <p:attrNameLst>
                                          <p:attrName>style.visibility</p:attrName>
                                        </p:attrNameLst>
                                      </p:cBhvr>
                                      <p:to>
                                        <p:strVal val="visible"/>
                                      </p:to>
                                    </p:set>
                                    <p:anim calcmode="lin" valueType="num">
                                      <p:cBhvr>
                                        <p:cTn id="73" dur="300" fill="hold"/>
                                        <p:tgtEl>
                                          <p:spTgt spid="36"/>
                                        </p:tgtEl>
                                        <p:attrNameLst>
                                          <p:attrName>ppt_w</p:attrName>
                                        </p:attrNameLst>
                                      </p:cBhvr>
                                      <p:tavLst>
                                        <p:tav tm="0">
                                          <p:val>
                                            <p:fltVal val="0"/>
                                          </p:val>
                                        </p:tav>
                                        <p:tav tm="100000">
                                          <p:val>
                                            <p:strVal val="#ppt_w"/>
                                          </p:val>
                                        </p:tav>
                                      </p:tavLst>
                                    </p:anim>
                                    <p:anim calcmode="lin" valueType="num">
                                      <p:cBhvr>
                                        <p:cTn id="74" dur="300" fill="hold"/>
                                        <p:tgtEl>
                                          <p:spTgt spid="36"/>
                                        </p:tgtEl>
                                        <p:attrNameLst>
                                          <p:attrName>ppt_h</p:attrName>
                                        </p:attrNameLst>
                                      </p:cBhvr>
                                      <p:tavLst>
                                        <p:tav tm="0">
                                          <p:val>
                                            <p:fltVal val="0"/>
                                          </p:val>
                                        </p:tav>
                                        <p:tav tm="100000">
                                          <p:val>
                                            <p:strVal val="#ppt_h"/>
                                          </p:val>
                                        </p:tav>
                                      </p:tavLst>
                                    </p:anim>
                                    <p:anim calcmode="lin" valueType="num">
                                      <p:cBhvr>
                                        <p:cTn id="75" dur="300" fill="hold"/>
                                        <p:tgtEl>
                                          <p:spTgt spid="36"/>
                                        </p:tgtEl>
                                        <p:attrNameLst>
                                          <p:attrName>style.rotation</p:attrName>
                                        </p:attrNameLst>
                                      </p:cBhvr>
                                      <p:tavLst>
                                        <p:tav tm="0">
                                          <p:val>
                                            <p:fltVal val="90"/>
                                          </p:val>
                                        </p:tav>
                                        <p:tav tm="100000">
                                          <p:val>
                                            <p:fltVal val="0"/>
                                          </p:val>
                                        </p:tav>
                                      </p:tavLst>
                                    </p:anim>
                                    <p:animEffect transition="in" filter="fade">
                                      <p:cBhvr>
                                        <p:cTn id="76" dur="3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autoUpdateAnimBg="0"/>
      <p:bldP spid="18435" grpId="0" animBg="1"/>
      <p:bldP spid="18" grpId="0" animBg="1" autoUpdateAnimBg="0"/>
      <p:bldP spid="19" grpId="0" animBg="1" autoUpdateAnimBg="0"/>
      <p:bldP spid="20" grpId="0" animBg="1" autoUpdateAnimBg="0"/>
      <p:bldP spid="21" grpId="0" animBg="1"/>
      <p:bldP spid="23" grpId="0" animBg="1"/>
      <p:bldP spid="30" grpId="0" animBg="1"/>
      <p:bldP spid="31" grpId="0" animBg="1"/>
      <p:bldP spid="32" grpId="0" animBg="1"/>
      <p:bldP spid="33" grpId="0" animBg="1"/>
      <p:bldP spid="34" grpId="0" autoUpdateAnimBg="0"/>
      <p:bldP spid="35" grpId="0" autoUpdateAnimBg="0"/>
      <p:bldP spid="36"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Box 27"/>
          <p:cNvSpPr txBox="1">
            <a:spLocks noChangeArrowheads="1"/>
          </p:cNvSpPr>
          <p:nvPr/>
        </p:nvSpPr>
        <p:spPr bwMode="auto">
          <a:xfrm>
            <a:off x="1012825" y="176213"/>
            <a:ext cx="2427268"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2.4 Angular</a:t>
            </a:r>
            <a:endParaRPr lang="zh-CN" altLang="en-US" sz="3000" b="1" dirty="0">
              <a:solidFill>
                <a:schemeClr val="accent1"/>
              </a:solidFill>
              <a:latin typeface="微软雅黑" pitchFamily="34" charset="-122"/>
              <a:ea typeface="微软雅黑" pitchFamily="34" charset="-122"/>
            </a:endParaRPr>
          </a:p>
        </p:txBody>
      </p:sp>
      <p:sp>
        <p:nvSpPr>
          <p:cNvPr id="18435"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round/>
            <a:headEnd/>
            <a:tailEnd/>
          </a:ln>
        </p:spPr>
        <p:txBody>
          <a:bodyPr/>
          <a:lstStyle/>
          <a:p>
            <a:endParaRPr lang="zh-CN" altLang="en-US"/>
          </a:p>
        </p:txBody>
      </p:sp>
      <p:sp>
        <p:nvSpPr>
          <p:cNvPr id="18" name="Rectangle 15"/>
          <p:cNvSpPr>
            <a:spLocks noChangeArrowheads="1"/>
          </p:cNvSpPr>
          <p:nvPr/>
        </p:nvSpPr>
        <p:spPr bwMode="auto">
          <a:xfrm>
            <a:off x="348283" y="4571231"/>
            <a:ext cx="4134817" cy="1162025"/>
          </a:xfrm>
          <a:prstGeom prst="rect">
            <a:avLst/>
          </a:prstGeom>
          <a:solidFill>
            <a:schemeClr val="tx2"/>
          </a:solidFill>
          <a:ln w="9525">
            <a:solidFill>
              <a:schemeClr val="bg2"/>
            </a:solidFill>
            <a:miter lim="800000"/>
            <a:headEnd/>
            <a:tailEnd/>
          </a:ln>
        </p:spPr>
        <p:txBody>
          <a:bodyPr/>
          <a:lstStyle/>
          <a:p>
            <a:pPr eaLnBrk="1" hangingPunct="1"/>
            <a:endParaRPr lang="en-US" altLang="zh-CN" dirty="0" smtClean="0"/>
          </a:p>
          <a:p>
            <a:pPr eaLnBrk="1" hangingPunct="1"/>
            <a:r>
              <a:rPr lang="zh-CN" altLang="en-US" b="1" dirty="0" smtClean="0">
                <a:solidFill>
                  <a:schemeClr val="accent1"/>
                </a:solidFill>
                <a:latin typeface="+mn-ea"/>
                <a:ea typeface="+mn-ea"/>
              </a:rPr>
              <a:t>控制反转、路由、指令系统、管道</a:t>
            </a:r>
            <a:r>
              <a:rPr lang="en-US" altLang="zh-CN" b="1" dirty="0" smtClean="0">
                <a:solidFill>
                  <a:schemeClr val="accent1"/>
                </a:solidFill>
                <a:latin typeface="+mn-ea"/>
                <a:ea typeface="+mn-ea"/>
              </a:rPr>
              <a:t>…</a:t>
            </a:r>
            <a:endParaRPr lang="zh-CN" altLang="en-US" b="1" dirty="0" smtClean="0">
              <a:solidFill>
                <a:schemeClr val="accent1"/>
              </a:solidFill>
              <a:latin typeface="+mn-ea"/>
              <a:ea typeface="+mn-ea"/>
            </a:endParaRPr>
          </a:p>
        </p:txBody>
      </p:sp>
      <p:sp>
        <p:nvSpPr>
          <p:cNvPr id="19" name="Rectangle 11"/>
          <p:cNvSpPr>
            <a:spLocks noChangeArrowheads="1"/>
          </p:cNvSpPr>
          <p:nvPr/>
        </p:nvSpPr>
        <p:spPr bwMode="auto">
          <a:xfrm>
            <a:off x="348283" y="2908945"/>
            <a:ext cx="4134817" cy="1096119"/>
          </a:xfrm>
          <a:prstGeom prst="rect">
            <a:avLst/>
          </a:prstGeom>
          <a:solidFill>
            <a:schemeClr val="tx2"/>
          </a:solidFill>
          <a:ln w="9525">
            <a:solidFill>
              <a:schemeClr val="bg2"/>
            </a:solidFill>
            <a:miter lim="800000"/>
            <a:headEnd/>
            <a:tailEnd/>
          </a:ln>
        </p:spPr>
        <p:txBody>
          <a:bodyPr/>
          <a:lstStyle/>
          <a:p>
            <a:pPr eaLnBrk="1" hangingPunct="1"/>
            <a:endParaRPr lang="en-US" altLang="zh-CN" dirty="0" smtClean="0"/>
          </a:p>
          <a:p>
            <a:pPr eaLnBrk="1" hangingPunct="1"/>
            <a:r>
              <a:rPr lang="zh-CN" altLang="en-US" b="1" dirty="0" smtClean="0">
                <a:solidFill>
                  <a:schemeClr val="accent1"/>
                </a:solidFill>
                <a:latin typeface="+mn-ea"/>
                <a:ea typeface="+mn-ea"/>
              </a:rPr>
              <a:t>双向数据绑定是模型与模板的数据通信（渲染）方式</a:t>
            </a:r>
          </a:p>
        </p:txBody>
      </p:sp>
      <p:sp>
        <p:nvSpPr>
          <p:cNvPr id="20" name="Rectangle 8"/>
          <p:cNvSpPr>
            <a:spLocks noChangeArrowheads="1"/>
          </p:cNvSpPr>
          <p:nvPr/>
        </p:nvSpPr>
        <p:spPr bwMode="auto">
          <a:xfrm>
            <a:off x="348283" y="1265932"/>
            <a:ext cx="4134817" cy="1010940"/>
          </a:xfrm>
          <a:prstGeom prst="rect">
            <a:avLst/>
          </a:prstGeom>
          <a:solidFill>
            <a:schemeClr val="tx2"/>
          </a:solidFill>
          <a:ln w="9525">
            <a:solidFill>
              <a:schemeClr val="bg2"/>
            </a:solidFill>
            <a:miter lim="800000"/>
            <a:headEnd/>
            <a:tailEnd/>
          </a:ln>
        </p:spPr>
        <p:txBody>
          <a:bodyPr/>
          <a:lstStyle/>
          <a:p>
            <a:pPr eaLnBrk="1" hangingPunct="1"/>
            <a:endParaRPr lang="en-US" altLang="zh-CN" dirty="0" smtClean="0"/>
          </a:p>
          <a:p>
            <a:pPr eaLnBrk="1" hangingPunct="1"/>
            <a:r>
              <a:rPr lang="zh-CN" altLang="en-US" b="1" dirty="0" smtClean="0">
                <a:solidFill>
                  <a:schemeClr val="accent1"/>
                </a:solidFill>
                <a:latin typeface="+mn-ea"/>
                <a:ea typeface="+mn-ea"/>
              </a:rPr>
              <a:t>将一个系统的功能细化并封装为组件，提高可重用性</a:t>
            </a:r>
            <a:endParaRPr lang="zh-CN" altLang="en-US" b="1" dirty="0">
              <a:solidFill>
                <a:schemeClr val="accent1"/>
              </a:solidFill>
              <a:latin typeface="+mn-ea"/>
              <a:ea typeface="+mn-ea"/>
            </a:endParaRPr>
          </a:p>
        </p:txBody>
      </p:sp>
      <p:sp>
        <p:nvSpPr>
          <p:cNvPr id="21" name="Freeform 6"/>
          <p:cNvSpPr>
            <a:spLocks/>
          </p:cNvSpPr>
          <p:nvPr/>
        </p:nvSpPr>
        <p:spPr bwMode="auto">
          <a:xfrm>
            <a:off x="265733" y="2734320"/>
            <a:ext cx="82550" cy="468313"/>
          </a:xfrm>
          <a:custGeom>
            <a:avLst/>
            <a:gdLst>
              <a:gd name="T0" fmla="*/ 0 w 102"/>
              <a:gd name="T1" fmla="*/ 0 h 474"/>
              <a:gd name="T2" fmla="*/ 2147483646 w 102"/>
              <a:gd name="T3" fmla="*/ 2147483646 h 474"/>
              <a:gd name="T4" fmla="*/ 2147483646 w 102"/>
              <a:gd name="T5" fmla="*/ 2147483646 h 474"/>
              <a:gd name="T6" fmla="*/ 0 w 102"/>
              <a:gd name="T7" fmla="*/ 2147483646 h 474"/>
              <a:gd name="T8" fmla="*/ 0 w 102"/>
              <a:gd name="T9" fmla="*/ 0 h 47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474">
                <a:moveTo>
                  <a:pt x="0" y="0"/>
                </a:moveTo>
                <a:lnTo>
                  <a:pt x="102" y="108"/>
                </a:lnTo>
                <a:lnTo>
                  <a:pt x="102" y="474"/>
                </a:lnTo>
                <a:lnTo>
                  <a:pt x="0" y="366"/>
                </a:lnTo>
                <a:lnTo>
                  <a:pt x="0" y="0"/>
                </a:lnTo>
                <a:close/>
              </a:path>
            </a:pathLst>
          </a:custGeom>
          <a:solidFill>
            <a:schemeClr val="accent1"/>
          </a:solidFill>
          <a:ln w="9525">
            <a:noFill/>
            <a:round/>
            <a:headEnd/>
            <a:tailEnd/>
          </a:ln>
        </p:spPr>
        <p:txBody>
          <a:bodyPr/>
          <a:lstStyle/>
          <a:p>
            <a:endParaRPr lang="zh-CN" altLang="en-US"/>
          </a:p>
        </p:txBody>
      </p:sp>
      <p:sp>
        <p:nvSpPr>
          <p:cNvPr id="23" name="Freeform 7"/>
          <p:cNvSpPr>
            <a:spLocks/>
          </p:cNvSpPr>
          <p:nvPr/>
        </p:nvSpPr>
        <p:spPr bwMode="auto">
          <a:xfrm>
            <a:off x="265733" y="1111945"/>
            <a:ext cx="82550" cy="469900"/>
          </a:xfrm>
          <a:custGeom>
            <a:avLst/>
            <a:gdLst>
              <a:gd name="T0" fmla="*/ 0 w 102"/>
              <a:gd name="T1" fmla="*/ 0 h 474"/>
              <a:gd name="T2" fmla="*/ 2147483646 w 102"/>
              <a:gd name="T3" fmla="*/ 2147483646 h 474"/>
              <a:gd name="T4" fmla="*/ 2147483646 w 102"/>
              <a:gd name="T5" fmla="*/ 2147483646 h 474"/>
              <a:gd name="T6" fmla="*/ 0 w 102"/>
              <a:gd name="T7" fmla="*/ 2147483646 h 474"/>
              <a:gd name="T8" fmla="*/ 0 w 102"/>
              <a:gd name="T9" fmla="*/ 0 h 47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474">
                <a:moveTo>
                  <a:pt x="0" y="0"/>
                </a:moveTo>
                <a:lnTo>
                  <a:pt x="102" y="108"/>
                </a:lnTo>
                <a:lnTo>
                  <a:pt x="102" y="474"/>
                </a:lnTo>
                <a:lnTo>
                  <a:pt x="0" y="366"/>
                </a:lnTo>
                <a:lnTo>
                  <a:pt x="0" y="0"/>
                </a:lnTo>
                <a:close/>
              </a:path>
            </a:pathLst>
          </a:custGeom>
          <a:solidFill>
            <a:schemeClr val="accent1"/>
          </a:solidFill>
          <a:ln w="9525">
            <a:noFill/>
            <a:round/>
            <a:headEnd/>
            <a:tailEnd/>
          </a:ln>
        </p:spPr>
        <p:txBody>
          <a:bodyPr/>
          <a:lstStyle/>
          <a:p>
            <a:endParaRPr lang="zh-CN" altLang="en-US"/>
          </a:p>
        </p:txBody>
      </p:sp>
      <p:sp>
        <p:nvSpPr>
          <p:cNvPr id="30" name="Freeform 9"/>
          <p:cNvSpPr>
            <a:spLocks/>
          </p:cNvSpPr>
          <p:nvPr/>
        </p:nvSpPr>
        <p:spPr bwMode="auto">
          <a:xfrm>
            <a:off x="265733" y="1111945"/>
            <a:ext cx="2062162" cy="363537"/>
          </a:xfrm>
          <a:custGeom>
            <a:avLst/>
            <a:gdLst>
              <a:gd name="T0" fmla="*/ 0 w 2547"/>
              <a:gd name="T1" fmla="*/ 0 h 366"/>
              <a:gd name="T2" fmla="*/ 2147483646 w 2547"/>
              <a:gd name="T3" fmla="*/ 0 h 366"/>
              <a:gd name="T4" fmla="*/ 2147483646 w 2547"/>
              <a:gd name="T5" fmla="*/ 2147483646 h 366"/>
              <a:gd name="T6" fmla="*/ 2147483646 w 2547"/>
              <a:gd name="T7" fmla="*/ 2147483646 h 366"/>
              <a:gd name="T8" fmla="*/ 0 w 2547"/>
              <a:gd name="T9" fmla="*/ 2147483646 h 366"/>
              <a:gd name="T10" fmla="*/ 0 w 2547"/>
              <a:gd name="T11" fmla="*/ 0 h 3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47" h="366">
                <a:moveTo>
                  <a:pt x="0" y="0"/>
                </a:moveTo>
                <a:lnTo>
                  <a:pt x="2547" y="0"/>
                </a:lnTo>
                <a:lnTo>
                  <a:pt x="2400" y="185"/>
                </a:lnTo>
                <a:lnTo>
                  <a:pt x="2547" y="366"/>
                </a:lnTo>
                <a:lnTo>
                  <a:pt x="0" y="366"/>
                </a:lnTo>
                <a:lnTo>
                  <a:pt x="0" y="0"/>
                </a:lnTo>
                <a:close/>
              </a:path>
            </a:pathLst>
          </a:custGeom>
          <a:solidFill>
            <a:srgbClr val="113E6A"/>
          </a:solidFill>
          <a:ln w="9525">
            <a:noFill/>
            <a:round/>
            <a:headEnd/>
            <a:tailEnd/>
          </a:ln>
        </p:spPr>
        <p:txBody>
          <a:bodyPr/>
          <a:lstStyle/>
          <a:p>
            <a:endParaRPr lang="zh-CN" altLang="en-US"/>
          </a:p>
        </p:txBody>
      </p:sp>
      <p:sp>
        <p:nvSpPr>
          <p:cNvPr id="31" name="Freeform 12"/>
          <p:cNvSpPr>
            <a:spLocks/>
          </p:cNvSpPr>
          <p:nvPr/>
        </p:nvSpPr>
        <p:spPr bwMode="auto">
          <a:xfrm>
            <a:off x="265733" y="2734320"/>
            <a:ext cx="2144712" cy="361950"/>
          </a:xfrm>
          <a:custGeom>
            <a:avLst/>
            <a:gdLst>
              <a:gd name="T0" fmla="*/ 0 w 2649"/>
              <a:gd name="T1" fmla="*/ 0 h 366"/>
              <a:gd name="T2" fmla="*/ 2147483646 w 2649"/>
              <a:gd name="T3" fmla="*/ 0 h 366"/>
              <a:gd name="T4" fmla="*/ 2147483646 w 2649"/>
              <a:gd name="T5" fmla="*/ 2147483646 h 366"/>
              <a:gd name="T6" fmla="*/ 2147483646 w 2649"/>
              <a:gd name="T7" fmla="*/ 2147483646 h 366"/>
              <a:gd name="T8" fmla="*/ 0 w 2649"/>
              <a:gd name="T9" fmla="*/ 2147483646 h 366"/>
              <a:gd name="T10" fmla="*/ 0 w 2649"/>
              <a:gd name="T11" fmla="*/ 0 h 3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49" h="366">
                <a:moveTo>
                  <a:pt x="0" y="0"/>
                </a:moveTo>
                <a:lnTo>
                  <a:pt x="2649" y="0"/>
                </a:lnTo>
                <a:lnTo>
                  <a:pt x="2502" y="186"/>
                </a:lnTo>
                <a:lnTo>
                  <a:pt x="2649" y="366"/>
                </a:lnTo>
                <a:lnTo>
                  <a:pt x="0" y="366"/>
                </a:lnTo>
                <a:lnTo>
                  <a:pt x="0" y="0"/>
                </a:lnTo>
                <a:close/>
              </a:path>
            </a:pathLst>
          </a:custGeom>
          <a:solidFill>
            <a:srgbClr val="113E6A"/>
          </a:solidFill>
          <a:ln w="9525">
            <a:noFill/>
            <a:round/>
            <a:headEnd/>
            <a:tailEnd/>
          </a:ln>
        </p:spPr>
        <p:txBody>
          <a:bodyPr/>
          <a:lstStyle/>
          <a:p>
            <a:endParaRPr lang="zh-CN" altLang="en-US"/>
          </a:p>
        </p:txBody>
      </p:sp>
      <p:sp>
        <p:nvSpPr>
          <p:cNvPr id="32" name="Freeform 14"/>
          <p:cNvSpPr>
            <a:spLocks/>
          </p:cNvSpPr>
          <p:nvPr/>
        </p:nvSpPr>
        <p:spPr bwMode="auto">
          <a:xfrm>
            <a:off x="265733" y="4417243"/>
            <a:ext cx="82550" cy="468313"/>
          </a:xfrm>
          <a:custGeom>
            <a:avLst/>
            <a:gdLst>
              <a:gd name="T0" fmla="*/ 0 w 102"/>
              <a:gd name="T1" fmla="*/ 0 h 474"/>
              <a:gd name="T2" fmla="*/ 2147483646 w 102"/>
              <a:gd name="T3" fmla="*/ 2147483646 h 474"/>
              <a:gd name="T4" fmla="*/ 2147483646 w 102"/>
              <a:gd name="T5" fmla="*/ 2147483646 h 474"/>
              <a:gd name="T6" fmla="*/ 0 w 102"/>
              <a:gd name="T7" fmla="*/ 2147483646 h 474"/>
              <a:gd name="T8" fmla="*/ 0 w 102"/>
              <a:gd name="T9" fmla="*/ 0 h 47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474">
                <a:moveTo>
                  <a:pt x="0" y="0"/>
                </a:moveTo>
                <a:lnTo>
                  <a:pt x="102" y="108"/>
                </a:lnTo>
                <a:lnTo>
                  <a:pt x="102" y="474"/>
                </a:lnTo>
                <a:lnTo>
                  <a:pt x="0" y="366"/>
                </a:lnTo>
                <a:lnTo>
                  <a:pt x="0" y="0"/>
                </a:lnTo>
                <a:close/>
              </a:path>
            </a:pathLst>
          </a:custGeom>
          <a:solidFill>
            <a:schemeClr val="accent1"/>
          </a:solidFill>
          <a:ln w="9525">
            <a:noFill/>
            <a:round/>
            <a:headEnd/>
            <a:tailEnd/>
          </a:ln>
        </p:spPr>
        <p:txBody>
          <a:bodyPr/>
          <a:lstStyle/>
          <a:p>
            <a:endParaRPr lang="zh-CN" altLang="en-US"/>
          </a:p>
        </p:txBody>
      </p:sp>
      <p:sp>
        <p:nvSpPr>
          <p:cNvPr id="33" name="Freeform 16"/>
          <p:cNvSpPr>
            <a:spLocks/>
          </p:cNvSpPr>
          <p:nvPr/>
        </p:nvSpPr>
        <p:spPr bwMode="auto">
          <a:xfrm>
            <a:off x="265733" y="4417243"/>
            <a:ext cx="2144712" cy="361950"/>
          </a:xfrm>
          <a:custGeom>
            <a:avLst/>
            <a:gdLst>
              <a:gd name="T0" fmla="*/ 0 w 2649"/>
              <a:gd name="T1" fmla="*/ 0 h 366"/>
              <a:gd name="T2" fmla="*/ 2147483646 w 2649"/>
              <a:gd name="T3" fmla="*/ 0 h 366"/>
              <a:gd name="T4" fmla="*/ 2147483646 w 2649"/>
              <a:gd name="T5" fmla="*/ 2147483646 h 366"/>
              <a:gd name="T6" fmla="*/ 2147483646 w 2649"/>
              <a:gd name="T7" fmla="*/ 2147483646 h 366"/>
              <a:gd name="T8" fmla="*/ 0 w 2649"/>
              <a:gd name="T9" fmla="*/ 2147483646 h 366"/>
              <a:gd name="T10" fmla="*/ 0 w 2649"/>
              <a:gd name="T11" fmla="*/ 0 h 3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49" h="366">
                <a:moveTo>
                  <a:pt x="0" y="0"/>
                </a:moveTo>
                <a:lnTo>
                  <a:pt x="2649" y="0"/>
                </a:lnTo>
                <a:lnTo>
                  <a:pt x="2502" y="186"/>
                </a:lnTo>
                <a:lnTo>
                  <a:pt x="2649" y="366"/>
                </a:lnTo>
                <a:lnTo>
                  <a:pt x="0" y="366"/>
                </a:lnTo>
                <a:lnTo>
                  <a:pt x="0" y="0"/>
                </a:lnTo>
                <a:close/>
              </a:path>
            </a:pathLst>
          </a:custGeom>
          <a:solidFill>
            <a:srgbClr val="113E6A"/>
          </a:solidFill>
          <a:ln w="9525">
            <a:noFill/>
            <a:round/>
            <a:headEnd/>
            <a:tailEnd/>
          </a:ln>
        </p:spPr>
        <p:txBody>
          <a:bodyPr/>
          <a:lstStyle/>
          <a:p>
            <a:endParaRPr lang="zh-CN" altLang="en-US"/>
          </a:p>
        </p:txBody>
      </p:sp>
      <p:sp>
        <p:nvSpPr>
          <p:cNvPr id="34" name="TextBox 15"/>
          <p:cNvSpPr txBox="1">
            <a:spLocks noChangeArrowheads="1"/>
          </p:cNvSpPr>
          <p:nvPr/>
        </p:nvSpPr>
        <p:spPr bwMode="auto">
          <a:xfrm>
            <a:off x="481633" y="1084957"/>
            <a:ext cx="954107" cy="400110"/>
          </a:xfrm>
          <a:prstGeom prst="rect">
            <a:avLst/>
          </a:prstGeom>
          <a:noFill/>
          <a:ln w="9525">
            <a:noFill/>
            <a:miter lim="800000"/>
            <a:headEnd/>
            <a:tailEnd/>
          </a:ln>
        </p:spPr>
        <p:txBody>
          <a:bodyPr wrap="none">
            <a:spAutoFit/>
          </a:bodyPr>
          <a:lstStyle/>
          <a:p>
            <a:pPr eaLnBrk="1" hangingPunct="1"/>
            <a:r>
              <a:rPr lang="zh-CN" altLang="en-US" sz="2000" dirty="0" smtClean="0">
                <a:solidFill>
                  <a:schemeClr val="accent2"/>
                </a:solidFill>
                <a:latin typeface="微软雅黑" pitchFamily="34" charset="-122"/>
                <a:ea typeface="微软雅黑" pitchFamily="34" charset="-122"/>
              </a:rPr>
              <a:t>组件化</a:t>
            </a:r>
            <a:endParaRPr lang="zh-CN" altLang="en-US" sz="2000" dirty="0">
              <a:solidFill>
                <a:schemeClr val="accent2"/>
              </a:solidFill>
              <a:latin typeface="微软雅黑" pitchFamily="34" charset="-122"/>
              <a:ea typeface="微软雅黑" pitchFamily="34" charset="-122"/>
            </a:endParaRPr>
          </a:p>
        </p:txBody>
      </p:sp>
      <p:sp>
        <p:nvSpPr>
          <p:cNvPr id="35" name="TextBox 16"/>
          <p:cNvSpPr txBox="1">
            <a:spLocks noChangeArrowheads="1"/>
          </p:cNvSpPr>
          <p:nvPr/>
        </p:nvSpPr>
        <p:spPr bwMode="auto">
          <a:xfrm>
            <a:off x="481633" y="2708920"/>
            <a:ext cx="1723549" cy="400110"/>
          </a:xfrm>
          <a:prstGeom prst="rect">
            <a:avLst/>
          </a:prstGeom>
          <a:noFill/>
          <a:ln w="9525">
            <a:noFill/>
            <a:miter lim="800000"/>
            <a:headEnd/>
            <a:tailEnd/>
          </a:ln>
        </p:spPr>
        <p:txBody>
          <a:bodyPr wrap="none">
            <a:spAutoFit/>
          </a:bodyPr>
          <a:lstStyle/>
          <a:p>
            <a:pPr eaLnBrk="1" hangingPunct="1"/>
            <a:r>
              <a:rPr lang="zh-CN" altLang="en-US" sz="2000" dirty="0" smtClean="0">
                <a:solidFill>
                  <a:schemeClr val="accent2"/>
                </a:solidFill>
                <a:latin typeface="微软雅黑" pitchFamily="34" charset="-122"/>
                <a:ea typeface="微软雅黑" pitchFamily="34" charset="-122"/>
              </a:rPr>
              <a:t>双向数据绑定</a:t>
            </a:r>
            <a:endParaRPr lang="zh-CN" altLang="en-US" sz="2000" dirty="0">
              <a:solidFill>
                <a:schemeClr val="accent2"/>
              </a:solidFill>
              <a:latin typeface="微软雅黑" pitchFamily="34" charset="-122"/>
              <a:ea typeface="微软雅黑" pitchFamily="34" charset="-122"/>
            </a:endParaRPr>
          </a:p>
        </p:txBody>
      </p:sp>
      <p:sp>
        <p:nvSpPr>
          <p:cNvPr id="36" name="TextBox 17"/>
          <p:cNvSpPr txBox="1">
            <a:spLocks noChangeArrowheads="1"/>
          </p:cNvSpPr>
          <p:nvPr/>
        </p:nvSpPr>
        <p:spPr bwMode="auto">
          <a:xfrm>
            <a:off x="481633" y="4409306"/>
            <a:ext cx="697627" cy="400110"/>
          </a:xfrm>
          <a:prstGeom prst="rect">
            <a:avLst/>
          </a:prstGeom>
          <a:noFill/>
          <a:ln w="9525">
            <a:noFill/>
            <a:miter lim="800000"/>
            <a:headEnd/>
            <a:tailEnd/>
          </a:ln>
        </p:spPr>
        <p:txBody>
          <a:bodyPr wrap="none">
            <a:spAutoFit/>
          </a:bodyPr>
          <a:lstStyle/>
          <a:p>
            <a:pPr eaLnBrk="1" hangingPunct="1"/>
            <a:r>
              <a:rPr lang="zh-CN" altLang="en-US" sz="2000" dirty="0" smtClean="0">
                <a:solidFill>
                  <a:schemeClr val="accent2"/>
                </a:solidFill>
                <a:latin typeface="微软雅黑" pitchFamily="34" charset="-122"/>
                <a:ea typeface="微软雅黑" pitchFamily="34" charset="-122"/>
              </a:rPr>
              <a:t>其他</a:t>
            </a:r>
            <a:endParaRPr lang="zh-CN" altLang="en-US" sz="2000" dirty="0">
              <a:solidFill>
                <a:schemeClr val="accent2"/>
              </a:solidFill>
              <a:latin typeface="微软雅黑" pitchFamily="34" charset="-122"/>
              <a:ea typeface="微软雅黑" pitchFamily="34" charset="-122"/>
            </a:endParaRPr>
          </a:p>
        </p:txBody>
      </p:sp>
      <p:pic>
        <p:nvPicPr>
          <p:cNvPr id="61444" name="Picture 4" descr="http://img.blog.csdn.net/20170420160640745?"/>
          <p:cNvPicPr>
            <a:picLocks noChangeAspect="1" noChangeArrowheads="1"/>
          </p:cNvPicPr>
          <p:nvPr/>
        </p:nvPicPr>
        <p:blipFill>
          <a:blip r:embed="rId2" cstate="print"/>
          <a:srcRect/>
          <a:stretch>
            <a:fillRect/>
          </a:stretch>
        </p:blipFill>
        <p:spPr bwMode="auto">
          <a:xfrm>
            <a:off x="4743284" y="1265932"/>
            <a:ext cx="7187745" cy="4107284"/>
          </a:xfrm>
          <a:prstGeom prst="rect">
            <a:avLst/>
          </a:prstGeom>
          <a:noFill/>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18435"/>
                                        </p:tgtEl>
                                        <p:attrNameLst>
                                          <p:attrName>style.visibility</p:attrName>
                                        </p:attrNameLst>
                                      </p:cBhvr>
                                      <p:to>
                                        <p:strVal val="visible"/>
                                      </p:to>
                                    </p:set>
                                    <p:anim calcmode="lin" valueType="num">
                                      <p:cBhvr>
                                        <p:cTn id="7" dur="300" fill="hold"/>
                                        <p:tgtEl>
                                          <p:spTgt spid="18435"/>
                                        </p:tgtEl>
                                        <p:attrNameLst>
                                          <p:attrName>ppt_w</p:attrName>
                                        </p:attrNameLst>
                                      </p:cBhvr>
                                      <p:tavLst>
                                        <p:tav tm="0">
                                          <p:val>
                                            <p:fltVal val="0"/>
                                          </p:val>
                                        </p:tav>
                                        <p:tav tm="100000">
                                          <p:val>
                                            <p:strVal val="#ppt_w"/>
                                          </p:val>
                                        </p:tav>
                                      </p:tavLst>
                                    </p:anim>
                                    <p:anim calcmode="lin" valueType="num">
                                      <p:cBhvr>
                                        <p:cTn id="8" dur="300" fill="hold"/>
                                        <p:tgtEl>
                                          <p:spTgt spid="18435"/>
                                        </p:tgtEl>
                                        <p:attrNameLst>
                                          <p:attrName>ppt_h</p:attrName>
                                        </p:attrNameLst>
                                      </p:cBhvr>
                                      <p:tavLst>
                                        <p:tav tm="0">
                                          <p:val>
                                            <p:fltVal val="0"/>
                                          </p:val>
                                        </p:tav>
                                        <p:tav tm="100000">
                                          <p:val>
                                            <p:strVal val="#ppt_h"/>
                                          </p:val>
                                        </p:tav>
                                      </p:tavLst>
                                    </p:anim>
                                    <p:anim calcmode="lin" valueType="num">
                                      <p:cBhvr>
                                        <p:cTn id="9" dur="300" fill="hold"/>
                                        <p:tgtEl>
                                          <p:spTgt spid="18435"/>
                                        </p:tgtEl>
                                        <p:attrNameLst>
                                          <p:attrName>style.rotation</p:attrName>
                                        </p:attrNameLst>
                                      </p:cBhvr>
                                      <p:tavLst>
                                        <p:tav tm="0">
                                          <p:val>
                                            <p:fltVal val="90"/>
                                          </p:val>
                                        </p:tav>
                                        <p:tav tm="100000">
                                          <p:val>
                                            <p:fltVal val="0"/>
                                          </p:val>
                                        </p:tav>
                                      </p:tavLst>
                                    </p:anim>
                                    <p:animEffect transition="in" filter="fade">
                                      <p:cBhvr>
                                        <p:cTn id="10" dur="300"/>
                                        <p:tgtEl>
                                          <p:spTgt spid="18435"/>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8434"/>
                                        </p:tgtEl>
                                        <p:attrNameLst>
                                          <p:attrName>style.visibility</p:attrName>
                                        </p:attrNameLst>
                                      </p:cBhvr>
                                      <p:to>
                                        <p:strVal val="visible"/>
                                      </p:to>
                                    </p:set>
                                    <p:anim calcmode="lin" valueType="num">
                                      <p:cBhvr>
                                        <p:cTn id="14" dur="400" fill="hold"/>
                                        <p:tgtEl>
                                          <p:spTgt spid="1843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8434"/>
                                        </p:tgtEl>
                                        <p:attrNameLst>
                                          <p:attrName>ppt_y</p:attrName>
                                        </p:attrNameLst>
                                      </p:cBhvr>
                                      <p:tavLst>
                                        <p:tav tm="0">
                                          <p:val>
                                            <p:strVal val="#ppt_y"/>
                                          </p:val>
                                        </p:tav>
                                        <p:tav tm="100000">
                                          <p:val>
                                            <p:strVal val="#ppt_y"/>
                                          </p:val>
                                        </p:tav>
                                      </p:tavLst>
                                    </p:anim>
                                    <p:anim calcmode="lin" valueType="num">
                                      <p:cBhvr>
                                        <p:cTn id="16" dur="400" fill="hold"/>
                                        <p:tgtEl>
                                          <p:spTgt spid="1843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843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8434"/>
                                        </p:tgtEl>
                                      </p:cBhvr>
                                    </p:animEffect>
                                  </p:childTnLst>
                                </p:cTn>
                              </p:par>
                            </p:childTnLst>
                          </p:cTn>
                        </p:par>
                        <p:par>
                          <p:cTn id="19" fill="hold">
                            <p:stCondLst>
                              <p:cond delay="1060"/>
                            </p:stCondLst>
                            <p:childTnLst>
                              <p:par>
                                <p:cTn id="20" presetID="2" presetClass="entr" presetSubtype="6" fill="hold" grpId="0" nodeType="after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additive="base">
                                        <p:cTn id="22" dur="500" fill="hold"/>
                                        <p:tgtEl>
                                          <p:spTgt spid="20"/>
                                        </p:tgtEl>
                                        <p:attrNameLst>
                                          <p:attrName>ppt_x</p:attrName>
                                        </p:attrNameLst>
                                      </p:cBhvr>
                                      <p:tavLst>
                                        <p:tav tm="0">
                                          <p:val>
                                            <p:strVal val="1+#ppt_w/2"/>
                                          </p:val>
                                        </p:tav>
                                        <p:tav tm="100000">
                                          <p:val>
                                            <p:strVal val="#ppt_x"/>
                                          </p:val>
                                        </p:tav>
                                      </p:tavLst>
                                    </p:anim>
                                    <p:anim calcmode="lin" valueType="num">
                                      <p:cBhvr additive="base">
                                        <p:cTn id="23" dur="500" fill="hold"/>
                                        <p:tgtEl>
                                          <p:spTgt spid="20"/>
                                        </p:tgtEl>
                                        <p:attrNameLst>
                                          <p:attrName>ppt_y</p:attrName>
                                        </p:attrNameLst>
                                      </p:cBhvr>
                                      <p:tavLst>
                                        <p:tav tm="0">
                                          <p:val>
                                            <p:strVal val="1+#ppt_h/2"/>
                                          </p:val>
                                        </p:tav>
                                        <p:tav tm="100000">
                                          <p:val>
                                            <p:strVal val="#ppt_y"/>
                                          </p:val>
                                        </p:tav>
                                      </p:tavLst>
                                    </p:anim>
                                  </p:childTnLst>
                                </p:cTn>
                              </p:par>
                              <p:par>
                                <p:cTn id="24" presetID="2" presetClass="entr" presetSubtype="6" fill="hold" grpId="0" nodeType="withEffect">
                                  <p:stCondLst>
                                    <p:cond delay="100"/>
                                  </p:stCondLst>
                                  <p:childTnLst>
                                    <p:set>
                                      <p:cBhvr>
                                        <p:cTn id="25" dur="1" fill="hold">
                                          <p:stCondLst>
                                            <p:cond delay="0"/>
                                          </p:stCondLst>
                                        </p:cTn>
                                        <p:tgtEl>
                                          <p:spTgt spid="19"/>
                                        </p:tgtEl>
                                        <p:attrNameLst>
                                          <p:attrName>style.visibility</p:attrName>
                                        </p:attrNameLst>
                                      </p:cBhvr>
                                      <p:to>
                                        <p:strVal val="visible"/>
                                      </p:to>
                                    </p:set>
                                    <p:anim calcmode="lin" valueType="num">
                                      <p:cBhvr additive="base">
                                        <p:cTn id="26" dur="500" fill="hold"/>
                                        <p:tgtEl>
                                          <p:spTgt spid="19"/>
                                        </p:tgtEl>
                                        <p:attrNameLst>
                                          <p:attrName>ppt_x</p:attrName>
                                        </p:attrNameLst>
                                      </p:cBhvr>
                                      <p:tavLst>
                                        <p:tav tm="0">
                                          <p:val>
                                            <p:strVal val="1+#ppt_w/2"/>
                                          </p:val>
                                        </p:tav>
                                        <p:tav tm="100000">
                                          <p:val>
                                            <p:strVal val="#ppt_x"/>
                                          </p:val>
                                        </p:tav>
                                      </p:tavLst>
                                    </p:anim>
                                    <p:anim calcmode="lin" valueType="num">
                                      <p:cBhvr additive="base">
                                        <p:cTn id="27" dur="500" fill="hold"/>
                                        <p:tgtEl>
                                          <p:spTgt spid="19"/>
                                        </p:tgtEl>
                                        <p:attrNameLst>
                                          <p:attrName>ppt_y</p:attrName>
                                        </p:attrNameLst>
                                      </p:cBhvr>
                                      <p:tavLst>
                                        <p:tav tm="0">
                                          <p:val>
                                            <p:strVal val="1+#ppt_h/2"/>
                                          </p:val>
                                        </p:tav>
                                        <p:tav tm="100000">
                                          <p:val>
                                            <p:strVal val="#ppt_y"/>
                                          </p:val>
                                        </p:tav>
                                      </p:tavLst>
                                    </p:anim>
                                  </p:childTnLst>
                                </p:cTn>
                              </p:par>
                              <p:par>
                                <p:cTn id="28" presetID="2" presetClass="entr" presetSubtype="6" fill="hold" grpId="0" nodeType="withEffect">
                                  <p:stCondLst>
                                    <p:cond delay="200"/>
                                  </p:stCondLst>
                                  <p:childTnLst>
                                    <p:set>
                                      <p:cBhvr>
                                        <p:cTn id="29" dur="1" fill="hold">
                                          <p:stCondLst>
                                            <p:cond delay="0"/>
                                          </p:stCondLst>
                                        </p:cTn>
                                        <p:tgtEl>
                                          <p:spTgt spid="18"/>
                                        </p:tgtEl>
                                        <p:attrNameLst>
                                          <p:attrName>style.visibility</p:attrName>
                                        </p:attrNameLst>
                                      </p:cBhvr>
                                      <p:to>
                                        <p:strVal val="visible"/>
                                      </p:to>
                                    </p:set>
                                    <p:anim calcmode="lin" valueType="num">
                                      <p:cBhvr additive="base">
                                        <p:cTn id="30" dur="500" fill="hold"/>
                                        <p:tgtEl>
                                          <p:spTgt spid="18"/>
                                        </p:tgtEl>
                                        <p:attrNameLst>
                                          <p:attrName>ppt_x</p:attrName>
                                        </p:attrNameLst>
                                      </p:cBhvr>
                                      <p:tavLst>
                                        <p:tav tm="0">
                                          <p:val>
                                            <p:strVal val="1+#ppt_w/2"/>
                                          </p:val>
                                        </p:tav>
                                        <p:tav tm="100000">
                                          <p:val>
                                            <p:strVal val="#ppt_x"/>
                                          </p:val>
                                        </p:tav>
                                      </p:tavLst>
                                    </p:anim>
                                    <p:anim calcmode="lin" valueType="num">
                                      <p:cBhvr additive="base">
                                        <p:cTn id="31" dur="500" fill="hold"/>
                                        <p:tgtEl>
                                          <p:spTgt spid="18"/>
                                        </p:tgtEl>
                                        <p:attrNameLst>
                                          <p:attrName>ppt_y</p:attrName>
                                        </p:attrNameLst>
                                      </p:cBhvr>
                                      <p:tavLst>
                                        <p:tav tm="0">
                                          <p:val>
                                            <p:strVal val="1+#ppt_h/2"/>
                                          </p:val>
                                        </p:tav>
                                        <p:tav tm="100000">
                                          <p:val>
                                            <p:strVal val="#ppt_y"/>
                                          </p:val>
                                        </p:tav>
                                      </p:tavLst>
                                    </p:anim>
                                  </p:childTnLst>
                                </p:cTn>
                              </p:par>
                            </p:childTnLst>
                          </p:cTn>
                        </p:par>
                        <p:par>
                          <p:cTn id="32" fill="hold">
                            <p:stCondLst>
                              <p:cond delay="1760"/>
                            </p:stCondLst>
                            <p:childTnLst>
                              <p:par>
                                <p:cTn id="33" presetID="22" presetClass="entr" presetSubtype="2" fill="hold" grpId="0" nodeType="after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wipe(right)">
                                      <p:cBhvr>
                                        <p:cTn id="35" dur="300"/>
                                        <p:tgtEl>
                                          <p:spTgt spid="23"/>
                                        </p:tgtEl>
                                      </p:cBhvr>
                                    </p:animEffect>
                                  </p:childTnLst>
                                </p:cTn>
                              </p:par>
                            </p:childTnLst>
                          </p:cTn>
                        </p:par>
                        <p:par>
                          <p:cTn id="36" fill="hold">
                            <p:stCondLst>
                              <p:cond delay="2060"/>
                            </p:stCondLst>
                            <p:childTnLst>
                              <p:par>
                                <p:cTn id="37" presetID="22" presetClass="entr" presetSubtype="8" fill="hold" grpId="0" nodeType="after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wipe(left)">
                                      <p:cBhvr>
                                        <p:cTn id="39" dur="500"/>
                                        <p:tgtEl>
                                          <p:spTgt spid="30"/>
                                        </p:tgtEl>
                                      </p:cBhvr>
                                    </p:animEffect>
                                  </p:childTnLst>
                                </p:cTn>
                              </p:par>
                            </p:childTnLst>
                          </p:cTn>
                        </p:par>
                        <p:par>
                          <p:cTn id="40" fill="hold">
                            <p:stCondLst>
                              <p:cond delay="2560"/>
                            </p:stCondLst>
                            <p:childTnLst>
                              <p:par>
                                <p:cTn id="41" presetID="31" presetClass="entr" presetSubtype="0" fill="hold" grpId="0" nodeType="afterEffect">
                                  <p:stCondLst>
                                    <p:cond delay="0"/>
                                  </p:stCondLst>
                                  <p:childTnLst>
                                    <p:set>
                                      <p:cBhvr>
                                        <p:cTn id="42" dur="1" fill="hold">
                                          <p:stCondLst>
                                            <p:cond delay="0"/>
                                          </p:stCondLst>
                                        </p:cTn>
                                        <p:tgtEl>
                                          <p:spTgt spid="34"/>
                                        </p:tgtEl>
                                        <p:attrNameLst>
                                          <p:attrName>style.visibility</p:attrName>
                                        </p:attrNameLst>
                                      </p:cBhvr>
                                      <p:to>
                                        <p:strVal val="visible"/>
                                      </p:to>
                                    </p:set>
                                    <p:anim calcmode="lin" valueType="num">
                                      <p:cBhvr>
                                        <p:cTn id="43" dur="300" fill="hold"/>
                                        <p:tgtEl>
                                          <p:spTgt spid="34"/>
                                        </p:tgtEl>
                                        <p:attrNameLst>
                                          <p:attrName>ppt_w</p:attrName>
                                        </p:attrNameLst>
                                      </p:cBhvr>
                                      <p:tavLst>
                                        <p:tav tm="0">
                                          <p:val>
                                            <p:fltVal val="0"/>
                                          </p:val>
                                        </p:tav>
                                        <p:tav tm="100000">
                                          <p:val>
                                            <p:strVal val="#ppt_w"/>
                                          </p:val>
                                        </p:tav>
                                      </p:tavLst>
                                    </p:anim>
                                    <p:anim calcmode="lin" valueType="num">
                                      <p:cBhvr>
                                        <p:cTn id="44" dur="300" fill="hold"/>
                                        <p:tgtEl>
                                          <p:spTgt spid="34"/>
                                        </p:tgtEl>
                                        <p:attrNameLst>
                                          <p:attrName>ppt_h</p:attrName>
                                        </p:attrNameLst>
                                      </p:cBhvr>
                                      <p:tavLst>
                                        <p:tav tm="0">
                                          <p:val>
                                            <p:fltVal val="0"/>
                                          </p:val>
                                        </p:tav>
                                        <p:tav tm="100000">
                                          <p:val>
                                            <p:strVal val="#ppt_h"/>
                                          </p:val>
                                        </p:tav>
                                      </p:tavLst>
                                    </p:anim>
                                    <p:anim calcmode="lin" valueType="num">
                                      <p:cBhvr>
                                        <p:cTn id="45" dur="300" fill="hold"/>
                                        <p:tgtEl>
                                          <p:spTgt spid="34"/>
                                        </p:tgtEl>
                                        <p:attrNameLst>
                                          <p:attrName>style.rotation</p:attrName>
                                        </p:attrNameLst>
                                      </p:cBhvr>
                                      <p:tavLst>
                                        <p:tav tm="0">
                                          <p:val>
                                            <p:fltVal val="90"/>
                                          </p:val>
                                        </p:tav>
                                        <p:tav tm="100000">
                                          <p:val>
                                            <p:fltVal val="0"/>
                                          </p:val>
                                        </p:tav>
                                      </p:tavLst>
                                    </p:anim>
                                    <p:animEffect transition="in" filter="fade">
                                      <p:cBhvr>
                                        <p:cTn id="46" dur="300"/>
                                        <p:tgtEl>
                                          <p:spTgt spid="34"/>
                                        </p:tgtEl>
                                      </p:cBhvr>
                                    </p:animEffect>
                                  </p:childTnLst>
                                </p:cTn>
                              </p:par>
                            </p:childTnLst>
                          </p:cTn>
                        </p:par>
                        <p:par>
                          <p:cTn id="47" fill="hold">
                            <p:stCondLst>
                              <p:cond delay="2860"/>
                            </p:stCondLst>
                            <p:childTnLst>
                              <p:par>
                                <p:cTn id="48" presetID="22" presetClass="entr" presetSubtype="2" fill="hold" grpId="0" nodeType="after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right)">
                                      <p:cBhvr>
                                        <p:cTn id="50" dur="300"/>
                                        <p:tgtEl>
                                          <p:spTgt spid="21"/>
                                        </p:tgtEl>
                                      </p:cBhvr>
                                    </p:animEffect>
                                  </p:childTnLst>
                                </p:cTn>
                              </p:par>
                            </p:childTnLst>
                          </p:cTn>
                        </p:par>
                        <p:par>
                          <p:cTn id="51" fill="hold">
                            <p:stCondLst>
                              <p:cond delay="3160"/>
                            </p:stCondLst>
                            <p:childTnLst>
                              <p:par>
                                <p:cTn id="52" presetID="22" presetClass="entr" presetSubtype="8" fill="hold" grpId="0" nodeType="afterEffect">
                                  <p:stCondLst>
                                    <p:cond delay="0"/>
                                  </p:stCondLst>
                                  <p:childTnLst>
                                    <p:set>
                                      <p:cBhvr>
                                        <p:cTn id="53" dur="1" fill="hold">
                                          <p:stCondLst>
                                            <p:cond delay="0"/>
                                          </p:stCondLst>
                                        </p:cTn>
                                        <p:tgtEl>
                                          <p:spTgt spid="31"/>
                                        </p:tgtEl>
                                        <p:attrNameLst>
                                          <p:attrName>style.visibility</p:attrName>
                                        </p:attrNameLst>
                                      </p:cBhvr>
                                      <p:to>
                                        <p:strVal val="visible"/>
                                      </p:to>
                                    </p:set>
                                    <p:animEffect transition="in" filter="wipe(left)">
                                      <p:cBhvr>
                                        <p:cTn id="54" dur="500"/>
                                        <p:tgtEl>
                                          <p:spTgt spid="31"/>
                                        </p:tgtEl>
                                      </p:cBhvr>
                                    </p:animEffect>
                                  </p:childTnLst>
                                </p:cTn>
                              </p:par>
                            </p:childTnLst>
                          </p:cTn>
                        </p:par>
                        <p:par>
                          <p:cTn id="55" fill="hold">
                            <p:stCondLst>
                              <p:cond delay="3660"/>
                            </p:stCondLst>
                            <p:childTnLst>
                              <p:par>
                                <p:cTn id="56" presetID="31" presetClass="entr" presetSubtype="0" fill="hold" grpId="0" nodeType="afterEffect">
                                  <p:stCondLst>
                                    <p:cond delay="0"/>
                                  </p:stCondLst>
                                  <p:childTnLst>
                                    <p:set>
                                      <p:cBhvr>
                                        <p:cTn id="57" dur="1" fill="hold">
                                          <p:stCondLst>
                                            <p:cond delay="0"/>
                                          </p:stCondLst>
                                        </p:cTn>
                                        <p:tgtEl>
                                          <p:spTgt spid="35"/>
                                        </p:tgtEl>
                                        <p:attrNameLst>
                                          <p:attrName>style.visibility</p:attrName>
                                        </p:attrNameLst>
                                      </p:cBhvr>
                                      <p:to>
                                        <p:strVal val="visible"/>
                                      </p:to>
                                    </p:set>
                                    <p:anim calcmode="lin" valueType="num">
                                      <p:cBhvr>
                                        <p:cTn id="58" dur="300" fill="hold"/>
                                        <p:tgtEl>
                                          <p:spTgt spid="35"/>
                                        </p:tgtEl>
                                        <p:attrNameLst>
                                          <p:attrName>ppt_w</p:attrName>
                                        </p:attrNameLst>
                                      </p:cBhvr>
                                      <p:tavLst>
                                        <p:tav tm="0">
                                          <p:val>
                                            <p:fltVal val="0"/>
                                          </p:val>
                                        </p:tav>
                                        <p:tav tm="100000">
                                          <p:val>
                                            <p:strVal val="#ppt_w"/>
                                          </p:val>
                                        </p:tav>
                                      </p:tavLst>
                                    </p:anim>
                                    <p:anim calcmode="lin" valueType="num">
                                      <p:cBhvr>
                                        <p:cTn id="59" dur="300" fill="hold"/>
                                        <p:tgtEl>
                                          <p:spTgt spid="35"/>
                                        </p:tgtEl>
                                        <p:attrNameLst>
                                          <p:attrName>ppt_h</p:attrName>
                                        </p:attrNameLst>
                                      </p:cBhvr>
                                      <p:tavLst>
                                        <p:tav tm="0">
                                          <p:val>
                                            <p:fltVal val="0"/>
                                          </p:val>
                                        </p:tav>
                                        <p:tav tm="100000">
                                          <p:val>
                                            <p:strVal val="#ppt_h"/>
                                          </p:val>
                                        </p:tav>
                                      </p:tavLst>
                                    </p:anim>
                                    <p:anim calcmode="lin" valueType="num">
                                      <p:cBhvr>
                                        <p:cTn id="60" dur="300" fill="hold"/>
                                        <p:tgtEl>
                                          <p:spTgt spid="35"/>
                                        </p:tgtEl>
                                        <p:attrNameLst>
                                          <p:attrName>style.rotation</p:attrName>
                                        </p:attrNameLst>
                                      </p:cBhvr>
                                      <p:tavLst>
                                        <p:tav tm="0">
                                          <p:val>
                                            <p:fltVal val="90"/>
                                          </p:val>
                                        </p:tav>
                                        <p:tav tm="100000">
                                          <p:val>
                                            <p:fltVal val="0"/>
                                          </p:val>
                                        </p:tav>
                                      </p:tavLst>
                                    </p:anim>
                                    <p:animEffect transition="in" filter="fade">
                                      <p:cBhvr>
                                        <p:cTn id="61" dur="300"/>
                                        <p:tgtEl>
                                          <p:spTgt spid="35"/>
                                        </p:tgtEl>
                                      </p:cBhvr>
                                    </p:animEffect>
                                  </p:childTnLst>
                                </p:cTn>
                              </p:par>
                            </p:childTnLst>
                          </p:cTn>
                        </p:par>
                        <p:par>
                          <p:cTn id="62" fill="hold">
                            <p:stCondLst>
                              <p:cond delay="3960"/>
                            </p:stCondLst>
                            <p:childTnLst>
                              <p:par>
                                <p:cTn id="63" presetID="22" presetClass="entr" presetSubtype="2" fill="hold" grpId="0" nodeType="afterEffect">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wipe(right)">
                                      <p:cBhvr>
                                        <p:cTn id="65" dur="300"/>
                                        <p:tgtEl>
                                          <p:spTgt spid="32"/>
                                        </p:tgtEl>
                                      </p:cBhvr>
                                    </p:animEffect>
                                  </p:childTnLst>
                                </p:cTn>
                              </p:par>
                            </p:childTnLst>
                          </p:cTn>
                        </p:par>
                        <p:par>
                          <p:cTn id="66" fill="hold">
                            <p:stCondLst>
                              <p:cond delay="4260"/>
                            </p:stCondLst>
                            <p:childTnLst>
                              <p:par>
                                <p:cTn id="67" presetID="22" presetClass="entr" presetSubtype="8" fill="hold" grpId="0" nodeType="afterEffect">
                                  <p:stCondLst>
                                    <p:cond delay="0"/>
                                  </p:stCondLst>
                                  <p:childTnLst>
                                    <p:set>
                                      <p:cBhvr>
                                        <p:cTn id="68" dur="1" fill="hold">
                                          <p:stCondLst>
                                            <p:cond delay="0"/>
                                          </p:stCondLst>
                                        </p:cTn>
                                        <p:tgtEl>
                                          <p:spTgt spid="33"/>
                                        </p:tgtEl>
                                        <p:attrNameLst>
                                          <p:attrName>style.visibility</p:attrName>
                                        </p:attrNameLst>
                                      </p:cBhvr>
                                      <p:to>
                                        <p:strVal val="visible"/>
                                      </p:to>
                                    </p:set>
                                    <p:animEffect transition="in" filter="wipe(left)">
                                      <p:cBhvr>
                                        <p:cTn id="69" dur="500"/>
                                        <p:tgtEl>
                                          <p:spTgt spid="33"/>
                                        </p:tgtEl>
                                      </p:cBhvr>
                                    </p:animEffect>
                                  </p:childTnLst>
                                </p:cTn>
                              </p:par>
                            </p:childTnLst>
                          </p:cTn>
                        </p:par>
                        <p:par>
                          <p:cTn id="70" fill="hold">
                            <p:stCondLst>
                              <p:cond delay="4760"/>
                            </p:stCondLst>
                            <p:childTnLst>
                              <p:par>
                                <p:cTn id="71" presetID="31" presetClass="entr" presetSubtype="0" fill="hold" grpId="0" nodeType="afterEffect">
                                  <p:stCondLst>
                                    <p:cond delay="0"/>
                                  </p:stCondLst>
                                  <p:childTnLst>
                                    <p:set>
                                      <p:cBhvr>
                                        <p:cTn id="72" dur="1" fill="hold">
                                          <p:stCondLst>
                                            <p:cond delay="0"/>
                                          </p:stCondLst>
                                        </p:cTn>
                                        <p:tgtEl>
                                          <p:spTgt spid="36"/>
                                        </p:tgtEl>
                                        <p:attrNameLst>
                                          <p:attrName>style.visibility</p:attrName>
                                        </p:attrNameLst>
                                      </p:cBhvr>
                                      <p:to>
                                        <p:strVal val="visible"/>
                                      </p:to>
                                    </p:set>
                                    <p:anim calcmode="lin" valueType="num">
                                      <p:cBhvr>
                                        <p:cTn id="73" dur="300" fill="hold"/>
                                        <p:tgtEl>
                                          <p:spTgt spid="36"/>
                                        </p:tgtEl>
                                        <p:attrNameLst>
                                          <p:attrName>ppt_w</p:attrName>
                                        </p:attrNameLst>
                                      </p:cBhvr>
                                      <p:tavLst>
                                        <p:tav tm="0">
                                          <p:val>
                                            <p:fltVal val="0"/>
                                          </p:val>
                                        </p:tav>
                                        <p:tav tm="100000">
                                          <p:val>
                                            <p:strVal val="#ppt_w"/>
                                          </p:val>
                                        </p:tav>
                                      </p:tavLst>
                                    </p:anim>
                                    <p:anim calcmode="lin" valueType="num">
                                      <p:cBhvr>
                                        <p:cTn id="74" dur="300" fill="hold"/>
                                        <p:tgtEl>
                                          <p:spTgt spid="36"/>
                                        </p:tgtEl>
                                        <p:attrNameLst>
                                          <p:attrName>ppt_h</p:attrName>
                                        </p:attrNameLst>
                                      </p:cBhvr>
                                      <p:tavLst>
                                        <p:tav tm="0">
                                          <p:val>
                                            <p:fltVal val="0"/>
                                          </p:val>
                                        </p:tav>
                                        <p:tav tm="100000">
                                          <p:val>
                                            <p:strVal val="#ppt_h"/>
                                          </p:val>
                                        </p:tav>
                                      </p:tavLst>
                                    </p:anim>
                                    <p:anim calcmode="lin" valueType="num">
                                      <p:cBhvr>
                                        <p:cTn id="75" dur="300" fill="hold"/>
                                        <p:tgtEl>
                                          <p:spTgt spid="36"/>
                                        </p:tgtEl>
                                        <p:attrNameLst>
                                          <p:attrName>style.rotation</p:attrName>
                                        </p:attrNameLst>
                                      </p:cBhvr>
                                      <p:tavLst>
                                        <p:tav tm="0">
                                          <p:val>
                                            <p:fltVal val="90"/>
                                          </p:val>
                                        </p:tav>
                                        <p:tav tm="100000">
                                          <p:val>
                                            <p:fltVal val="0"/>
                                          </p:val>
                                        </p:tav>
                                      </p:tavLst>
                                    </p:anim>
                                    <p:animEffect transition="in" filter="fade">
                                      <p:cBhvr>
                                        <p:cTn id="76" dur="3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autoUpdateAnimBg="0"/>
      <p:bldP spid="18435" grpId="0" animBg="1"/>
      <p:bldP spid="18" grpId="0" animBg="1" autoUpdateAnimBg="0"/>
      <p:bldP spid="19" grpId="0" animBg="1" autoUpdateAnimBg="0"/>
      <p:bldP spid="20" grpId="0" animBg="1" autoUpdateAnimBg="0"/>
      <p:bldP spid="21" grpId="0" animBg="1"/>
      <p:bldP spid="23" grpId="0" animBg="1"/>
      <p:bldP spid="30" grpId="0" animBg="1"/>
      <p:bldP spid="31" grpId="0" animBg="1"/>
      <p:bldP spid="32" grpId="0" animBg="1"/>
      <p:bldP spid="33" grpId="0" animBg="1"/>
      <p:bldP spid="34" grpId="0" autoUpdateAnimBg="0"/>
      <p:bldP spid="35" grpId="0" autoUpdateAnimBg="0"/>
      <p:bldP spid="36"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22530" name="Oval 5"/>
          <p:cNvSpPr>
            <a:spLocks noChangeArrowheads="1"/>
          </p:cNvSpPr>
          <p:nvPr/>
        </p:nvSpPr>
        <p:spPr bwMode="auto">
          <a:xfrm>
            <a:off x="4062413" y="627063"/>
            <a:ext cx="4141787" cy="4144962"/>
          </a:xfrm>
          <a:prstGeom prst="ellipse">
            <a:avLst/>
          </a:prstGeom>
          <a:solidFill>
            <a:srgbClr val="FFFFFF"/>
          </a:solidFill>
          <a:ln w="9525">
            <a:noFill/>
            <a:round/>
            <a:headEnd/>
            <a:tailEnd/>
          </a:ln>
        </p:spPr>
        <p:txBody>
          <a:bodyPr/>
          <a:lstStyle/>
          <a:p>
            <a:pPr eaLnBrk="1" hangingPunct="1"/>
            <a:endParaRPr lang="zh-CN" altLang="en-US">
              <a:solidFill>
                <a:srgbClr val="004C54"/>
              </a:solidFill>
            </a:endParaRPr>
          </a:p>
        </p:txBody>
      </p:sp>
      <p:sp>
        <p:nvSpPr>
          <p:cNvPr id="22531" name="Line 12"/>
          <p:cNvSpPr>
            <a:spLocks noChangeShapeType="1"/>
          </p:cNvSpPr>
          <p:nvPr/>
        </p:nvSpPr>
        <p:spPr bwMode="auto">
          <a:xfrm>
            <a:off x="4195763" y="2740025"/>
            <a:ext cx="3808412" cy="0"/>
          </a:xfrm>
          <a:prstGeom prst="line">
            <a:avLst/>
          </a:prstGeom>
          <a:noFill/>
          <a:ln w="12700">
            <a:solidFill>
              <a:schemeClr val="bg2"/>
            </a:solidFill>
            <a:round/>
            <a:headEnd/>
            <a:tailEnd/>
          </a:ln>
        </p:spPr>
        <p:txBody>
          <a:bodyPr/>
          <a:lstStyle/>
          <a:p>
            <a:endParaRPr lang="zh-CN" altLang="en-US"/>
          </a:p>
        </p:txBody>
      </p:sp>
      <p:sp>
        <p:nvSpPr>
          <p:cNvPr id="22532" name="TextBox 77"/>
          <p:cNvSpPr txBox="1">
            <a:spLocks noChangeArrowheads="1"/>
          </p:cNvSpPr>
          <p:nvPr/>
        </p:nvSpPr>
        <p:spPr bwMode="auto">
          <a:xfrm>
            <a:off x="4602163" y="2852738"/>
            <a:ext cx="3168650" cy="769441"/>
          </a:xfrm>
          <a:prstGeom prst="rect">
            <a:avLst/>
          </a:prstGeom>
          <a:noFill/>
          <a:ln w="9525">
            <a:noFill/>
            <a:miter lim="800000"/>
            <a:headEnd/>
            <a:tailEnd/>
          </a:ln>
        </p:spPr>
        <p:txBody>
          <a:bodyPr>
            <a:spAutoFit/>
          </a:bodyPr>
          <a:lstStyle/>
          <a:p>
            <a:pPr algn="ctr" eaLnBrk="1" hangingPunct="1"/>
            <a:r>
              <a:rPr lang="zh-CN" altLang="en-US" sz="4400" b="1" dirty="0" smtClean="0">
                <a:solidFill>
                  <a:srgbClr val="363636"/>
                </a:solidFill>
                <a:latin typeface="微软雅黑" pitchFamily="34" charset="-122"/>
                <a:ea typeface="微软雅黑" pitchFamily="34" charset="-122"/>
              </a:rPr>
              <a:t>需求分析</a:t>
            </a:r>
            <a:endParaRPr lang="zh-CN" altLang="en-US" sz="4400" b="1" dirty="0">
              <a:solidFill>
                <a:srgbClr val="363636"/>
              </a:solidFill>
              <a:latin typeface="微软雅黑" pitchFamily="34" charset="-122"/>
              <a:ea typeface="微软雅黑" pitchFamily="34" charset="-122"/>
            </a:endParaRPr>
          </a:p>
        </p:txBody>
      </p:sp>
      <p:sp>
        <p:nvSpPr>
          <p:cNvPr id="22533" name="Rectangle 14"/>
          <p:cNvSpPr>
            <a:spLocks noChangeArrowheads="1"/>
          </p:cNvSpPr>
          <p:nvPr/>
        </p:nvSpPr>
        <p:spPr bwMode="auto">
          <a:xfrm>
            <a:off x="5634038" y="2255838"/>
            <a:ext cx="930275" cy="400050"/>
          </a:xfrm>
          <a:prstGeom prst="rect">
            <a:avLst/>
          </a:prstGeom>
          <a:noFill/>
          <a:ln w="9525">
            <a:noFill/>
            <a:miter lim="800000"/>
            <a:headEnd/>
            <a:tailEnd/>
          </a:ln>
        </p:spPr>
        <p:txBody>
          <a:bodyPr wrap="none" lIns="0" tIns="0" rIns="0" bIns="0">
            <a:spAutoFit/>
          </a:bodyPr>
          <a:lstStyle/>
          <a:p>
            <a:pPr eaLnBrk="1" hangingPunct="1"/>
            <a:r>
              <a:rPr lang="zh-CN" altLang="en-US" sz="2600">
                <a:solidFill>
                  <a:srgbClr val="363636"/>
                </a:solidFill>
                <a:latin typeface="微软雅黑" pitchFamily="34" charset="-122"/>
                <a:ea typeface="微软雅黑" pitchFamily="34" charset="-122"/>
              </a:rPr>
              <a:t>Part </a:t>
            </a:r>
            <a:r>
              <a:rPr lang="en-US" altLang="zh-CN" sz="2600">
                <a:solidFill>
                  <a:srgbClr val="363636"/>
                </a:solidFill>
                <a:latin typeface="微软雅黑" pitchFamily="34" charset="-122"/>
                <a:ea typeface="微软雅黑" pitchFamily="34" charset="-122"/>
              </a:rPr>
              <a:t>3</a:t>
            </a:r>
            <a:endParaRPr lang="zh-CN" altLang="en-US" sz="2600">
              <a:solidFill>
                <a:srgbClr val="363636"/>
              </a:solidFill>
              <a:latin typeface="微软雅黑" pitchFamily="34" charset="-122"/>
              <a:ea typeface="微软雅黑" pitchFamily="34" charset="-122"/>
            </a:endParaRPr>
          </a:p>
        </p:txBody>
      </p:sp>
      <p:sp>
        <p:nvSpPr>
          <p:cNvPr id="22534" name="Freeform 12"/>
          <p:cNvSpPr>
            <a:spLocks noEditPoints="1"/>
          </p:cNvSpPr>
          <p:nvPr/>
        </p:nvSpPr>
        <p:spPr bwMode="auto">
          <a:xfrm>
            <a:off x="5340350" y="798513"/>
            <a:ext cx="1517650" cy="1463675"/>
          </a:xfrm>
          <a:custGeom>
            <a:avLst/>
            <a:gdLst>
              <a:gd name="T0" fmla="*/ 2147483646 w 1022"/>
              <a:gd name="T1" fmla="*/ 2147483646 h 973"/>
              <a:gd name="T2" fmla="*/ 2147483646 w 1022"/>
              <a:gd name="T3" fmla="*/ 2147483646 h 973"/>
              <a:gd name="T4" fmla="*/ 2147483646 w 1022"/>
              <a:gd name="T5" fmla="*/ 2147483646 h 973"/>
              <a:gd name="T6" fmla="*/ 2147483646 w 1022"/>
              <a:gd name="T7" fmla="*/ 2147483646 h 973"/>
              <a:gd name="T8" fmla="*/ 2147483646 w 1022"/>
              <a:gd name="T9" fmla="*/ 2147483646 h 973"/>
              <a:gd name="T10" fmla="*/ 2147483646 w 1022"/>
              <a:gd name="T11" fmla="*/ 2147483646 h 973"/>
              <a:gd name="T12" fmla="*/ 2147483646 w 1022"/>
              <a:gd name="T13" fmla="*/ 2147483646 h 973"/>
              <a:gd name="T14" fmla="*/ 2147483646 w 1022"/>
              <a:gd name="T15" fmla="*/ 2147483646 h 973"/>
              <a:gd name="T16" fmla="*/ 2147483646 w 1022"/>
              <a:gd name="T17" fmla="*/ 2147483646 h 973"/>
              <a:gd name="T18" fmla="*/ 2147483646 w 1022"/>
              <a:gd name="T19" fmla="*/ 2147483646 h 973"/>
              <a:gd name="T20" fmla="*/ 2147483646 w 1022"/>
              <a:gd name="T21" fmla="*/ 2147483646 h 973"/>
              <a:gd name="T22" fmla="*/ 2147483646 w 1022"/>
              <a:gd name="T23" fmla="*/ 2147483646 h 973"/>
              <a:gd name="T24" fmla="*/ 2147483646 w 1022"/>
              <a:gd name="T25" fmla="*/ 2147483646 h 973"/>
              <a:gd name="T26" fmla="*/ 2147483646 w 1022"/>
              <a:gd name="T27" fmla="*/ 2147483646 h 973"/>
              <a:gd name="T28" fmla="*/ 2147483646 w 1022"/>
              <a:gd name="T29" fmla="*/ 2147483646 h 973"/>
              <a:gd name="T30" fmla="*/ 2147483646 w 1022"/>
              <a:gd name="T31" fmla="*/ 2147483646 h 973"/>
              <a:gd name="T32" fmla="*/ 2147483646 w 1022"/>
              <a:gd name="T33" fmla="*/ 2147483646 h 973"/>
              <a:gd name="T34" fmla="*/ 2147483646 w 1022"/>
              <a:gd name="T35" fmla="*/ 2147483646 h 973"/>
              <a:gd name="T36" fmla="*/ 2147483646 w 1022"/>
              <a:gd name="T37" fmla="*/ 2147483646 h 973"/>
              <a:gd name="T38" fmla="*/ 2147483646 w 1022"/>
              <a:gd name="T39" fmla="*/ 2147483646 h 973"/>
              <a:gd name="T40" fmla="*/ 2147483646 w 1022"/>
              <a:gd name="T41" fmla="*/ 2147483646 h 973"/>
              <a:gd name="T42" fmla="*/ 2147483646 w 1022"/>
              <a:gd name="T43" fmla="*/ 2147483646 h 973"/>
              <a:gd name="T44" fmla="*/ 2147483646 w 1022"/>
              <a:gd name="T45" fmla="*/ 2147483646 h 973"/>
              <a:gd name="T46" fmla="*/ 2147483646 w 1022"/>
              <a:gd name="T47" fmla="*/ 2147483646 h 973"/>
              <a:gd name="T48" fmla="*/ 2147483646 w 1022"/>
              <a:gd name="T49" fmla="*/ 2147483646 h 973"/>
              <a:gd name="T50" fmla="*/ 2147483646 w 1022"/>
              <a:gd name="T51" fmla="*/ 2147483646 h 973"/>
              <a:gd name="T52" fmla="*/ 2147483646 w 1022"/>
              <a:gd name="T53" fmla="*/ 2147483646 h 973"/>
              <a:gd name="T54" fmla="*/ 2147483646 w 1022"/>
              <a:gd name="T55" fmla="*/ 2147483646 h 973"/>
              <a:gd name="T56" fmla="*/ 2147483646 w 1022"/>
              <a:gd name="T57" fmla="*/ 2147483646 h 973"/>
              <a:gd name="T58" fmla="*/ 2147483646 w 1022"/>
              <a:gd name="T59" fmla="*/ 2147483646 h 973"/>
              <a:gd name="T60" fmla="*/ 2147483646 w 1022"/>
              <a:gd name="T61" fmla="*/ 2147483646 h 973"/>
              <a:gd name="T62" fmla="*/ 2147483646 w 1022"/>
              <a:gd name="T63" fmla="*/ 2147483646 h 973"/>
              <a:gd name="T64" fmla="*/ 2147483646 w 1022"/>
              <a:gd name="T65" fmla="*/ 2147483646 h 973"/>
              <a:gd name="T66" fmla="*/ 2147483646 w 1022"/>
              <a:gd name="T67" fmla="*/ 2147483646 h 973"/>
              <a:gd name="T68" fmla="*/ 2147483646 w 1022"/>
              <a:gd name="T69" fmla="*/ 2147483646 h 973"/>
              <a:gd name="T70" fmla="*/ 2147483646 w 1022"/>
              <a:gd name="T71" fmla="*/ 2147483646 h 973"/>
              <a:gd name="T72" fmla="*/ 2147483646 w 1022"/>
              <a:gd name="T73" fmla="*/ 2147483646 h 973"/>
              <a:gd name="T74" fmla="*/ 2147483646 w 1022"/>
              <a:gd name="T75" fmla="*/ 2147483646 h 973"/>
              <a:gd name="T76" fmla="*/ 2147483646 w 1022"/>
              <a:gd name="T77" fmla="*/ 2147483646 h 973"/>
              <a:gd name="T78" fmla="*/ 2147483646 w 1022"/>
              <a:gd name="T79" fmla="*/ 2147483646 h 973"/>
              <a:gd name="T80" fmla="*/ 2147483646 w 1022"/>
              <a:gd name="T81" fmla="*/ 2147483646 h 973"/>
              <a:gd name="T82" fmla="*/ 2147483646 w 1022"/>
              <a:gd name="T83" fmla="*/ 2147483646 h 973"/>
              <a:gd name="T84" fmla="*/ 2147483646 w 1022"/>
              <a:gd name="T85" fmla="*/ 2147483646 h 973"/>
              <a:gd name="T86" fmla="*/ 2147483646 w 1022"/>
              <a:gd name="T87" fmla="*/ 2147483646 h 97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022" h="973">
                <a:moveTo>
                  <a:pt x="596" y="882"/>
                </a:moveTo>
                <a:lnTo>
                  <a:pt x="426" y="882"/>
                </a:lnTo>
                <a:cubicBezTo>
                  <a:pt x="414" y="882"/>
                  <a:pt x="403" y="892"/>
                  <a:pt x="403" y="904"/>
                </a:cubicBezTo>
                <a:cubicBezTo>
                  <a:pt x="403" y="916"/>
                  <a:pt x="414" y="926"/>
                  <a:pt x="426" y="926"/>
                </a:cubicBezTo>
                <a:lnTo>
                  <a:pt x="596" y="926"/>
                </a:lnTo>
                <a:cubicBezTo>
                  <a:pt x="609" y="926"/>
                  <a:pt x="619" y="916"/>
                  <a:pt x="619" y="904"/>
                </a:cubicBezTo>
                <a:cubicBezTo>
                  <a:pt x="619" y="892"/>
                  <a:pt x="609" y="882"/>
                  <a:pt x="596" y="882"/>
                </a:cubicBezTo>
                <a:close/>
                <a:moveTo>
                  <a:pt x="596" y="813"/>
                </a:moveTo>
                <a:lnTo>
                  <a:pt x="596" y="813"/>
                </a:lnTo>
                <a:lnTo>
                  <a:pt x="426" y="813"/>
                </a:lnTo>
                <a:cubicBezTo>
                  <a:pt x="414" y="813"/>
                  <a:pt x="403" y="823"/>
                  <a:pt x="403" y="835"/>
                </a:cubicBezTo>
                <a:cubicBezTo>
                  <a:pt x="403" y="848"/>
                  <a:pt x="414" y="858"/>
                  <a:pt x="426" y="858"/>
                </a:cubicBezTo>
                <a:lnTo>
                  <a:pt x="596" y="858"/>
                </a:lnTo>
                <a:cubicBezTo>
                  <a:pt x="609" y="858"/>
                  <a:pt x="619" y="848"/>
                  <a:pt x="619" y="835"/>
                </a:cubicBezTo>
                <a:cubicBezTo>
                  <a:pt x="619" y="823"/>
                  <a:pt x="609" y="813"/>
                  <a:pt x="596" y="813"/>
                </a:cubicBezTo>
                <a:close/>
                <a:moveTo>
                  <a:pt x="511" y="973"/>
                </a:moveTo>
                <a:lnTo>
                  <a:pt x="511" y="973"/>
                </a:lnTo>
                <a:lnTo>
                  <a:pt x="585" y="946"/>
                </a:lnTo>
                <a:lnTo>
                  <a:pt x="437" y="946"/>
                </a:lnTo>
                <a:lnTo>
                  <a:pt x="511" y="973"/>
                </a:lnTo>
                <a:close/>
                <a:moveTo>
                  <a:pt x="514" y="261"/>
                </a:moveTo>
                <a:lnTo>
                  <a:pt x="514" y="261"/>
                </a:lnTo>
                <a:lnTo>
                  <a:pt x="508" y="261"/>
                </a:lnTo>
                <a:cubicBezTo>
                  <a:pt x="384" y="261"/>
                  <a:pt x="272" y="362"/>
                  <a:pt x="272" y="486"/>
                </a:cubicBezTo>
                <a:cubicBezTo>
                  <a:pt x="272" y="611"/>
                  <a:pt x="377" y="682"/>
                  <a:pt x="388" y="721"/>
                </a:cubicBezTo>
                <a:cubicBezTo>
                  <a:pt x="398" y="759"/>
                  <a:pt x="388" y="778"/>
                  <a:pt x="416" y="787"/>
                </a:cubicBezTo>
                <a:cubicBezTo>
                  <a:pt x="444" y="796"/>
                  <a:pt x="508" y="794"/>
                  <a:pt x="508" y="794"/>
                </a:cubicBezTo>
                <a:lnTo>
                  <a:pt x="514" y="794"/>
                </a:lnTo>
                <a:cubicBezTo>
                  <a:pt x="514" y="794"/>
                  <a:pt x="578" y="796"/>
                  <a:pt x="606" y="787"/>
                </a:cubicBezTo>
                <a:cubicBezTo>
                  <a:pt x="634" y="778"/>
                  <a:pt x="624" y="759"/>
                  <a:pt x="634" y="721"/>
                </a:cubicBezTo>
                <a:cubicBezTo>
                  <a:pt x="645" y="682"/>
                  <a:pt x="750" y="611"/>
                  <a:pt x="750" y="486"/>
                </a:cubicBezTo>
                <a:cubicBezTo>
                  <a:pt x="750" y="362"/>
                  <a:pt x="638" y="261"/>
                  <a:pt x="514" y="261"/>
                </a:cubicBezTo>
                <a:close/>
                <a:moveTo>
                  <a:pt x="201" y="527"/>
                </a:moveTo>
                <a:lnTo>
                  <a:pt x="201" y="527"/>
                </a:lnTo>
                <a:cubicBezTo>
                  <a:pt x="201" y="509"/>
                  <a:pt x="183" y="495"/>
                  <a:pt x="162" y="495"/>
                </a:cubicBezTo>
                <a:lnTo>
                  <a:pt x="39" y="495"/>
                </a:lnTo>
                <a:cubicBezTo>
                  <a:pt x="17" y="495"/>
                  <a:pt x="0" y="509"/>
                  <a:pt x="0" y="527"/>
                </a:cubicBezTo>
                <a:cubicBezTo>
                  <a:pt x="0" y="544"/>
                  <a:pt x="17" y="558"/>
                  <a:pt x="39" y="558"/>
                </a:cubicBezTo>
                <a:lnTo>
                  <a:pt x="162" y="558"/>
                </a:lnTo>
                <a:cubicBezTo>
                  <a:pt x="183" y="558"/>
                  <a:pt x="201" y="544"/>
                  <a:pt x="201" y="527"/>
                </a:cubicBezTo>
                <a:close/>
                <a:moveTo>
                  <a:pt x="983" y="495"/>
                </a:moveTo>
                <a:lnTo>
                  <a:pt x="983" y="495"/>
                </a:lnTo>
                <a:lnTo>
                  <a:pt x="860" y="495"/>
                </a:lnTo>
                <a:cubicBezTo>
                  <a:pt x="839" y="495"/>
                  <a:pt x="822" y="509"/>
                  <a:pt x="822" y="527"/>
                </a:cubicBezTo>
                <a:cubicBezTo>
                  <a:pt x="822" y="544"/>
                  <a:pt x="839" y="558"/>
                  <a:pt x="860" y="558"/>
                </a:cubicBezTo>
                <a:lnTo>
                  <a:pt x="983" y="558"/>
                </a:lnTo>
                <a:cubicBezTo>
                  <a:pt x="1005" y="558"/>
                  <a:pt x="1022" y="544"/>
                  <a:pt x="1022" y="527"/>
                </a:cubicBezTo>
                <a:cubicBezTo>
                  <a:pt x="1022" y="509"/>
                  <a:pt x="1005" y="495"/>
                  <a:pt x="983" y="495"/>
                </a:cubicBezTo>
                <a:close/>
                <a:moveTo>
                  <a:pt x="782" y="296"/>
                </a:moveTo>
                <a:lnTo>
                  <a:pt x="782" y="296"/>
                </a:lnTo>
                <a:lnTo>
                  <a:pt x="869" y="209"/>
                </a:lnTo>
                <a:cubicBezTo>
                  <a:pt x="885" y="194"/>
                  <a:pt x="887" y="172"/>
                  <a:pt x="874" y="159"/>
                </a:cubicBezTo>
                <a:cubicBezTo>
                  <a:pt x="862" y="147"/>
                  <a:pt x="839" y="149"/>
                  <a:pt x="824" y="164"/>
                </a:cubicBezTo>
                <a:lnTo>
                  <a:pt x="737" y="251"/>
                </a:lnTo>
                <a:cubicBezTo>
                  <a:pt x="722" y="266"/>
                  <a:pt x="720" y="289"/>
                  <a:pt x="732" y="301"/>
                </a:cubicBezTo>
                <a:cubicBezTo>
                  <a:pt x="745" y="314"/>
                  <a:pt x="767" y="311"/>
                  <a:pt x="782" y="296"/>
                </a:cubicBezTo>
                <a:close/>
                <a:moveTo>
                  <a:pt x="508" y="201"/>
                </a:moveTo>
                <a:lnTo>
                  <a:pt x="508" y="201"/>
                </a:lnTo>
                <a:cubicBezTo>
                  <a:pt x="526" y="201"/>
                  <a:pt x="540" y="183"/>
                  <a:pt x="540" y="162"/>
                </a:cubicBezTo>
                <a:lnTo>
                  <a:pt x="540" y="39"/>
                </a:lnTo>
                <a:cubicBezTo>
                  <a:pt x="540" y="18"/>
                  <a:pt x="526" y="0"/>
                  <a:pt x="508" y="0"/>
                </a:cubicBezTo>
                <a:cubicBezTo>
                  <a:pt x="491" y="0"/>
                  <a:pt x="476" y="18"/>
                  <a:pt x="476" y="39"/>
                </a:cubicBezTo>
                <a:lnTo>
                  <a:pt x="476" y="162"/>
                </a:lnTo>
                <a:cubicBezTo>
                  <a:pt x="476" y="183"/>
                  <a:pt x="491" y="201"/>
                  <a:pt x="508" y="201"/>
                </a:cubicBezTo>
                <a:close/>
                <a:moveTo>
                  <a:pt x="229" y="283"/>
                </a:moveTo>
                <a:lnTo>
                  <a:pt x="229" y="283"/>
                </a:lnTo>
                <a:cubicBezTo>
                  <a:pt x="244" y="299"/>
                  <a:pt x="267" y="301"/>
                  <a:pt x="279" y="288"/>
                </a:cubicBezTo>
                <a:cubicBezTo>
                  <a:pt x="292" y="276"/>
                  <a:pt x="289" y="254"/>
                  <a:pt x="274" y="238"/>
                </a:cubicBezTo>
                <a:lnTo>
                  <a:pt x="187" y="151"/>
                </a:lnTo>
                <a:cubicBezTo>
                  <a:pt x="172" y="136"/>
                  <a:pt x="149" y="134"/>
                  <a:pt x="137" y="146"/>
                </a:cubicBezTo>
                <a:cubicBezTo>
                  <a:pt x="125" y="159"/>
                  <a:pt x="127" y="181"/>
                  <a:pt x="142" y="196"/>
                </a:cubicBezTo>
                <a:lnTo>
                  <a:pt x="229" y="283"/>
                </a:lnTo>
                <a:close/>
                <a:moveTo>
                  <a:pt x="240" y="756"/>
                </a:moveTo>
                <a:lnTo>
                  <a:pt x="240" y="756"/>
                </a:lnTo>
                <a:lnTo>
                  <a:pt x="153" y="843"/>
                </a:lnTo>
                <a:cubicBezTo>
                  <a:pt x="137" y="859"/>
                  <a:pt x="135" y="881"/>
                  <a:pt x="148" y="894"/>
                </a:cubicBezTo>
                <a:cubicBezTo>
                  <a:pt x="160" y="906"/>
                  <a:pt x="183" y="904"/>
                  <a:pt x="198" y="889"/>
                </a:cubicBezTo>
                <a:lnTo>
                  <a:pt x="285" y="802"/>
                </a:lnTo>
                <a:cubicBezTo>
                  <a:pt x="300" y="786"/>
                  <a:pt x="302" y="764"/>
                  <a:pt x="290" y="751"/>
                </a:cubicBezTo>
                <a:cubicBezTo>
                  <a:pt x="277" y="739"/>
                  <a:pt x="255" y="741"/>
                  <a:pt x="240" y="756"/>
                </a:cubicBezTo>
                <a:close/>
                <a:moveTo>
                  <a:pt x="793" y="769"/>
                </a:moveTo>
                <a:lnTo>
                  <a:pt x="793" y="769"/>
                </a:lnTo>
                <a:cubicBezTo>
                  <a:pt x="778" y="754"/>
                  <a:pt x="755" y="752"/>
                  <a:pt x="743" y="764"/>
                </a:cubicBezTo>
                <a:cubicBezTo>
                  <a:pt x="731" y="777"/>
                  <a:pt x="733" y="799"/>
                  <a:pt x="748" y="814"/>
                </a:cubicBezTo>
                <a:lnTo>
                  <a:pt x="835" y="901"/>
                </a:lnTo>
                <a:cubicBezTo>
                  <a:pt x="850" y="916"/>
                  <a:pt x="873" y="919"/>
                  <a:pt x="885" y="906"/>
                </a:cubicBezTo>
                <a:cubicBezTo>
                  <a:pt x="897" y="894"/>
                  <a:pt x="895" y="871"/>
                  <a:pt x="880" y="856"/>
                </a:cubicBezTo>
                <a:lnTo>
                  <a:pt x="793" y="769"/>
                </a:lnTo>
                <a:close/>
              </a:path>
            </a:pathLst>
          </a:custGeom>
          <a:solidFill>
            <a:srgbClr val="113E6A"/>
          </a:solidFill>
          <a:ln w="9525">
            <a:noFill/>
            <a:round/>
            <a:headEnd/>
            <a:tailEnd/>
          </a:ln>
        </p:spPr>
        <p:txBody>
          <a:bodyPr/>
          <a:lstStyle/>
          <a:p>
            <a:endParaRPr lang="zh-CN" altLang="en-US"/>
          </a:p>
        </p:txBody>
      </p:sp>
      <p:sp>
        <p:nvSpPr>
          <p:cNvPr id="22535" name="Oval 39"/>
          <p:cNvSpPr>
            <a:spLocks noChangeAspect="1" noChangeArrowheads="1"/>
          </p:cNvSpPr>
          <p:nvPr/>
        </p:nvSpPr>
        <p:spPr bwMode="auto">
          <a:xfrm>
            <a:off x="3252788" y="5392738"/>
            <a:ext cx="173037" cy="158750"/>
          </a:xfrm>
          <a:prstGeom prst="ellipse">
            <a:avLst/>
          </a:prstGeom>
          <a:solidFill>
            <a:schemeClr val="bg1"/>
          </a:solidFill>
          <a:ln w="28575">
            <a:solidFill>
              <a:schemeClr val="accent2"/>
            </a:solidFill>
            <a:round/>
            <a:headEnd/>
            <a:tailEnd/>
          </a:ln>
        </p:spPr>
        <p:txBody>
          <a:bodyPr/>
          <a:lstStyle/>
          <a:p>
            <a:pPr eaLnBrk="1" hangingPunct="1"/>
            <a:endParaRPr lang="zh-CN" altLang="en-US">
              <a:solidFill>
                <a:schemeClr val="accent2"/>
              </a:solidFill>
            </a:endParaRPr>
          </a:p>
        </p:txBody>
      </p:sp>
      <p:sp>
        <p:nvSpPr>
          <p:cNvPr id="22536" name="Oval 40"/>
          <p:cNvSpPr>
            <a:spLocks noChangeAspect="1" noChangeArrowheads="1"/>
          </p:cNvSpPr>
          <p:nvPr/>
        </p:nvSpPr>
        <p:spPr bwMode="auto">
          <a:xfrm>
            <a:off x="3252788" y="5829300"/>
            <a:ext cx="173037" cy="158750"/>
          </a:xfrm>
          <a:prstGeom prst="ellipse">
            <a:avLst/>
          </a:prstGeom>
          <a:solidFill>
            <a:schemeClr val="bg1"/>
          </a:solidFill>
          <a:ln w="28575">
            <a:solidFill>
              <a:schemeClr val="accent2"/>
            </a:solidFill>
            <a:round/>
            <a:headEnd/>
            <a:tailEnd/>
          </a:ln>
        </p:spPr>
        <p:txBody>
          <a:bodyPr/>
          <a:lstStyle/>
          <a:p>
            <a:pPr eaLnBrk="1" hangingPunct="1"/>
            <a:endParaRPr lang="zh-CN" altLang="en-US">
              <a:solidFill>
                <a:schemeClr val="accent2"/>
              </a:solidFill>
            </a:endParaRPr>
          </a:p>
        </p:txBody>
      </p:sp>
      <p:sp>
        <p:nvSpPr>
          <p:cNvPr id="22537" name="Oval 42"/>
          <p:cNvSpPr>
            <a:spLocks noChangeAspect="1" noChangeArrowheads="1"/>
          </p:cNvSpPr>
          <p:nvPr/>
        </p:nvSpPr>
        <p:spPr bwMode="auto">
          <a:xfrm>
            <a:off x="7029450" y="5392738"/>
            <a:ext cx="158750" cy="158750"/>
          </a:xfrm>
          <a:prstGeom prst="ellipse">
            <a:avLst/>
          </a:prstGeom>
          <a:solidFill>
            <a:schemeClr val="bg1"/>
          </a:solidFill>
          <a:ln w="28575">
            <a:solidFill>
              <a:schemeClr val="accent2"/>
            </a:solidFill>
            <a:round/>
            <a:headEnd/>
            <a:tailEnd/>
          </a:ln>
        </p:spPr>
        <p:txBody>
          <a:bodyPr/>
          <a:lstStyle/>
          <a:p>
            <a:pPr eaLnBrk="1" hangingPunct="1"/>
            <a:endParaRPr lang="zh-CN" altLang="en-US">
              <a:solidFill>
                <a:schemeClr val="accent2"/>
              </a:solidFill>
            </a:endParaRPr>
          </a:p>
        </p:txBody>
      </p:sp>
      <p:sp>
        <p:nvSpPr>
          <p:cNvPr id="22538" name="TextBox 28"/>
          <p:cNvSpPr txBox="1">
            <a:spLocks noChangeArrowheads="1"/>
          </p:cNvSpPr>
          <p:nvPr/>
        </p:nvSpPr>
        <p:spPr bwMode="auto">
          <a:xfrm>
            <a:off x="3402013" y="5240338"/>
            <a:ext cx="2859087" cy="830997"/>
          </a:xfrm>
          <a:prstGeom prst="rect">
            <a:avLst/>
          </a:prstGeom>
          <a:noFill/>
          <a:ln w="9525">
            <a:noFill/>
            <a:miter lim="800000"/>
            <a:headEnd/>
            <a:tailEnd/>
          </a:ln>
        </p:spPr>
        <p:txBody>
          <a:bodyPr>
            <a:spAutoFit/>
          </a:bodyPr>
          <a:lstStyle/>
          <a:p>
            <a:pPr eaLnBrk="1" hangingPunct="1"/>
            <a:r>
              <a:rPr lang="zh-CN" altLang="en-US" sz="2400" dirty="0" smtClean="0">
                <a:solidFill>
                  <a:schemeClr val="accent2"/>
                </a:solidFill>
                <a:latin typeface="微软雅黑" pitchFamily="34" charset="-122"/>
                <a:ea typeface="微软雅黑" pitchFamily="34" charset="-122"/>
              </a:rPr>
              <a:t>系统用户分析</a:t>
            </a:r>
            <a:r>
              <a:rPr lang="en-US" altLang="zh-CN" sz="2400" dirty="0" smtClean="0">
                <a:solidFill>
                  <a:schemeClr val="accent2"/>
                </a:solidFill>
                <a:latin typeface="微软雅黑" pitchFamily="34" charset="-122"/>
                <a:ea typeface="微软雅黑" pitchFamily="34" charset="-122"/>
              </a:rPr>
              <a:t>	</a:t>
            </a:r>
            <a:endParaRPr lang="zh-CN" altLang="en-US" sz="2400" dirty="0">
              <a:solidFill>
                <a:schemeClr val="accent2"/>
              </a:solidFill>
              <a:latin typeface="微软雅黑" pitchFamily="34" charset="-122"/>
              <a:ea typeface="微软雅黑" pitchFamily="34" charset="-122"/>
            </a:endParaRPr>
          </a:p>
        </p:txBody>
      </p:sp>
      <p:sp>
        <p:nvSpPr>
          <p:cNvPr id="22539" name="TextBox 29"/>
          <p:cNvSpPr txBox="1">
            <a:spLocks noChangeArrowheads="1"/>
          </p:cNvSpPr>
          <p:nvPr/>
        </p:nvSpPr>
        <p:spPr bwMode="auto">
          <a:xfrm>
            <a:off x="3402013" y="5676900"/>
            <a:ext cx="2859087" cy="461963"/>
          </a:xfrm>
          <a:prstGeom prst="rect">
            <a:avLst/>
          </a:prstGeom>
          <a:noFill/>
          <a:ln w="9525">
            <a:noFill/>
            <a:miter lim="800000"/>
            <a:headEnd/>
            <a:tailEnd/>
          </a:ln>
        </p:spPr>
        <p:txBody>
          <a:bodyPr>
            <a:spAutoFit/>
          </a:bodyPr>
          <a:lstStyle/>
          <a:p>
            <a:pPr eaLnBrk="1" hangingPunct="1"/>
            <a:r>
              <a:rPr lang="zh-CN" altLang="en-US" sz="2400" dirty="0" smtClean="0">
                <a:solidFill>
                  <a:schemeClr val="accent2"/>
                </a:solidFill>
                <a:latin typeface="微软雅黑" pitchFamily="34" charset="-122"/>
                <a:ea typeface="微软雅黑" pitchFamily="34" charset="-122"/>
              </a:rPr>
              <a:t>系统性能需求</a:t>
            </a:r>
            <a:endParaRPr lang="zh-CN" altLang="en-US" sz="2400" dirty="0">
              <a:solidFill>
                <a:schemeClr val="accent2"/>
              </a:solidFill>
              <a:latin typeface="微软雅黑" pitchFamily="34" charset="-122"/>
              <a:ea typeface="微软雅黑" pitchFamily="34" charset="-122"/>
            </a:endParaRPr>
          </a:p>
        </p:txBody>
      </p:sp>
      <p:sp>
        <p:nvSpPr>
          <p:cNvPr id="22540" name="Oval 42"/>
          <p:cNvSpPr>
            <a:spLocks noChangeAspect="1" noChangeArrowheads="1"/>
          </p:cNvSpPr>
          <p:nvPr/>
        </p:nvSpPr>
        <p:spPr bwMode="auto">
          <a:xfrm>
            <a:off x="7029450" y="5829300"/>
            <a:ext cx="158750" cy="158750"/>
          </a:xfrm>
          <a:prstGeom prst="ellipse">
            <a:avLst/>
          </a:prstGeom>
          <a:solidFill>
            <a:schemeClr val="bg1"/>
          </a:solidFill>
          <a:ln w="28575">
            <a:solidFill>
              <a:schemeClr val="accent2"/>
            </a:solidFill>
            <a:round/>
            <a:headEnd/>
            <a:tailEnd/>
          </a:ln>
        </p:spPr>
        <p:txBody>
          <a:bodyPr/>
          <a:lstStyle/>
          <a:p>
            <a:pPr eaLnBrk="1" hangingPunct="1"/>
            <a:endParaRPr lang="zh-CN" altLang="en-US">
              <a:solidFill>
                <a:schemeClr val="accent2"/>
              </a:solidFill>
            </a:endParaRPr>
          </a:p>
        </p:txBody>
      </p:sp>
      <p:sp>
        <p:nvSpPr>
          <p:cNvPr id="22541" name="TextBox 32"/>
          <p:cNvSpPr txBox="1">
            <a:spLocks noChangeArrowheads="1"/>
          </p:cNvSpPr>
          <p:nvPr/>
        </p:nvSpPr>
        <p:spPr bwMode="auto">
          <a:xfrm>
            <a:off x="7178675" y="5240338"/>
            <a:ext cx="2665413" cy="461962"/>
          </a:xfrm>
          <a:prstGeom prst="rect">
            <a:avLst/>
          </a:prstGeom>
          <a:noFill/>
          <a:ln w="9525">
            <a:noFill/>
            <a:miter lim="800000"/>
            <a:headEnd/>
            <a:tailEnd/>
          </a:ln>
        </p:spPr>
        <p:txBody>
          <a:bodyPr>
            <a:spAutoFit/>
          </a:bodyPr>
          <a:lstStyle/>
          <a:p>
            <a:pPr eaLnBrk="1" hangingPunct="1"/>
            <a:r>
              <a:rPr lang="zh-CN" altLang="en-US" sz="2400" dirty="0" smtClean="0">
                <a:solidFill>
                  <a:schemeClr val="accent2"/>
                </a:solidFill>
                <a:latin typeface="微软雅黑" pitchFamily="34" charset="-122"/>
                <a:ea typeface="微软雅黑" pitchFamily="34" charset="-122"/>
              </a:rPr>
              <a:t>系统功能需求</a:t>
            </a:r>
            <a:endParaRPr lang="zh-CN" altLang="en-US" sz="2400" dirty="0">
              <a:solidFill>
                <a:schemeClr val="accent2"/>
              </a:solidFill>
              <a:latin typeface="微软雅黑" pitchFamily="34" charset="-122"/>
              <a:ea typeface="微软雅黑" pitchFamily="34" charset="-122"/>
            </a:endParaRPr>
          </a:p>
        </p:txBody>
      </p:sp>
      <p:sp>
        <p:nvSpPr>
          <p:cNvPr id="22542" name="TextBox 33"/>
          <p:cNvSpPr txBox="1">
            <a:spLocks noChangeArrowheads="1"/>
          </p:cNvSpPr>
          <p:nvPr/>
        </p:nvSpPr>
        <p:spPr bwMode="auto">
          <a:xfrm>
            <a:off x="7178675" y="5676900"/>
            <a:ext cx="2665413" cy="461963"/>
          </a:xfrm>
          <a:prstGeom prst="rect">
            <a:avLst/>
          </a:prstGeom>
          <a:noFill/>
          <a:ln w="9525">
            <a:noFill/>
            <a:miter lim="800000"/>
            <a:headEnd/>
            <a:tailEnd/>
          </a:ln>
        </p:spPr>
        <p:txBody>
          <a:bodyPr>
            <a:spAutoFit/>
          </a:bodyPr>
          <a:lstStyle/>
          <a:p>
            <a:pPr eaLnBrk="1" hangingPunct="1"/>
            <a:r>
              <a:rPr lang="zh-CN" altLang="en-US" sz="2400" dirty="0" smtClean="0">
                <a:solidFill>
                  <a:schemeClr val="accent2"/>
                </a:solidFill>
                <a:latin typeface="微软雅黑" pitchFamily="34" charset="-122"/>
                <a:ea typeface="微软雅黑" pitchFamily="34" charset="-122"/>
              </a:rPr>
              <a:t>系统其它需求</a:t>
            </a:r>
            <a:endParaRPr lang="zh-CN" altLang="en-US" sz="2400" dirty="0">
              <a:solidFill>
                <a:schemeClr val="accent2"/>
              </a:solidFill>
              <a:latin typeface="微软雅黑" pitchFamily="34" charset="-122"/>
              <a:ea typeface="微软雅黑" pitchFamily="34" charset="-122"/>
            </a:endParaRPr>
          </a:p>
        </p:txBody>
      </p:sp>
    </p:spTree>
  </p:cSld>
  <p:clrMapOvr>
    <a:masterClrMapping/>
  </p:clrMapOvr>
  <p:transition advTm="8561"/>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2530"/>
                                        </p:tgtEl>
                                        <p:attrNameLst>
                                          <p:attrName>style.visibility</p:attrName>
                                        </p:attrNameLst>
                                      </p:cBhvr>
                                      <p:to>
                                        <p:strVal val="visible"/>
                                      </p:to>
                                    </p:set>
                                    <p:animEffect transition="in" filter="wheel(1)">
                                      <p:cBhvr>
                                        <p:cTn id="7" dur="2000"/>
                                        <p:tgtEl>
                                          <p:spTgt spid="22530"/>
                                        </p:tgtEl>
                                      </p:cBhvr>
                                    </p:animEffect>
                                  </p:childTnLst>
                                </p:cTn>
                              </p:par>
                            </p:childTnLst>
                          </p:cTn>
                        </p:par>
                        <p:par>
                          <p:cTn id="8" fill="hold" nodeType="afterGroup">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22531"/>
                                        </p:tgtEl>
                                        <p:attrNameLst>
                                          <p:attrName>style.visibility</p:attrName>
                                        </p:attrNameLst>
                                      </p:cBhvr>
                                      <p:to>
                                        <p:strVal val="visible"/>
                                      </p:to>
                                    </p:set>
                                    <p:animEffect transition="in" filter="barn(inVertical)">
                                      <p:cBhvr>
                                        <p:cTn id="11" dur="500"/>
                                        <p:tgtEl>
                                          <p:spTgt spid="22531"/>
                                        </p:tgtEl>
                                      </p:cBhvr>
                                    </p:animEffect>
                                  </p:childTnLst>
                                </p:cTn>
                              </p:par>
                            </p:childTnLst>
                          </p:cTn>
                        </p:par>
                        <p:par>
                          <p:cTn id="12" fill="hold" nodeType="afterGroup">
                            <p:stCondLst>
                              <p:cond delay="2500"/>
                            </p:stCondLst>
                            <p:childTnLst>
                              <p:par>
                                <p:cTn id="13" presetID="22" presetClass="entr" presetSubtype="1" fill="hold" grpId="0" nodeType="afterEffect">
                                  <p:stCondLst>
                                    <p:cond delay="0"/>
                                  </p:stCondLst>
                                  <p:childTnLst>
                                    <p:set>
                                      <p:cBhvr>
                                        <p:cTn id="14" dur="1" fill="hold">
                                          <p:stCondLst>
                                            <p:cond delay="0"/>
                                          </p:stCondLst>
                                        </p:cTn>
                                        <p:tgtEl>
                                          <p:spTgt spid="22532"/>
                                        </p:tgtEl>
                                        <p:attrNameLst>
                                          <p:attrName>style.visibility</p:attrName>
                                        </p:attrNameLst>
                                      </p:cBhvr>
                                      <p:to>
                                        <p:strVal val="visible"/>
                                      </p:to>
                                    </p:set>
                                    <p:animEffect transition="in" filter="wipe(up)">
                                      <p:cBhvr>
                                        <p:cTn id="15" dur="500"/>
                                        <p:tgtEl>
                                          <p:spTgt spid="22532"/>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22533"/>
                                        </p:tgtEl>
                                        <p:attrNameLst>
                                          <p:attrName>style.visibility</p:attrName>
                                        </p:attrNameLst>
                                      </p:cBhvr>
                                      <p:to>
                                        <p:strVal val="visible"/>
                                      </p:to>
                                    </p:set>
                                    <p:animEffect transition="in" filter="wipe(down)">
                                      <p:cBhvr>
                                        <p:cTn id="18" dur="500"/>
                                        <p:tgtEl>
                                          <p:spTgt spid="22533"/>
                                        </p:tgtEl>
                                      </p:cBhvr>
                                    </p:animEffect>
                                  </p:childTnLst>
                                </p:cTn>
                              </p:par>
                            </p:childTnLst>
                          </p:cTn>
                        </p:par>
                        <p:par>
                          <p:cTn id="19" fill="hold" nodeType="afterGroup">
                            <p:stCondLst>
                              <p:cond delay="3000"/>
                            </p:stCondLst>
                            <p:childTnLst>
                              <p:par>
                                <p:cTn id="20" presetID="31" presetClass="entr" presetSubtype="0" fill="hold" grpId="0" nodeType="afterEffect">
                                  <p:stCondLst>
                                    <p:cond delay="0"/>
                                  </p:stCondLst>
                                  <p:childTnLst>
                                    <p:set>
                                      <p:cBhvr>
                                        <p:cTn id="21" dur="1" fill="hold">
                                          <p:stCondLst>
                                            <p:cond delay="0"/>
                                          </p:stCondLst>
                                        </p:cTn>
                                        <p:tgtEl>
                                          <p:spTgt spid="22534"/>
                                        </p:tgtEl>
                                        <p:attrNameLst>
                                          <p:attrName>style.visibility</p:attrName>
                                        </p:attrNameLst>
                                      </p:cBhvr>
                                      <p:to>
                                        <p:strVal val="visible"/>
                                      </p:to>
                                    </p:set>
                                    <p:anim calcmode="lin" valueType="num">
                                      <p:cBhvr>
                                        <p:cTn id="22" dur="400" fill="hold"/>
                                        <p:tgtEl>
                                          <p:spTgt spid="22534"/>
                                        </p:tgtEl>
                                        <p:attrNameLst>
                                          <p:attrName>ppt_w</p:attrName>
                                        </p:attrNameLst>
                                      </p:cBhvr>
                                      <p:tavLst>
                                        <p:tav tm="0">
                                          <p:val>
                                            <p:fltVal val="0"/>
                                          </p:val>
                                        </p:tav>
                                        <p:tav tm="100000">
                                          <p:val>
                                            <p:strVal val="#ppt_w"/>
                                          </p:val>
                                        </p:tav>
                                      </p:tavLst>
                                    </p:anim>
                                    <p:anim calcmode="lin" valueType="num">
                                      <p:cBhvr>
                                        <p:cTn id="23" dur="400" fill="hold"/>
                                        <p:tgtEl>
                                          <p:spTgt spid="22534"/>
                                        </p:tgtEl>
                                        <p:attrNameLst>
                                          <p:attrName>ppt_h</p:attrName>
                                        </p:attrNameLst>
                                      </p:cBhvr>
                                      <p:tavLst>
                                        <p:tav tm="0">
                                          <p:val>
                                            <p:fltVal val="0"/>
                                          </p:val>
                                        </p:tav>
                                        <p:tav tm="100000">
                                          <p:val>
                                            <p:strVal val="#ppt_h"/>
                                          </p:val>
                                        </p:tav>
                                      </p:tavLst>
                                    </p:anim>
                                    <p:anim calcmode="lin" valueType="num">
                                      <p:cBhvr>
                                        <p:cTn id="24" dur="400" fill="hold"/>
                                        <p:tgtEl>
                                          <p:spTgt spid="22534"/>
                                        </p:tgtEl>
                                        <p:attrNameLst>
                                          <p:attrName>style.rotation</p:attrName>
                                        </p:attrNameLst>
                                      </p:cBhvr>
                                      <p:tavLst>
                                        <p:tav tm="0">
                                          <p:val>
                                            <p:fltVal val="90"/>
                                          </p:val>
                                        </p:tav>
                                        <p:tav tm="100000">
                                          <p:val>
                                            <p:fltVal val="0"/>
                                          </p:val>
                                        </p:tav>
                                      </p:tavLst>
                                    </p:anim>
                                    <p:animEffect transition="in" filter="fade">
                                      <p:cBhvr>
                                        <p:cTn id="25" dur="400"/>
                                        <p:tgtEl>
                                          <p:spTgt spid="22534"/>
                                        </p:tgtEl>
                                      </p:cBhvr>
                                    </p:animEffect>
                                  </p:childTnLst>
                                </p:cTn>
                              </p:par>
                            </p:childTnLst>
                          </p:cTn>
                        </p:par>
                        <p:par>
                          <p:cTn id="26" fill="hold" nodeType="afterGroup">
                            <p:stCondLst>
                              <p:cond delay="3400"/>
                            </p:stCondLst>
                            <p:childTnLst>
                              <p:par>
                                <p:cTn id="27" presetID="2" presetClass="entr" presetSubtype="12" fill="hold" grpId="0" nodeType="afterEffect">
                                  <p:stCondLst>
                                    <p:cond delay="0"/>
                                  </p:stCondLst>
                                  <p:childTnLst>
                                    <p:set>
                                      <p:cBhvr>
                                        <p:cTn id="28" dur="1" fill="hold">
                                          <p:stCondLst>
                                            <p:cond delay="0"/>
                                          </p:stCondLst>
                                        </p:cTn>
                                        <p:tgtEl>
                                          <p:spTgt spid="22535"/>
                                        </p:tgtEl>
                                        <p:attrNameLst>
                                          <p:attrName>style.visibility</p:attrName>
                                        </p:attrNameLst>
                                      </p:cBhvr>
                                      <p:to>
                                        <p:strVal val="visible"/>
                                      </p:to>
                                    </p:set>
                                    <p:anim calcmode="lin" valueType="num">
                                      <p:cBhvr additive="base">
                                        <p:cTn id="29" dur="500" fill="hold"/>
                                        <p:tgtEl>
                                          <p:spTgt spid="22535"/>
                                        </p:tgtEl>
                                        <p:attrNameLst>
                                          <p:attrName>ppt_x</p:attrName>
                                        </p:attrNameLst>
                                      </p:cBhvr>
                                      <p:tavLst>
                                        <p:tav tm="0">
                                          <p:val>
                                            <p:strVal val="0-#ppt_w/2"/>
                                          </p:val>
                                        </p:tav>
                                        <p:tav tm="100000">
                                          <p:val>
                                            <p:strVal val="#ppt_x"/>
                                          </p:val>
                                        </p:tav>
                                      </p:tavLst>
                                    </p:anim>
                                    <p:anim calcmode="lin" valueType="num">
                                      <p:cBhvr additive="base">
                                        <p:cTn id="30" dur="500" fill="hold"/>
                                        <p:tgtEl>
                                          <p:spTgt spid="22535"/>
                                        </p:tgtEl>
                                        <p:attrNameLst>
                                          <p:attrName>ppt_y</p:attrName>
                                        </p:attrNameLst>
                                      </p:cBhvr>
                                      <p:tavLst>
                                        <p:tav tm="0">
                                          <p:val>
                                            <p:strVal val="1+#ppt_h/2"/>
                                          </p:val>
                                        </p:tav>
                                        <p:tav tm="100000">
                                          <p:val>
                                            <p:strVal val="#ppt_y"/>
                                          </p:val>
                                        </p:tav>
                                      </p:tavLst>
                                    </p:anim>
                                  </p:childTnLst>
                                </p:cTn>
                              </p:par>
                              <p:par>
                                <p:cTn id="31" presetID="2" presetClass="entr" presetSubtype="12" fill="hold" grpId="0" nodeType="withEffect">
                                  <p:stCondLst>
                                    <p:cond delay="100"/>
                                  </p:stCondLst>
                                  <p:childTnLst>
                                    <p:set>
                                      <p:cBhvr>
                                        <p:cTn id="32" dur="1" fill="hold">
                                          <p:stCondLst>
                                            <p:cond delay="0"/>
                                          </p:stCondLst>
                                        </p:cTn>
                                        <p:tgtEl>
                                          <p:spTgt spid="22536"/>
                                        </p:tgtEl>
                                        <p:attrNameLst>
                                          <p:attrName>style.visibility</p:attrName>
                                        </p:attrNameLst>
                                      </p:cBhvr>
                                      <p:to>
                                        <p:strVal val="visible"/>
                                      </p:to>
                                    </p:set>
                                    <p:anim calcmode="lin" valueType="num">
                                      <p:cBhvr additive="base">
                                        <p:cTn id="33" dur="500" fill="hold"/>
                                        <p:tgtEl>
                                          <p:spTgt spid="22536"/>
                                        </p:tgtEl>
                                        <p:attrNameLst>
                                          <p:attrName>ppt_x</p:attrName>
                                        </p:attrNameLst>
                                      </p:cBhvr>
                                      <p:tavLst>
                                        <p:tav tm="0">
                                          <p:val>
                                            <p:strVal val="0-#ppt_w/2"/>
                                          </p:val>
                                        </p:tav>
                                        <p:tav tm="100000">
                                          <p:val>
                                            <p:strVal val="#ppt_x"/>
                                          </p:val>
                                        </p:tav>
                                      </p:tavLst>
                                    </p:anim>
                                    <p:anim calcmode="lin" valueType="num">
                                      <p:cBhvr additive="base">
                                        <p:cTn id="34" dur="500" fill="hold"/>
                                        <p:tgtEl>
                                          <p:spTgt spid="22536"/>
                                        </p:tgtEl>
                                        <p:attrNameLst>
                                          <p:attrName>ppt_y</p:attrName>
                                        </p:attrNameLst>
                                      </p:cBhvr>
                                      <p:tavLst>
                                        <p:tav tm="0">
                                          <p:val>
                                            <p:strVal val="1+#ppt_h/2"/>
                                          </p:val>
                                        </p:tav>
                                        <p:tav tm="100000">
                                          <p:val>
                                            <p:strVal val="#ppt_y"/>
                                          </p:val>
                                        </p:tav>
                                      </p:tavLst>
                                    </p:anim>
                                  </p:childTnLst>
                                </p:cTn>
                              </p:par>
                              <p:par>
                                <p:cTn id="35" presetID="2" presetClass="entr" presetSubtype="12" fill="hold" grpId="0" nodeType="withEffect">
                                  <p:stCondLst>
                                    <p:cond delay="300"/>
                                  </p:stCondLst>
                                  <p:childTnLst>
                                    <p:set>
                                      <p:cBhvr>
                                        <p:cTn id="36" dur="1" fill="hold">
                                          <p:stCondLst>
                                            <p:cond delay="0"/>
                                          </p:stCondLst>
                                        </p:cTn>
                                        <p:tgtEl>
                                          <p:spTgt spid="22537"/>
                                        </p:tgtEl>
                                        <p:attrNameLst>
                                          <p:attrName>style.visibility</p:attrName>
                                        </p:attrNameLst>
                                      </p:cBhvr>
                                      <p:to>
                                        <p:strVal val="visible"/>
                                      </p:to>
                                    </p:set>
                                    <p:anim calcmode="lin" valueType="num">
                                      <p:cBhvr additive="base">
                                        <p:cTn id="37" dur="500" fill="hold"/>
                                        <p:tgtEl>
                                          <p:spTgt spid="22537"/>
                                        </p:tgtEl>
                                        <p:attrNameLst>
                                          <p:attrName>ppt_x</p:attrName>
                                        </p:attrNameLst>
                                      </p:cBhvr>
                                      <p:tavLst>
                                        <p:tav tm="0">
                                          <p:val>
                                            <p:strVal val="0-#ppt_w/2"/>
                                          </p:val>
                                        </p:tav>
                                        <p:tav tm="100000">
                                          <p:val>
                                            <p:strVal val="#ppt_x"/>
                                          </p:val>
                                        </p:tav>
                                      </p:tavLst>
                                    </p:anim>
                                    <p:anim calcmode="lin" valueType="num">
                                      <p:cBhvr additive="base">
                                        <p:cTn id="38" dur="500" fill="hold"/>
                                        <p:tgtEl>
                                          <p:spTgt spid="22537"/>
                                        </p:tgtEl>
                                        <p:attrNameLst>
                                          <p:attrName>ppt_y</p:attrName>
                                        </p:attrNameLst>
                                      </p:cBhvr>
                                      <p:tavLst>
                                        <p:tav tm="0">
                                          <p:val>
                                            <p:strVal val="1+#ppt_h/2"/>
                                          </p:val>
                                        </p:tav>
                                        <p:tav tm="100000">
                                          <p:val>
                                            <p:strVal val="#ppt_y"/>
                                          </p:val>
                                        </p:tav>
                                      </p:tavLst>
                                    </p:anim>
                                  </p:childTnLst>
                                </p:cTn>
                              </p:par>
                              <p:par>
                                <p:cTn id="39" presetID="2" presetClass="entr" presetSubtype="12" fill="hold" grpId="0" nodeType="withEffect">
                                  <p:stCondLst>
                                    <p:cond delay="400"/>
                                  </p:stCondLst>
                                  <p:childTnLst>
                                    <p:set>
                                      <p:cBhvr>
                                        <p:cTn id="40" dur="1" fill="hold">
                                          <p:stCondLst>
                                            <p:cond delay="0"/>
                                          </p:stCondLst>
                                        </p:cTn>
                                        <p:tgtEl>
                                          <p:spTgt spid="22540"/>
                                        </p:tgtEl>
                                        <p:attrNameLst>
                                          <p:attrName>style.visibility</p:attrName>
                                        </p:attrNameLst>
                                      </p:cBhvr>
                                      <p:to>
                                        <p:strVal val="visible"/>
                                      </p:to>
                                    </p:set>
                                    <p:anim calcmode="lin" valueType="num">
                                      <p:cBhvr additive="base">
                                        <p:cTn id="41" dur="500" fill="hold"/>
                                        <p:tgtEl>
                                          <p:spTgt spid="22540"/>
                                        </p:tgtEl>
                                        <p:attrNameLst>
                                          <p:attrName>ppt_x</p:attrName>
                                        </p:attrNameLst>
                                      </p:cBhvr>
                                      <p:tavLst>
                                        <p:tav tm="0">
                                          <p:val>
                                            <p:strVal val="0-#ppt_w/2"/>
                                          </p:val>
                                        </p:tav>
                                        <p:tav tm="100000">
                                          <p:val>
                                            <p:strVal val="#ppt_x"/>
                                          </p:val>
                                        </p:tav>
                                      </p:tavLst>
                                    </p:anim>
                                    <p:anim calcmode="lin" valueType="num">
                                      <p:cBhvr additive="base">
                                        <p:cTn id="42" dur="500" fill="hold"/>
                                        <p:tgtEl>
                                          <p:spTgt spid="22540"/>
                                        </p:tgtEl>
                                        <p:attrNameLst>
                                          <p:attrName>ppt_y</p:attrName>
                                        </p:attrNameLst>
                                      </p:cBhvr>
                                      <p:tavLst>
                                        <p:tav tm="0">
                                          <p:val>
                                            <p:strVal val="1+#ppt_h/2"/>
                                          </p:val>
                                        </p:tav>
                                        <p:tav tm="100000">
                                          <p:val>
                                            <p:strVal val="#ppt_y"/>
                                          </p:val>
                                        </p:tav>
                                      </p:tavLst>
                                    </p:anim>
                                  </p:childTnLst>
                                </p:cTn>
                              </p:par>
                            </p:childTnLst>
                          </p:cTn>
                        </p:par>
                        <p:par>
                          <p:cTn id="43" fill="hold" nodeType="afterGroup">
                            <p:stCondLst>
                              <p:cond delay="4300"/>
                            </p:stCondLst>
                            <p:childTnLst>
                              <p:par>
                                <p:cTn id="44" presetID="22" presetClass="entr" presetSubtype="8" fill="hold" grpId="0" nodeType="afterEffect">
                                  <p:stCondLst>
                                    <p:cond delay="0"/>
                                  </p:stCondLst>
                                  <p:childTnLst>
                                    <p:set>
                                      <p:cBhvr>
                                        <p:cTn id="45" dur="1" fill="hold">
                                          <p:stCondLst>
                                            <p:cond delay="0"/>
                                          </p:stCondLst>
                                        </p:cTn>
                                        <p:tgtEl>
                                          <p:spTgt spid="22538"/>
                                        </p:tgtEl>
                                        <p:attrNameLst>
                                          <p:attrName>style.visibility</p:attrName>
                                        </p:attrNameLst>
                                      </p:cBhvr>
                                      <p:to>
                                        <p:strVal val="visible"/>
                                      </p:to>
                                    </p:set>
                                    <p:animEffect transition="in" filter="wipe(left)">
                                      <p:cBhvr>
                                        <p:cTn id="46" dur="500"/>
                                        <p:tgtEl>
                                          <p:spTgt spid="22538"/>
                                        </p:tgtEl>
                                      </p:cBhvr>
                                    </p:animEffect>
                                  </p:childTnLst>
                                </p:cTn>
                              </p:par>
                              <p:par>
                                <p:cTn id="47" presetID="22" presetClass="entr" presetSubtype="8" fill="hold" grpId="0" nodeType="withEffect">
                                  <p:stCondLst>
                                    <p:cond delay="100"/>
                                  </p:stCondLst>
                                  <p:childTnLst>
                                    <p:set>
                                      <p:cBhvr>
                                        <p:cTn id="48" dur="1" fill="hold">
                                          <p:stCondLst>
                                            <p:cond delay="0"/>
                                          </p:stCondLst>
                                        </p:cTn>
                                        <p:tgtEl>
                                          <p:spTgt spid="22539"/>
                                        </p:tgtEl>
                                        <p:attrNameLst>
                                          <p:attrName>style.visibility</p:attrName>
                                        </p:attrNameLst>
                                      </p:cBhvr>
                                      <p:to>
                                        <p:strVal val="visible"/>
                                      </p:to>
                                    </p:set>
                                    <p:animEffect transition="in" filter="wipe(left)">
                                      <p:cBhvr>
                                        <p:cTn id="49" dur="500"/>
                                        <p:tgtEl>
                                          <p:spTgt spid="22539"/>
                                        </p:tgtEl>
                                      </p:cBhvr>
                                    </p:animEffect>
                                  </p:childTnLst>
                                </p:cTn>
                              </p:par>
                              <p:par>
                                <p:cTn id="50" presetID="22" presetClass="entr" presetSubtype="8" fill="hold" grpId="0" nodeType="withEffect">
                                  <p:stCondLst>
                                    <p:cond delay="300"/>
                                  </p:stCondLst>
                                  <p:childTnLst>
                                    <p:set>
                                      <p:cBhvr>
                                        <p:cTn id="51" dur="1" fill="hold">
                                          <p:stCondLst>
                                            <p:cond delay="0"/>
                                          </p:stCondLst>
                                        </p:cTn>
                                        <p:tgtEl>
                                          <p:spTgt spid="22541"/>
                                        </p:tgtEl>
                                        <p:attrNameLst>
                                          <p:attrName>style.visibility</p:attrName>
                                        </p:attrNameLst>
                                      </p:cBhvr>
                                      <p:to>
                                        <p:strVal val="visible"/>
                                      </p:to>
                                    </p:set>
                                    <p:animEffect transition="in" filter="wipe(left)">
                                      <p:cBhvr>
                                        <p:cTn id="52" dur="500"/>
                                        <p:tgtEl>
                                          <p:spTgt spid="22541"/>
                                        </p:tgtEl>
                                      </p:cBhvr>
                                    </p:animEffect>
                                  </p:childTnLst>
                                </p:cTn>
                              </p:par>
                              <p:par>
                                <p:cTn id="53" presetID="22" presetClass="entr" presetSubtype="8" fill="hold" grpId="0" nodeType="withEffect">
                                  <p:stCondLst>
                                    <p:cond delay="400"/>
                                  </p:stCondLst>
                                  <p:childTnLst>
                                    <p:set>
                                      <p:cBhvr>
                                        <p:cTn id="54" dur="1" fill="hold">
                                          <p:stCondLst>
                                            <p:cond delay="0"/>
                                          </p:stCondLst>
                                        </p:cTn>
                                        <p:tgtEl>
                                          <p:spTgt spid="22542"/>
                                        </p:tgtEl>
                                        <p:attrNameLst>
                                          <p:attrName>style.visibility</p:attrName>
                                        </p:attrNameLst>
                                      </p:cBhvr>
                                      <p:to>
                                        <p:strVal val="visible"/>
                                      </p:to>
                                    </p:set>
                                    <p:animEffect transition="in" filter="wipe(left)">
                                      <p:cBhvr>
                                        <p:cTn id="55" dur="500"/>
                                        <p:tgtEl>
                                          <p:spTgt spid="225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animBg="1" autoUpdateAnimBg="0"/>
      <p:bldP spid="22531" grpId="0" animBg="1"/>
      <p:bldP spid="22532" grpId="0" autoUpdateAnimBg="0"/>
      <p:bldP spid="22533" grpId="0" autoUpdateAnimBg="0"/>
      <p:bldP spid="22534" grpId="0" animBg="1"/>
      <p:bldP spid="22535" grpId="0" animBg="1" autoUpdateAnimBg="0"/>
      <p:bldP spid="22536" grpId="0" animBg="1" autoUpdateAnimBg="0"/>
      <p:bldP spid="22537" grpId="0" animBg="1" autoUpdateAnimBg="0"/>
      <p:bldP spid="22538" grpId="0" autoUpdateAnimBg="0"/>
      <p:bldP spid="22539" grpId="0" autoUpdateAnimBg="0"/>
      <p:bldP spid="22540" grpId="0" animBg="1" autoUpdateAnimBg="0"/>
      <p:bldP spid="22541" grpId="0" autoUpdateAnimBg="0"/>
      <p:bldP spid="22542"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Box 27"/>
          <p:cNvSpPr txBox="1">
            <a:spLocks noChangeArrowheads="1"/>
          </p:cNvSpPr>
          <p:nvPr/>
        </p:nvSpPr>
        <p:spPr bwMode="auto">
          <a:xfrm>
            <a:off x="1012825" y="176213"/>
            <a:ext cx="3191899"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3.1 </a:t>
            </a:r>
            <a:r>
              <a:rPr lang="zh-CN" altLang="en-US" sz="3000" b="1" dirty="0" smtClean="0">
                <a:solidFill>
                  <a:schemeClr val="accent1"/>
                </a:solidFill>
                <a:latin typeface="微软雅黑" pitchFamily="34" charset="-122"/>
                <a:ea typeface="微软雅黑" pitchFamily="34" charset="-122"/>
              </a:rPr>
              <a:t>系统用户分析</a:t>
            </a:r>
            <a:endParaRPr lang="zh-CN" altLang="en-US" sz="3000" b="1" dirty="0">
              <a:solidFill>
                <a:schemeClr val="accent1"/>
              </a:solidFill>
              <a:latin typeface="微软雅黑" pitchFamily="34" charset="-122"/>
              <a:ea typeface="微软雅黑" pitchFamily="34" charset="-122"/>
            </a:endParaRPr>
          </a:p>
        </p:txBody>
      </p:sp>
      <p:sp>
        <p:nvSpPr>
          <p:cNvPr id="20483"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round/>
            <a:headEnd/>
            <a:tailEnd/>
          </a:ln>
        </p:spPr>
        <p:txBody>
          <a:bodyPr/>
          <a:lstStyle/>
          <a:p>
            <a:endParaRPr lang="zh-CN" altLang="en-US"/>
          </a:p>
        </p:txBody>
      </p:sp>
      <p:graphicFrame>
        <p:nvGraphicFramePr>
          <p:cNvPr id="24577" name="Object 1"/>
          <p:cNvGraphicFramePr>
            <a:graphicFrameLocks noChangeAspect="1"/>
          </p:cNvGraphicFramePr>
          <p:nvPr/>
        </p:nvGraphicFramePr>
        <p:xfrm>
          <a:off x="193725" y="1505868"/>
          <a:ext cx="4124275" cy="3329072"/>
        </p:xfrm>
        <a:graphic>
          <a:graphicData uri="http://schemas.openxmlformats.org/presentationml/2006/ole">
            <mc:AlternateContent xmlns:mc="http://schemas.openxmlformats.org/markup-compatibility/2006">
              <mc:Choice xmlns:v="urn:schemas-microsoft-com:vml" Requires="v">
                <p:oleObj spid="_x0000_s24586" name="Visio" r:id="rId3" imgW="4286199" imgH="3476520" progId="Visio.Drawing.15">
                  <p:embed/>
                </p:oleObj>
              </mc:Choice>
              <mc:Fallback>
                <p:oleObj name="Visio" r:id="rId3" imgW="4286199" imgH="3476520" progId="Visio.Drawing.15">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725" y="1505868"/>
                        <a:ext cx="4124275" cy="33290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78" name="Object 2"/>
          <p:cNvGraphicFramePr>
            <a:graphicFrameLocks noChangeAspect="1"/>
          </p:cNvGraphicFramePr>
          <p:nvPr/>
        </p:nvGraphicFramePr>
        <p:xfrm>
          <a:off x="4470921" y="1442368"/>
          <a:ext cx="3571676" cy="3356028"/>
        </p:xfrm>
        <a:graphic>
          <a:graphicData uri="http://schemas.openxmlformats.org/presentationml/2006/ole">
            <mc:AlternateContent xmlns:mc="http://schemas.openxmlformats.org/markup-compatibility/2006">
              <mc:Choice xmlns:v="urn:schemas-microsoft-com:vml" Requires="v">
                <p:oleObj spid="_x0000_s24587" name="Visio" r:id="rId5" imgW="4410190" imgH="4143420" progId="Visio.Drawing.15">
                  <p:embed/>
                </p:oleObj>
              </mc:Choice>
              <mc:Fallback>
                <p:oleObj name="Visio" r:id="rId5" imgW="4410190" imgH="4143420" progId="Visio.Drawing.15">
                  <p:embed/>
                  <p:pic>
                    <p:nvPicPr>
                      <p:cNvPr id="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70921" y="1442368"/>
                        <a:ext cx="3571676" cy="33560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79" name="Object 3"/>
          <p:cNvGraphicFramePr>
            <a:graphicFrameLocks noChangeAspect="1"/>
          </p:cNvGraphicFramePr>
          <p:nvPr/>
        </p:nvGraphicFramePr>
        <p:xfrm>
          <a:off x="8088983" y="1340768"/>
          <a:ext cx="3976017" cy="3598632"/>
        </p:xfrm>
        <a:graphic>
          <a:graphicData uri="http://schemas.openxmlformats.org/presentationml/2006/ole">
            <mc:AlternateContent xmlns:mc="http://schemas.openxmlformats.org/markup-compatibility/2006">
              <mc:Choice xmlns:v="urn:schemas-microsoft-com:vml" Requires="v">
                <p:oleObj spid="_x0000_s24588" name="Visio" r:id="rId7" imgW="4410190" imgH="4000590" progId="Visio.Drawing.15">
                  <p:embed/>
                </p:oleObj>
              </mc:Choice>
              <mc:Fallback>
                <p:oleObj name="Visio" r:id="rId7" imgW="4410190" imgH="4000590" progId="Visio.Drawing.15">
                  <p:embed/>
                  <p:pic>
                    <p:nvPicPr>
                      <p:cNvPr id="0"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088983" y="1340768"/>
                        <a:ext cx="3976017" cy="35986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 name="矩形 33"/>
          <p:cNvSpPr/>
          <p:nvPr/>
        </p:nvSpPr>
        <p:spPr>
          <a:xfrm>
            <a:off x="1201837" y="5157192"/>
            <a:ext cx="2339102"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考生用户用例图</a:t>
            </a:r>
            <a:endParaRPr lang="en-US" altLang="zh-CN" sz="2400" b="1" dirty="0" smtClean="0">
              <a:solidFill>
                <a:srgbClr val="F8F8F8"/>
              </a:solidFill>
              <a:latin typeface="+mn-ea"/>
              <a:ea typeface="+mn-ea"/>
            </a:endParaRPr>
          </a:p>
        </p:txBody>
      </p:sp>
      <p:sp>
        <p:nvSpPr>
          <p:cNvPr id="35" name="矩形 34"/>
          <p:cNvSpPr/>
          <p:nvPr/>
        </p:nvSpPr>
        <p:spPr>
          <a:xfrm>
            <a:off x="5395719" y="5157192"/>
            <a:ext cx="2646878"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学科管理员用例图</a:t>
            </a:r>
            <a:endParaRPr lang="en-US" altLang="zh-CN" sz="2400" b="1" dirty="0" smtClean="0">
              <a:solidFill>
                <a:srgbClr val="F8F8F8"/>
              </a:solidFill>
              <a:latin typeface="+mn-ea"/>
              <a:ea typeface="+mn-ea"/>
            </a:endParaRPr>
          </a:p>
        </p:txBody>
      </p:sp>
      <p:sp>
        <p:nvSpPr>
          <p:cNvPr id="36" name="矩形 35"/>
          <p:cNvSpPr/>
          <p:nvPr/>
        </p:nvSpPr>
        <p:spPr>
          <a:xfrm>
            <a:off x="9418122" y="5157192"/>
            <a:ext cx="2646878"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系统管理员用例图</a:t>
            </a:r>
            <a:endParaRPr lang="en-US" altLang="zh-CN" sz="2400" b="1" dirty="0" smtClean="0">
              <a:solidFill>
                <a:srgbClr val="F8F8F8"/>
              </a:solidFill>
              <a:latin typeface="+mn-ea"/>
              <a:ea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0483"/>
                                        </p:tgtEl>
                                        <p:attrNameLst>
                                          <p:attrName>style.visibility</p:attrName>
                                        </p:attrNameLst>
                                      </p:cBhvr>
                                      <p:to>
                                        <p:strVal val="visible"/>
                                      </p:to>
                                    </p:set>
                                    <p:anim calcmode="lin" valueType="num">
                                      <p:cBhvr>
                                        <p:cTn id="7" dur="300" fill="hold"/>
                                        <p:tgtEl>
                                          <p:spTgt spid="20483"/>
                                        </p:tgtEl>
                                        <p:attrNameLst>
                                          <p:attrName>ppt_w</p:attrName>
                                        </p:attrNameLst>
                                      </p:cBhvr>
                                      <p:tavLst>
                                        <p:tav tm="0">
                                          <p:val>
                                            <p:fltVal val="0"/>
                                          </p:val>
                                        </p:tav>
                                        <p:tav tm="100000">
                                          <p:val>
                                            <p:strVal val="#ppt_w"/>
                                          </p:val>
                                        </p:tav>
                                      </p:tavLst>
                                    </p:anim>
                                    <p:anim calcmode="lin" valueType="num">
                                      <p:cBhvr>
                                        <p:cTn id="8" dur="300" fill="hold"/>
                                        <p:tgtEl>
                                          <p:spTgt spid="20483"/>
                                        </p:tgtEl>
                                        <p:attrNameLst>
                                          <p:attrName>ppt_h</p:attrName>
                                        </p:attrNameLst>
                                      </p:cBhvr>
                                      <p:tavLst>
                                        <p:tav tm="0">
                                          <p:val>
                                            <p:fltVal val="0"/>
                                          </p:val>
                                        </p:tav>
                                        <p:tav tm="100000">
                                          <p:val>
                                            <p:strVal val="#ppt_h"/>
                                          </p:val>
                                        </p:tav>
                                      </p:tavLst>
                                    </p:anim>
                                    <p:anim calcmode="lin" valueType="num">
                                      <p:cBhvr>
                                        <p:cTn id="9" dur="300" fill="hold"/>
                                        <p:tgtEl>
                                          <p:spTgt spid="20483"/>
                                        </p:tgtEl>
                                        <p:attrNameLst>
                                          <p:attrName>style.rotation</p:attrName>
                                        </p:attrNameLst>
                                      </p:cBhvr>
                                      <p:tavLst>
                                        <p:tav tm="0">
                                          <p:val>
                                            <p:fltVal val="90"/>
                                          </p:val>
                                        </p:tav>
                                        <p:tav tm="100000">
                                          <p:val>
                                            <p:fltVal val="0"/>
                                          </p:val>
                                        </p:tav>
                                      </p:tavLst>
                                    </p:anim>
                                    <p:animEffect transition="in" filter="fade">
                                      <p:cBhvr>
                                        <p:cTn id="10" dur="300"/>
                                        <p:tgtEl>
                                          <p:spTgt spid="20483"/>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0482"/>
                                        </p:tgtEl>
                                        <p:attrNameLst>
                                          <p:attrName>style.visibility</p:attrName>
                                        </p:attrNameLst>
                                      </p:cBhvr>
                                      <p:to>
                                        <p:strVal val="visible"/>
                                      </p:to>
                                    </p:set>
                                    <p:anim calcmode="lin" valueType="num">
                                      <p:cBhvr>
                                        <p:cTn id="14" dur="400" fill="hold"/>
                                        <p:tgtEl>
                                          <p:spTgt spid="2048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0482"/>
                                        </p:tgtEl>
                                        <p:attrNameLst>
                                          <p:attrName>ppt_y</p:attrName>
                                        </p:attrNameLst>
                                      </p:cBhvr>
                                      <p:tavLst>
                                        <p:tav tm="0">
                                          <p:val>
                                            <p:strVal val="#ppt_y"/>
                                          </p:val>
                                        </p:tav>
                                        <p:tav tm="100000">
                                          <p:val>
                                            <p:strVal val="#ppt_y"/>
                                          </p:val>
                                        </p:tav>
                                      </p:tavLst>
                                    </p:anim>
                                    <p:anim calcmode="lin" valueType="num">
                                      <p:cBhvr>
                                        <p:cTn id="16" dur="400" fill="hold"/>
                                        <p:tgtEl>
                                          <p:spTgt spid="2048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048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0482"/>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34"/>
                                        </p:tgtEl>
                                        <p:attrNameLst>
                                          <p:attrName>style.visibility</p:attrName>
                                        </p:attrNameLst>
                                      </p:cBhvr>
                                      <p:to>
                                        <p:strVal val="visible"/>
                                      </p:to>
                                    </p:set>
                                    <p:animEffect transition="in" filter="wipe(left)">
                                      <p:cBhvr>
                                        <p:cTn id="21" dur="500"/>
                                        <p:tgtEl>
                                          <p:spTgt spid="34"/>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35"/>
                                        </p:tgtEl>
                                        <p:attrNameLst>
                                          <p:attrName>style.visibility</p:attrName>
                                        </p:attrNameLst>
                                      </p:cBhvr>
                                      <p:to>
                                        <p:strVal val="visible"/>
                                      </p:to>
                                    </p:set>
                                    <p:animEffect transition="in" filter="wipe(left)">
                                      <p:cBhvr>
                                        <p:cTn id="24" dur="500"/>
                                        <p:tgtEl>
                                          <p:spTgt spid="35"/>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wipe(left)">
                                      <p:cBhvr>
                                        <p:cTn id="2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autoUpdateAnimBg="0"/>
      <p:bldP spid="20483" grpId="0" animBg="1"/>
      <p:bldP spid="34" grpId="0" animBg="1"/>
      <p:bldP spid="35" grpId="0" animBg="1"/>
      <p:bldP spid="3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Box 27"/>
          <p:cNvSpPr txBox="1">
            <a:spLocks noChangeArrowheads="1"/>
          </p:cNvSpPr>
          <p:nvPr/>
        </p:nvSpPr>
        <p:spPr bwMode="auto">
          <a:xfrm>
            <a:off x="1012825" y="176213"/>
            <a:ext cx="3191899"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3.2 </a:t>
            </a:r>
            <a:r>
              <a:rPr lang="zh-CN" altLang="en-US" sz="3000" b="1" dirty="0" smtClean="0">
                <a:solidFill>
                  <a:schemeClr val="accent1"/>
                </a:solidFill>
                <a:latin typeface="微软雅黑" pitchFamily="34" charset="-122"/>
                <a:ea typeface="微软雅黑" pitchFamily="34" charset="-122"/>
              </a:rPr>
              <a:t>系统功能需求</a:t>
            </a:r>
            <a:endParaRPr lang="zh-CN" altLang="en-US" sz="3000" b="1" dirty="0">
              <a:solidFill>
                <a:schemeClr val="accent1"/>
              </a:solidFill>
              <a:latin typeface="微软雅黑" pitchFamily="34" charset="-122"/>
              <a:ea typeface="微软雅黑" pitchFamily="34" charset="-122"/>
            </a:endParaRPr>
          </a:p>
        </p:txBody>
      </p:sp>
      <p:sp>
        <p:nvSpPr>
          <p:cNvPr id="20483"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round/>
            <a:headEnd/>
            <a:tailEnd/>
          </a:ln>
        </p:spPr>
        <p:txBody>
          <a:bodyPr/>
          <a:lstStyle/>
          <a:p>
            <a:endParaRPr lang="zh-CN" altLang="en-US"/>
          </a:p>
        </p:txBody>
      </p:sp>
      <p:graphicFrame>
        <p:nvGraphicFramePr>
          <p:cNvPr id="62466" name="Object 2"/>
          <p:cNvGraphicFramePr>
            <a:graphicFrameLocks noChangeAspect="1"/>
          </p:cNvGraphicFramePr>
          <p:nvPr/>
        </p:nvGraphicFramePr>
        <p:xfrm>
          <a:off x="1921917" y="1573645"/>
          <a:ext cx="8107040" cy="5023707"/>
        </p:xfrm>
        <a:graphic>
          <a:graphicData uri="http://schemas.openxmlformats.org/presentationml/2006/ole">
            <mc:AlternateContent xmlns:mc="http://schemas.openxmlformats.org/markup-compatibility/2006">
              <mc:Choice xmlns:v="urn:schemas-microsoft-com:vml" Requires="v">
                <p:oleObj spid="_x0000_s62469" name="Visio" r:id="rId3" imgW="8763113" imgH="5419710" progId="Visio.Drawing.15">
                  <p:embed/>
                </p:oleObj>
              </mc:Choice>
              <mc:Fallback>
                <p:oleObj name="Visio" r:id="rId3" imgW="8763113" imgH="5419710" progId="Visio.Drawing.15">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1917" y="1573645"/>
                        <a:ext cx="8107040" cy="50237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 name="矩形 30"/>
          <p:cNvSpPr/>
          <p:nvPr/>
        </p:nvSpPr>
        <p:spPr>
          <a:xfrm>
            <a:off x="427038" y="1181943"/>
            <a:ext cx="3570208"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考生用户平台功能模块图</a:t>
            </a:r>
            <a:endParaRPr lang="en-US" altLang="zh-CN" sz="2400" b="1" dirty="0" smtClean="0">
              <a:solidFill>
                <a:srgbClr val="F8F8F8"/>
              </a:solidFill>
              <a:latin typeface="+mn-ea"/>
              <a:ea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0483"/>
                                        </p:tgtEl>
                                        <p:attrNameLst>
                                          <p:attrName>style.visibility</p:attrName>
                                        </p:attrNameLst>
                                      </p:cBhvr>
                                      <p:to>
                                        <p:strVal val="visible"/>
                                      </p:to>
                                    </p:set>
                                    <p:anim calcmode="lin" valueType="num">
                                      <p:cBhvr>
                                        <p:cTn id="7" dur="300" fill="hold"/>
                                        <p:tgtEl>
                                          <p:spTgt spid="20483"/>
                                        </p:tgtEl>
                                        <p:attrNameLst>
                                          <p:attrName>ppt_w</p:attrName>
                                        </p:attrNameLst>
                                      </p:cBhvr>
                                      <p:tavLst>
                                        <p:tav tm="0">
                                          <p:val>
                                            <p:fltVal val="0"/>
                                          </p:val>
                                        </p:tav>
                                        <p:tav tm="100000">
                                          <p:val>
                                            <p:strVal val="#ppt_w"/>
                                          </p:val>
                                        </p:tav>
                                      </p:tavLst>
                                    </p:anim>
                                    <p:anim calcmode="lin" valueType="num">
                                      <p:cBhvr>
                                        <p:cTn id="8" dur="300" fill="hold"/>
                                        <p:tgtEl>
                                          <p:spTgt spid="20483"/>
                                        </p:tgtEl>
                                        <p:attrNameLst>
                                          <p:attrName>ppt_h</p:attrName>
                                        </p:attrNameLst>
                                      </p:cBhvr>
                                      <p:tavLst>
                                        <p:tav tm="0">
                                          <p:val>
                                            <p:fltVal val="0"/>
                                          </p:val>
                                        </p:tav>
                                        <p:tav tm="100000">
                                          <p:val>
                                            <p:strVal val="#ppt_h"/>
                                          </p:val>
                                        </p:tav>
                                      </p:tavLst>
                                    </p:anim>
                                    <p:anim calcmode="lin" valueType="num">
                                      <p:cBhvr>
                                        <p:cTn id="9" dur="300" fill="hold"/>
                                        <p:tgtEl>
                                          <p:spTgt spid="20483"/>
                                        </p:tgtEl>
                                        <p:attrNameLst>
                                          <p:attrName>style.rotation</p:attrName>
                                        </p:attrNameLst>
                                      </p:cBhvr>
                                      <p:tavLst>
                                        <p:tav tm="0">
                                          <p:val>
                                            <p:fltVal val="90"/>
                                          </p:val>
                                        </p:tav>
                                        <p:tav tm="100000">
                                          <p:val>
                                            <p:fltVal val="0"/>
                                          </p:val>
                                        </p:tav>
                                      </p:tavLst>
                                    </p:anim>
                                    <p:animEffect transition="in" filter="fade">
                                      <p:cBhvr>
                                        <p:cTn id="10" dur="300"/>
                                        <p:tgtEl>
                                          <p:spTgt spid="20483"/>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0482"/>
                                        </p:tgtEl>
                                        <p:attrNameLst>
                                          <p:attrName>style.visibility</p:attrName>
                                        </p:attrNameLst>
                                      </p:cBhvr>
                                      <p:to>
                                        <p:strVal val="visible"/>
                                      </p:to>
                                    </p:set>
                                    <p:anim calcmode="lin" valueType="num">
                                      <p:cBhvr>
                                        <p:cTn id="14" dur="400" fill="hold"/>
                                        <p:tgtEl>
                                          <p:spTgt spid="2048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0482"/>
                                        </p:tgtEl>
                                        <p:attrNameLst>
                                          <p:attrName>ppt_y</p:attrName>
                                        </p:attrNameLst>
                                      </p:cBhvr>
                                      <p:tavLst>
                                        <p:tav tm="0">
                                          <p:val>
                                            <p:strVal val="#ppt_y"/>
                                          </p:val>
                                        </p:tav>
                                        <p:tav tm="100000">
                                          <p:val>
                                            <p:strVal val="#ppt_y"/>
                                          </p:val>
                                        </p:tav>
                                      </p:tavLst>
                                    </p:anim>
                                    <p:anim calcmode="lin" valueType="num">
                                      <p:cBhvr>
                                        <p:cTn id="16" dur="400" fill="hold"/>
                                        <p:tgtEl>
                                          <p:spTgt spid="2048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048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0482"/>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wipe(left)">
                                      <p:cBhvr>
                                        <p:cTn id="2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autoUpdateAnimBg="0"/>
      <p:bldP spid="20483" grpId="0" animBg="1"/>
      <p:bldP spid="3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Box 27"/>
          <p:cNvSpPr txBox="1">
            <a:spLocks noChangeArrowheads="1"/>
          </p:cNvSpPr>
          <p:nvPr/>
        </p:nvSpPr>
        <p:spPr bwMode="auto">
          <a:xfrm>
            <a:off x="1012825" y="176213"/>
            <a:ext cx="3191899"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3.2 </a:t>
            </a:r>
            <a:r>
              <a:rPr lang="zh-CN" altLang="en-US" sz="3000" b="1" dirty="0" smtClean="0">
                <a:solidFill>
                  <a:schemeClr val="accent1"/>
                </a:solidFill>
                <a:latin typeface="微软雅黑" pitchFamily="34" charset="-122"/>
                <a:ea typeface="微软雅黑" pitchFamily="34" charset="-122"/>
              </a:rPr>
              <a:t>系统功能需求</a:t>
            </a:r>
            <a:endParaRPr lang="zh-CN" altLang="en-US" sz="3000" b="1" dirty="0">
              <a:solidFill>
                <a:schemeClr val="accent1"/>
              </a:solidFill>
              <a:latin typeface="微软雅黑" pitchFamily="34" charset="-122"/>
              <a:ea typeface="微软雅黑" pitchFamily="34" charset="-122"/>
            </a:endParaRPr>
          </a:p>
        </p:txBody>
      </p:sp>
      <p:sp>
        <p:nvSpPr>
          <p:cNvPr id="20483"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round/>
            <a:headEnd/>
            <a:tailEnd/>
          </a:ln>
        </p:spPr>
        <p:txBody>
          <a:bodyPr/>
          <a:lstStyle/>
          <a:p>
            <a:endParaRPr lang="zh-CN" altLang="en-US"/>
          </a:p>
        </p:txBody>
      </p:sp>
      <p:sp>
        <p:nvSpPr>
          <p:cNvPr id="31" name="矩形 30"/>
          <p:cNvSpPr/>
          <p:nvPr/>
        </p:nvSpPr>
        <p:spPr>
          <a:xfrm>
            <a:off x="427038" y="1181943"/>
            <a:ext cx="3877985"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管理员用户平台功能模块图</a:t>
            </a:r>
            <a:endParaRPr lang="en-US" altLang="zh-CN" sz="2400" b="1" dirty="0" smtClean="0">
              <a:solidFill>
                <a:srgbClr val="F8F8F8"/>
              </a:solidFill>
              <a:latin typeface="+mn-ea"/>
              <a:ea typeface="+mn-ea"/>
            </a:endParaRPr>
          </a:p>
        </p:txBody>
      </p:sp>
      <p:graphicFrame>
        <p:nvGraphicFramePr>
          <p:cNvPr id="63491" name="Object 3"/>
          <p:cNvGraphicFramePr>
            <a:graphicFrameLocks noChangeAspect="1"/>
          </p:cNvGraphicFramePr>
          <p:nvPr/>
        </p:nvGraphicFramePr>
        <p:xfrm>
          <a:off x="2019721" y="1643607"/>
          <a:ext cx="8975204" cy="4693195"/>
        </p:xfrm>
        <a:graphic>
          <a:graphicData uri="http://schemas.openxmlformats.org/presentationml/2006/ole">
            <mc:AlternateContent xmlns:mc="http://schemas.openxmlformats.org/markup-compatibility/2006">
              <mc:Choice xmlns:v="urn:schemas-microsoft-com:vml" Requires="v">
                <p:oleObj spid="_x0000_s63494" name="Visio" r:id="rId3" imgW="9124821" imgH="4800600" progId="Visio.Drawing.15">
                  <p:embed/>
                </p:oleObj>
              </mc:Choice>
              <mc:Fallback>
                <p:oleObj name="Visio" r:id="rId3" imgW="9124821" imgH="4800600" progId="Visio.Drawing.15">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9721" y="1643607"/>
                        <a:ext cx="8975204" cy="46931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0483"/>
                                        </p:tgtEl>
                                        <p:attrNameLst>
                                          <p:attrName>style.visibility</p:attrName>
                                        </p:attrNameLst>
                                      </p:cBhvr>
                                      <p:to>
                                        <p:strVal val="visible"/>
                                      </p:to>
                                    </p:set>
                                    <p:anim calcmode="lin" valueType="num">
                                      <p:cBhvr>
                                        <p:cTn id="7" dur="300" fill="hold"/>
                                        <p:tgtEl>
                                          <p:spTgt spid="20483"/>
                                        </p:tgtEl>
                                        <p:attrNameLst>
                                          <p:attrName>ppt_w</p:attrName>
                                        </p:attrNameLst>
                                      </p:cBhvr>
                                      <p:tavLst>
                                        <p:tav tm="0">
                                          <p:val>
                                            <p:fltVal val="0"/>
                                          </p:val>
                                        </p:tav>
                                        <p:tav tm="100000">
                                          <p:val>
                                            <p:strVal val="#ppt_w"/>
                                          </p:val>
                                        </p:tav>
                                      </p:tavLst>
                                    </p:anim>
                                    <p:anim calcmode="lin" valueType="num">
                                      <p:cBhvr>
                                        <p:cTn id="8" dur="300" fill="hold"/>
                                        <p:tgtEl>
                                          <p:spTgt spid="20483"/>
                                        </p:tgtEl>
                                        <p:attrNameLst>
                                          <p:attrName>ppt_h</p:attrName>
                                        </p:attrNameLst>
                                      </p:cBhvr>
                                      <p:tavLst>
                                        <p:tav tm="0">
                                          <p:val>
                                            <p:fltVal val="0"/>
                                          </p:val>
                                        </p:tav>
                                        <p:tav tm="100000">
                                          <p:val>
                                            <p:strVal val="#ppt_h"/>
                                          </p:val>
                                        </p:tav>
                                      </p:tavLst>
                                    </p:anim>
                                    <p:anim calcmode="lin" valueType="num">
                                      <p:cBhvr>
                                        <p:cTn id="9" dur="300" fill="hold"/>
                                        <p:tgtEl>
                                          <p:spTgt spid="20483"/>
                                        </p:tgtEl>
                                        <p:attrNameLst>
                                          <p:attrName>style.rotation</p:attrName>
                                        </p:attrNameLst>
                                      </p:cBhvr>
                                      <p:tavLst>
                                        <p:tav tm="0">
                                          <p:val>
                                            <p:fltVal val="90"/>
                                          </p:val>
                                        </p:tav>
                                        <p:tav tm="100000">
                                          <p:val>
                                            <p:fltVal val="0"/>
                                          </p:val>
                                        </p:tav>
                                      </p:tavLst>
                                    </p:anim>
                                    <p:animEffect transition="in" filter="fade">
                                      <p:cBhvr>
                                        <p:cTn id="10" dur="300"/>
                                        <p:tgtEl>
                                          <p:spTgt spid="20483"/>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0482"/>
                                        </p:tgtEl>
                                        <p:attrNameLst>
                                          <p:attrName>style.visibility</p:attrName>
                                        </p:attrNameLst>
                                      </p:cBhvr>
                                      <p:to>
                                        <p:strVal val="visible"/>
                                      </p:to>
                                    </p:set>
                                    <p:anim calcmode="lin" valueType="num">
                                      <p:cBhvr>
                                        <p:cTn id="14" dur="400" fill="hold"/>
                                        <p:tgtEl>
                                          <p:spTgt spid="2048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0482"/>
                                        </p:tgtEl>
                                        <p:attrNameLst>
                                          <p:attrName>ppt_y</p:attrName>
                                        </p:attrNameLst>
                                      </p:cBhvr>
                                      <p:tavLst>
                                        <p:tav tm="0">
                                          <p:val>
                                            <p:strVal val="#ppt_y"/>
                                          </p:val>
                                        </p:tav>
                                        <p:tav tm="100000">
                                          <p:val>
                                            <p:strVal val="#ppt_y"/>
                                          </p:val>
                                        </p:tav>
                                      </p:tavLst>
                                    </p:anim>
                                    <p:anim calcmode="lin" valueType="num">
                                      <p:cBhvr>
                                        <p:cTn id="16" dur="400" fill="hold"/>
                                        <p:tgtEl>
                                          <p:spTgt spid="2048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048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0482"/>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wipe(left)">
                                      <p:cBhvr>
                                        <p:cTn id="2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autoUpdateAnimBg="0"/>
      <p:bldP spid="20483" grpId="0" animBg="1"/>
      <p:bldP spid="3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Box 27"/>
          <p:cNvSpPr txBox="1">
            <a:spLocks noChangeArrowheads="1"/>
          </p:cNvSpPr>
          <p:nvPr/>
        </p:nvSpPr>
        <p:spPr bwMode="auto">
          <a:xfrm>
            <a:off x="1012825" y="176213"/>
            <a:ext cx="3191899"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3. 2</a:t>
            </a:r>
            <a:r>
              <a:rPr lang="zh-CN" altLang="en-US" sz="3000" b="1" dirty="0" smtClean="0">
                <a:solidFill>
                  <a:schemeClr val="accent1"/>
                </a:solidFill>
                <a:latin typeface="微软雅黑" pitchFamily="34" charset="-122"/>
                <a:ea typeface="微软雅黑" pitchFamily="34" charset="-122"/>
              </a:rPr>
              <a:t>系统功能需求</a:t>
            </a:r>
            <a:endParaRPr lang="zh-CN" altLang="en-US" sz="3000" b="1" dirty="0">
              <a:solidFill>
                <a:schemeClr val="accent1"/>
              </a:solidFill>
              <a:latin typeface="微软雅黑" pitchFamily="34" charset="-122"/>
              <a:ea typeface="微软雅黑" pitchFamily="34" charset="-122"/>
            </a:endParaRPr>
          </a:p>
        </p:txBody>
      </p:sp>
      <p:sp>
        <p:nvSpPr>
          <p:cNvPr id="20483"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round/>
            <a:headEnd/>
            <a:tailEnd/>
          </a:ln>
        </p:spPr>
        <p:txBody>
          <a:bodyPr/>
          <a:lstStyle/>
          <a:p>
            <a:endParaRPr lang="zh-CN" altLang="en-US"/>
          </a:p>
        </p:txBody>
      </p:sp>
      <p:sp>
        <p:nvSpPr>
          <p:cNvPr id="6" name="TextBox 6"/>
          <p:cNvSpPr txBox="1">
            <a:spLocks noChangeArrowheads="1"/>
          </p:cNvSpPr>
          <p:nvPr/>
        </p:nvSpPr>
        <p:spPr bwMode="auto">
          <a:xfrm>
            <a:off x="928622" y="5722324"/>
            <a:ext cx="1410737" cy="400050"/>
          </a:xfrm>
          <a:prstGeom prst="rect">
            <a:avLst/>
          </a:prstGeom>
          <a:solidFill>
            <a:srgbClr val="113E6A"/>
          </a:solidFill>
          <a:ln w="9525">
            <a:noFill/>
            <a:miter lim="800000"/>
            <a:headEnd/>
            <a:tailEnd/>
          </a:ln>
        </p:spPr>
        <p:txBody>
          <a:bodyPr>
            <a:spAutoFit/>
          </a:bodyPr>
          <a:lstStyle/>
          <a:p>
            <a:pPr algn="ctr" eaLnBrk="1" hangingPunct="1"/>
            <a:r>
              <a:rPr lang="zh-CN" altLang="en-US" sz="2000" dirty="0" smtClean="0">
                <a:solidFill>
                  <a:srgbClr val="FFFFFF"/>
                </a:solidFill>
                <a:latin typeface="微软雅黑" pitchFamily="34" charset="-122"/>
                <a:ea typeface="微软雅黑" pitchFamily="34" charset="-122"/>
              </a:rPr>
              <a:t>五大模块</a:t>
            </a:r>
            <a:endParaRPr lang="zh-CN" altLang="en-US" sz="2000" dirty="0">
              <a:solidFill>
                <a:srgbClr val="FFFFFF"/>
              </a:solidFill>
              <a:latin typeface="微软雅黑" pitchFamily="34" charset="-122"/>
              <a:ea typeface="微软雅黑" pitchFamily="34" charset="-122"/>
            </a:endParaRPr>
          </a:p>
        </p:txBody>
      </p:sp>
      <p:sp>
        <p:nvSpPr>
          <p:cNvPr id="7" name="椭圆 7"/>
          <p:cNvSpPr>
            <a:spLocks noChangeAspect="1" noChangeArrowheads="1"/>
          </p:cNvSpPr>
          <p:nvPr/>
        </p:nvSpPr>
        <p:spPr bwMode="auto">
          <a:xfrm>
            <a:off x="2859856" y="3861048"/>
            <a:ext cx="417349" cy="417513"/>
          </a:xfrm>
          <a:prstGeom prst="ellipse">
            <a:avLst/>
          </a:prstGeom>
          <a:solidFill>
            <a:srgbClr val="113E6A"/>
          </a:solidFill>
          <a:ln w="9525">
            <a:noFill/>
            <a:round/>
            <a:headEnd/>
            <a:tailEnd/>
          </a:ln>
        </p:spPr>
        <p:txBody>
          <a:bodyPr/>
          <a:lstStyle/>
          <a:p>
            <a:pPr eaLnBrk="1" hangingPunct="1"/>
            <a:r>
              <a:rPr lang="en-US" altLang="zh-CN" sz="1600" b="1">
                <a:solidFill>
                  <a:srgbClr val="FFFFFF"/>
                </a:solidFill>
                <a:latin typeface="微软雅黑" pitchFamily="34" charset="-122"/>
                <a:ea typeface="微软雅黑" pitchFamily="34" charset="-122"/>
              </a:rPr>
              <a:t>1</a:t>
            </a:r>
            <a:endParaRPr lang="zh-CN" altLang="en-US" sz="1600" b="1">
              <a:solidFill>
                <a:srgbClr val="FFFFFF"/>
              </a:solidFill>
              <a:latin typeface="微软雅黑" pitchFamily="34" charset="-122"/>
              <a:ea typeface="微软雅黑" pitchFamily="34" charset="-122"/>
            </a:endParaRPr>
          </a:p>
        </p:txBody>
      </p:sp>
      <p:sp>
        <p:nvSpPr>
          <p:cNvPr id="8" name="椭圆 8"/>
          <p:cNvSpPr>
            <a:spLocks noChangeAspect="1" noChangeArrowheads="1"/>
          </p:cNvSpPr>
          <p:nvPr/>
        </p:nvSpPr>
        <p:spPr bwMode="auto">
          <a:xfrm>
            <a:off x="2859856" y="4488110"/>
            <a:ext cx="417349" cy="417512"/>
          </a:xfrm>
          <a:prstGeom prst="ellipse">
            <a:avLst/>
          </a:prstGeom>
          <a:solidFill>
            <a:srgbClr val="113E6A"/>
          </a:solidFill>
          <a:ln w="9525">
            <a:noFill/>
            <a:round/>
            <a:headEnd/>
            <a:tailEnd/>
          </a:ln>
        </p:spPr>
        <p:txBody>
          <a:bodyPr/>
          <a:lstStyle/>
          <a:p>
            <a:pPr eaLnBrk="1" hangingPunct="1"/>
            <a:r>
              <a:rPr lang="en-US" altLang="zh-CN" sz="1600" b="1">
                <a:solidFill>
                  <a:srgbClr val="FFFFFF"/>
                </a:solidFill>
                <a:latin typeface="微软雅黑" pitchFamily="34" charset="-122"/>
                <a:ea typeface="微软雅黑" pitchFamily="34" charset="-122"/>
              </a:rPr>
              <a:t>2</a:t>
            </a:r>
            <a:endParaRPr lang="zh-CN" altLang="en-US" sz="1600" b="1">
              <a:solidFill>
                <a:srgbClr val="FFFFFF"/>
              </a:solidFill>
              <a:latin typeface="微软雅黑" pitchFamily="34" charset="-122"/>
              <a:ea typeface="微软雅黑" pitchFamily="34" charset="-122"/>
            </a:endParaRPr>
          </a:p>
        </p:txBody>
      </p:sp>
      <p:sp>
        <p:nvSpPr>
          <p:cNvPr id="9" name="椭圆 9"/>
          <p:cNvSpPr>
            <a:spLocks noChangeAspect="1" noChangeArrowheads="1"/>
          </p:cNvSpPr>
          <p:nvPr/>
        </p:nvSpPr>
        <p:spPr bwMode="auto">
          <a:xfrm>
            <a:off x="2859856" y="5135565"/>
            <a:ext cx="417349" cy="417512"/>
          </a:xfrm>
          <a:prstGeom prst="ellipse">
            <a:avLst/>
          </a:prstGeom>
          <a:solidFill>
            <a:srgbClr val="113E6A"/>
          </a:solidFill>
          <a:ln w="9525">
            <a:noFill/>
            <a:round/>
            <a:headEnd/>
            <a:tailEnd/>
          </a:ln>
        </p:spPr>
        <p:txBody>
          <a:bodyPr/>
          <a:lstStyle/>
          <a:p>
            <a:pPr eaLnBrk="1" hangingPunct="1"/>
            <a:r>
              <a:rPr lang="en-US" altLang="zh-CN" sz="1600" b="1">
                <a:solidFill>
                  <a:srgbClr val="FFFFFF"/>
                </a:solidFill>
                <a:latin typeface="微软雅黑" pitchFamily="34" charset="-122"/>
                <a:ea typeface="微软雅黑" pitchFamily="34" charset="-122"/>
              </a:rPr>
              <a:t>3</a:t>
            </a:r>
            <a:endParaRPr lang="zh-CN" altLang="en-US" sz="1600" b="1">
              <a:solidFill>
                <a:srgbClr val="FFFFFF"/>
              </a:solidFill>
              <a:latin typeface="微软雅黑" pitchFamily="34" charset="-122"/>
              <a:ea typeface="微软雅黑" pitchFamily="34" charset="-122"/>
            </a:endParaRPr>
          </a:p>
        </p:txBody>
      </p:sp>
      <p:sp>
        <p:nvSpPr>
          <p:cNvPr id="10" name="TextBox 10"/>
          <p:cNvSpPr txBox="1">
            <a:spLocks noChangeArrowheads="1"/>
          </p:cNvSpPr>
          <p:nvPr/>
        </p:nvSpPr>
        <p:spPr bwMode="auto">
          <a:xfrm>
            <a:off x="3242294" y="3798275"/>
            <a:ext cx="7291714" cy="458908"/>
          </a:xfrm>
          <a:prstGeom prst="rect">
            <a:avLst/>
          </a:prstGeom>
          <a:noFill/>
          <a:ln w="9525">
            <a:noFill/>
            <a:miter lim="800000"/>
            <a:headEnd/>
            <a:tailEnd/>
          </a:ln>
        </p:spPr>
        <p:txBody>
          <a:bodyPr>
            <a:spAutoFit/>
          </a:bodyPr>
          <a:lstStyle/>
          <a:p>
            <a:pPr eaLnBrk="1" hangingPunct="1">
              <a:lnSpc>
                <a:spcPct val="150000"/>
              </a:lnSpc>
            </a:pPr>
            <a:r>
              <a:rPr lang="zh-CN" altLang="en-US" b="1" dirty="0" smtClean="0">
                <a:solidFill>
                  <a:schemeClr val="accent1"/>
                </a:solidFill>
                <a:latin typeface="微软雅黑" pitchFamily="34" charset="-122"/>
                <a:ea typeface="微软雅黑" pitchFamily="34" charset="-122"/>
              </a:rPr>
              <a:t>考生报名模块</a:t>
            </a:r>
            <a:endParaRPr lang="zh-CN" altLang="en-US" b="1" dirty="0">
              <a:solidFill>
                <a:schemeClr val="accent1"/>
              </a:solidFill>
              <a:latin typeface="微软雅黑" pitchFamily="34" charset="-122"/>
              <a:ea typeface="微软雅黑" pitchFamily="34" charset="-122"/>
            </a:endParaRPr>
          </a:p>
        </p:txBody>
      </p:sp>
      <p:sp>
        <p:nvSpPr>
          <p:cNvPr id="11" name="TextBox 11"/>
          <p:cNvSpPr txBox="1">
            <a:spLocks noChangeArrowheads="1"/>
          </p:cNvSpPr>
          <p:nvPr/>
        </p:nvSpPr>
        <p:spPr bwMode="auto">
          <a:xfrm>
            <a:off x="3242294" y="4466611"/>
            <a:ext cx="7291714" cy="458908"/>
          </a:xfrm>
          <a:prstGeom prst="rect">
            <a:avLst/>
          </a:prstGeom>
          <a:noFill/>
          <a:ln w="9525">
            <a:noFill/>
            <a:miter lim="800000"/>
            <a:headEnd/>
            <a:tailEnd/>
          </a:ln>
        </p:spPr>
        <p:txBody>
          <a:bodyPr>
            <a:spAutoFit/>
          </a:bodyPr>
          <a:lstStyle/>
          <a:p>
            <a:pPr eaLnBrk="1" hangingPunct="1">
              <a:lnSpc>
                <a:spcPct val="150000"/>
              </a:lnSpc>
            </a:pPr>
            <a:r>
              <a:rPr lang="zh-CN" altLang="en-US" b="1" dirty="0" smtClean="0">
                <a:solidFill>
                  <a:schemeClr val="accent1"/>
                </a:solidFill>
                <a:latin typeface="微软雅黑" pitchFamily="34" charset="-122"/>
                <a:ea typeface="微软雅黑" pitchFamily="34" charset="-122"/>
              </a:rPr>
              <a:t>考生信息管理与审核模块</a:t>
            </a:r>
            <a:endParaRPr lang="zh-CN" altLang="en-US" b="1" dirty="0">
              <a:solidFill>
                <a:schemeClr val="accent1"/>
              </a:solidFill>
              <a:latin typeface="微软雅黑" pitchFamily="34" charset="-122"/>
              <a:ea typeface="微软雅黑" pitchFamily="34" charset="-122"/>
            </a:endParaRPr>
          </a:p>
        </p:txBody>
      </p:sp>
      <p:sp>
        <p:nvSpPr>
          <p:cNvPr id="12" name="TextBox 13"/>
          <p:cNvSpPr txBox="1">
            <a:spLocks noChangeArrowheads="1"/>
          </p:cNvSpPr>
          <p:nvPr/>
        </p:nvSpPr>
        <p:spPr bwMode="auto">
          <a:xfrm>
            <a:off x="3242294" y="5080730"/>
            <a:ext cx="7291714" cy="458908"/>
          </a:xfrm>
          <a:prstGeom prst="rect">
            <a:avLst/>
          </a:prstGeom>
          <a:noFill/>
          <a:ln w="9525">
            <a:noFill/>
            <a:miter lim="800000"/>
            <a:headEnd/>
            <a:tailEnd/>
          </a:ln>
        </p:spPr>
        <p:txBody>
          <a:bodyPr>
            <a:spAutoFit/>
          </a:bodyPr>
          <a:lstStyle/>
          <a:p>
            <a:pPr eaLnBrk="1" hangingPunct="1">
              <a:lnSpc>
                <a:spcPct val="150000"/>
              </a:lnSpc>
            </a:pPr>
            <a:r>
              <a:rPr lang="zh-CN" altLang="en-US" b="1" dirty="0" smtClean="0">
                <a:solidFill>
                  <a:schemeClr val="accent1"/>
                </a:solidFill>
                <a:latin typeface="微软雅黑" pitchFamily="34" charset="-122"/>
                <a:ea typeface="微软雅黑" pitchFamily="34" charset="-122"/>
              </a:rPr>
              <a:t>消息通知模块</a:t>
            </a:r>
            <a:endParaRPr lang="zh-CN" altLang="en-US" b="1" dirty="0">
              <a:solidFill>
                <a:schemeClr val="accent1"/>
              </a:solidFill>
              <a:latin typeface="微软雅黑" pitchFamily="34" charset="-122"/>
              <a:ea typeface="微软雅黑" pitchFamily="34" charset="-122"/>
            </a:endParaRPr>
          </a:p>
        </p:txBody>
      </p:sp>
      <p:sp>
        <p:nvSpPr>
          <p:cNvPr id="13" name="椭圆 14"/>
          <p:cNvSpPr>
            <a:spLocks noChangeAspect="1" noChangeArrowheads="1"/>
          </p:cNvSpPr>
          <p:nvPr/>
        </p:nvSpPr>
        <p:spPr bwMode="auto">
          <a:xfrm>
            <a:off x="2859856" y="5799385"/>
            <a:ext cx="417349" cy="419100"/>
          </a:xfrm>
          <a:prstGeom prst="ellipse">
            <a:avLst/>
          </a:prstGeom>
          <a:solidFill>
            <a:srgbClr val="113E6A"/>
          </a:solidFill>
          <a:ln w="9525">
            <a:noFill/>
            <a:round/>
            <a:headEnd/>
            <a:tailEnd/>
          </a:ln>
        </p:spPr>
        <p:txBody>
          <a:bodyPr/>
          <a:lstStyle/>
          <a:p>
            <a:pPr eaLnBrk="1" hangingPunct="1"/>
            <a:r>
              <a:rPr lang="en-US" altLang="zh-CN" sz="1600" b="1">
                <a:solidFill>
                  <a:srgbClr val="FFFFFF"/>
                </a:solidFill>
                <a:latin typeface="微软雅黑" pitchFamily="34" charset="-122"/>
                <a:ea typeface="微软雅黑" pitchFamily="34" charset="-122"/>
              </a:rPr>
              <a:t>4</a:t>
            </a:r>
            <a:endParaRPr lang="zh-CN" altLang="en-US" sz="1600" b="1">
              <a:solidFill>
                <a:srgbClr val="FFFFFF"/>
              </a:solidFill>
              <a:latin typeface="微软雅黑" pitchFamily="34" charset="-122"/>
              <a:ea typeface="微软雅黑" pitchFamily="34" charset="-122"/>
            </a:endParaRPr>
          </a:p>
        </p:txBody>
      </p:sp>
      <p:sp>
        <p:nvSpPr>
          <p:cNvPr id="14" name="TextBox 15"/>
          <p:cNvSpPr txBox="1">
            <a:spLocks noChangeArrowheads="1"/>
          </p:cNvSpPr>
          <p:nvPr/>
        </p:nvSpPr>
        <p:spPr bwMode="auto">
          <a:xfrm>
            <a:off x="3242294" y="5746136"/>
            <a:ext cx="7291714" cy="458908"/>
          </a:xfrm>
          <a:prstGeom prst="rect">
            <a:avLst/>
          </a:prstGeom>
          <a:noFill/>
          <a:ln w="9525">
            <a:noFill/>
            <a:miter lim="800000"/>
            <a:headEnd/>
            <a:tailEnd/>
          </a:ln>
        </p:spPr>
        <p:txBody>
          <a:bodyPr>
            <a:spAutoFit/>
          </a:bodyPr>
          <a:lstStyle/>
          <a:p>
            <a:pPr eaLnBrk="1" hangingPunct="1">
              <a:lnSpc>
                <a:spcPct val="150000"/>
              </a:lnSpc>
            </a:pPr>
            <a:r>
              <a:rPr lang="zh-CN" altLang="en-US" b="1" dirty="0" smtClean="0">
                <a:solidFill>
                  <a:schemeClr val="accent1"/>
                </a:solidFill>
                <a:latin typeface="微软雅黑" pitchFamily="34" charset="-122"/>
                <a:ea typeface="微软雅黑" pitchFamily="34" charset="-122"/>
              </a:rPr>
              <a:t>复试管理模块</a:t>
            </a:r>
            <a:endParaRPr lang="zh-CN" altLang="en-US" b="1" dirty="0">
              <a:solidFill>
                <a:schemeClr val="accent1"/>
              </a:solidFill>
              <a:latin typeface="微软雅黑" pitchFamily="34" charset="-122"/>
              <a:ea typeface="微软雅黑" pitchFamily="34" charset="-122"/>
            </a:endParaRPr>
          </a:p>
        </p:txBody>
      </p:sp>
      <p:cxnSp>
        <p:nvCxnSpPr>
          <p:cNvPr id="15" name="直接连接符 20"/>
          <p:cNvCxnSpPr>
            <a:cxnSpLocks noChangeShapeType="1"/>
          </p:cNvCxnSpPr>
          <p:nvPr/>
        </p:nvCxnSpPr>
        <p:spPr bwMode="auto">
          <a:xfrm>
            <a:off x="2591673" y="3798275"/>
            <a:ext cx="10850" cy="2989385"/>
          </a:xfrm>
          <a:prstGeom prst="line">
            <a:avLst/>
          </a:prstGeom>
          <a:noFill/>
          <a:ln w="9525">
            <a:solidFill>
              <a:schemeClr val="accent1"/>
            </a:solidFill>
            <a:round/>
            <a:headEnd/>
            <a:tailEnd/>
          </a:ln>
          <a:effectLst/>
        </p:spPr>
      </p:cxnSp>
      <p:sp>
        <p:nvSpPr>
          <p:cNvPr id="16" name="TextBox 4"/>
          <p:cNvSpPr txBox="1">
            <a:spLocks noChangeArrowheads="1"/>
          </p:cNvSpPr>
          <p:nvPr/>
        </p:nvSpPr>
        <p:spPr bwMode="auto">
          <a:xfrm>
            <a:off x="928622" y="2967404"/>
            <a:ext cx="1410737" cy="400050"/>
          </a:xfrm>
          <a:prstGeom prst="rect">
            <a:avLst/>
          </a:prstGeom>
          <a:solidFill>
            <a:srgbClr val="113E6A"/>
          </a:solidFill>
          <a:ln w="9525">
            <a:noFill/>
            <a:miter lim="800000"/>
            <a:headEnd/>
            <a:tailEnd/>
          </a:ln>
        </p:spPr>
        <p:txBody>
          <a:bodyPr>
            <a:spAutoFit/>
          </a:bodyPr>
          <a:lstStyle/>
          <a:p>
            <a:pPr algn="ctr" eaLnBrk="1" hangingPunct="1"/>
            <a:r>
              <a:rPr lang="zh-CN" altLang="en-US" sz="2000" dirty="0" smtClean="0">
                <a:solidFill>
                  <a:srgbClr val="FFFFFF"/>
                </a:solidFill>
                <a:latin typeface="微软雅黑" pitchFamily="34" charset="-122"/>
                <a:ea typeface="微软雅黑" pitchFamily="34" charset="-122"/>
              </a:rPr>
              <a:t>两大平台</a:t>
            </a:r>
            <a:endParaRPr lang="zh-CN" altLang="en-US" sz="2000" dirty="0">
              <a:solidFill>
                <a:srgbClr val="FFFFFF"/>
              </a:solidFill>
              <a:latin typeface="微软雅黑" pitchFamily="34" charset="-122"/>
              <a:ea typeface="微软雅黑" pitchFamily="34" charset="-122"/>
            </a:endParaRPr>
          </a:p>
        </p:txBody>
      </p:sp>
      <p:sp>
        <p:nvSpPr>
          <p:cNvPr id="17" name="椭圆 16"/>
          <p:cNvSpPr>
            <a:spLocks noChangeAspect="1" noChangeArrowheads="1"/>
          </p:cNvSpPr>
          <p:nvPr/>
        </p:nvSpPr>
        <p:spPr bwMode="auto">
          <a:xfrm>
            <a:off x="2859856" y="1073503"/>
            <a:ext cx="417349" cy="417513"/>
          </a:xfrm>
          <a:prstGeom prst="ellipse">
            <a:avLst/>
          </a:prstGeom>
          <a:solidFill>
            <a:srgbClr val="113E6A"/>
          </a:solidFill>
          <a:ln w="9525">
            <a:noFill/>
            <a:round/>
            <a:headEnd/>
            <a:tailEnd/>
          </a:ln>
        </p:spPr>
        <p:txBody>
          <a:bodyPr/>
          <a:lstStyle/>
          <a:p>
            <a:pPr eaLnBrk="1" hangingPunct="1"/>
            <a:r>
              <a:rPr lang="en-US" altLang="zh-CN" sz="1600" b="1" dirty="0">
                <a:solidFill>
                  <a:srgbClr val="FFFFFF"/>
                </a:solidFill>
                <a:latin typeface="微软雅黑" pitchFamily="34" charset="-122"/>
                <a:ea typeface="微软雅黑" pitchFamily="34" charset="-122"/>
              </a:rPr>
              <a:t>1</a:t>
            </a:r>
            <a:endParaRPr lang="zh-CN" altLang="en-US" sz="1600" b="1" dirty="0">
              <a:solidFill>
                <a:srgbClr val="FFFFFF"/>
              </a:solidFill>
              <a:latin typeface="微软雅黑" pitchFamily="34" charset="-122"/>
              <a:ea typeface="微软雅黑" pitchFamily="34" charset="-122"/>
            </a:endParaRPr>
          </a:p>
        </p:txBody>
      </p:sp>
      <p:sp>
        <p:nvSpPr>
          <p:cNvPr id="18" name="椭圆 17"/>
          <p:cNvSpPr>
            <a:spLocks noChangeAspect="1" noChangeArrowheads="1"/>
          </p:cNvSpPr>
          <p:nvPr/>
        </p:nvSpPr>
        <p:spPr bwMode="auto">
          <a:xfrm>
            <a:off x="2859856" y="2309233"/>
            <a:ext cx="417349" cy="417512"/>
          </a:xfrm>
          <a:prstGeom prst="ellipse">
            <a:avLst/>
          </a:prstGeom>
          <a:solidFill>
            <a:srgbClr val="113E6A"/>
          </a:solidFill>
          <a:ln w="9525">
            <a:noFill/>
            <a:round/>
            <a:headEnd/>
            <a:tailEnd/>
          </a:ln>
        </p:spPr>
        <p:txBody>
          <a:bodyPr/>
          <a:lstStyle/>
          <a:p>
            <a:pPr eaLnBrk="1" hangingPunct="1"/>
            <a:r>
              <a:rPr lang="en-US" altLang="zh-CN" sz="1600" b="1">
                <a:solidFill>
                  <a:srgbClr val="FFFFFF"/>
                </a:solidFill>
                <a:latin typeface="微软雅黑" pitchFamily="34" charset="-122"/>
                <a:ea typeface="微软雅黑" pitchFamily="34" charset="-122"/>
              </a:rPr>
              <a:t>2</a:t>
            </a:r>
            <a:endParaRPr lang="zh-CN" altLang="en-US" sz="1600" b="1">
              <a:solidFill>
                <a:srgbClr val="FFFFFF"/>
              </a:solidFill>
              <a:latin typeface="微软雅黑" pitchFamily="34" charset="-122"/>
              <a:ea typeface="微软雅黑" pitchFamily="34" charset="-122"/>
            </a:endParaRPr>
          </a:p>
        </p:txBody>
      </p:sp>
      <p:sp>
        <p:nvSpPr>
          <p:cNvPr id="19" name="TextBox 18"/>
          <p:cNvSpPr txBox="1">
            <a:spLocks noChangeArrowheads="1"/>
          </p:cNvSpPr>
          <p:nvPr/>
        </p:nvSpPr>
        <p:spPr bwMode="auto">
          <a:xfrm>
            <a:off x="3242294" y="989569"/>
            <a:ext cx="7291714" cy="1338828"/>
          </a:xfrm>
          <a:prstGeom prst="rect">
            <a:avLst/>
          </a:prstGeom>
          <a:noFill/>
          <a:ln w="9525">
            <a:noFill/>
            <a:miter lim="800000"/>
            <a:headEnd/>
            <a:tailEnd/>
          </a:ln>
        </p:spPr>
        <p:txBody>
          <a:bodyPr>
            <a:spAutoFit/>
          </a:bodyPr>
          <a:lstStyle/>
          <a:p>
            <a:pPr>
              <a:lnSpc>
                <a:spcPct val="150000"/>
              </a:lnSpc>
            </a:pPr>
            <a:r>
              <a:rPr lang="zh-CN" altLang="en-US" b="1" dirty="0" smtClean="0">
                <a:solidFill>
                  <a:schemeClr val="accent1"/>
                </a:solidFill>
                <a:latin typeface="微软雅黑" pitchFamily="34" charset="-122"/>
                <a:ea typeface="微软雅黑" pitchFamily="34" charset="-122"/>
              </a:rPr>
              <a:t>普通用户平台</a:t>
            </a:r>
            <a:r>
              <a:rPr lang="zh-CN" altLang="en-US" dirty="0" smtClean="0">
                <a:solidFill>
                  <a:schemeClr val="accent1"/>
                </a:solidFill>
                <a:latin typeface="微软雅黑" pitchFamily="34" charset="-122"/>
                <a:ea typeface="微软雅黑" pitchFamily="34" charset="-122"/>
              </a:rPr>
              <a:t>：</a:t>
            </a:r>
            <a:r>
              <a:rPr lang="zh-CN" altLang="zh-CN" dirty="0" smtClean="0">
                <a:solidFill>
                  <a:schemeClr val="accent1"/>
                </a:solidFill>
                <a:latin typeface="微软雅黑" pitchFamily="34" charset="-122"/>
                <a:ea typeface="微软雅黑" pitchFamily="34" charset="-122"/>
              </a:rPr>
              <a:t>用于展示研究生招考工作的相关公告信息，并为考生用户提供便捷的信息管理入口</a:t>
            </a:r>
            <a:r>
              <a:rPr lang="zh-CN" altLang="en-US" dirty="0" smtClean="0">
                <a:solidFill>
                  <a:schemeClr val="accent1"/>
                </a:solidFill>
                <a:latin typeface="微软雅黑" pitchFamily="34" charset="-122"/>
                <a:ea typeface="微软雅黑" pitchFamily="34" charset="-122"/>
              </a:rPr>
              <a:t>，考生可以在此录入考生信息、申请调剂志愿、查看招考进度和录取结果。</a:t>
            </a:r>
            <a:endParaRPr lang="zh-CN" altLang="en-US" dirty="0">
              <a:solidFill>
                <a:schemeClr val="accent1"/>
              </a:solidFill>
              <a:latin typeface="微软雅黑" pitchFamily="34" charset="-122"/>
              <a:ea typeface="微软雅黑" pitchFamily="34" charset="-122"/>
            </a:endParaRPr>
          </a:p>
        </p:txBody>
      </p:sp>
      <p:sp>
        <p:nvSpPr>
          <p:cNvPr id="20" name="TextBox 19"/>
          <p:cNvSpPr txBox="1">
            <a:spLocks noChangeArrowheads="1"/>
          </p:cNvSpPr>
          <p:nvPr/>
        </p:nvSpPr>
        <p:spPr bwMode="auto">
          <a:xfrm>
            <a:off x="3242294" y="2206497"/>
            <a:ext cx="7291714" cy="1338828"/>
          </a:xfrm>
          <a:prstGeom prst="rect">
            <a:avLst/>
          </a:prstGeom>
          <a:noFill/>
          <a:ln w="9525">
            <a:noFill/>
            <a:miter lim="800000"/>
            <a:headEnd/>
            <a:tailEnd/>
          </a:ln>
        </p:spPr>
        <p:txBody>
          <a:bodyPr>
            <a:spAutoFit/>
          </a:bodyPr>
          <a:lstStyle/>
          <a:p>
            <a:pPr eaLnBrk="1" hangingPunct="1">
              <a:lnSpc>
                <a:spcPct val="150000"/>
              </a:lnSpc>
            </a:pPr>
            <a:r>
              <a:rPr lang="zh-CN" altLang="en-US" b="1" dirty="0" smtClean="0">
                <a:solidFill>
                  <a:schemeClr val="accent1"/>
                </a:solidFill>
                <a:latin typeface="微软雅黑" pitchFamily="34" charset="-122"/>
                <a:ea typeface="微软雅黑" pitchFamily="34" charset="-122"/>
              </a:rPr>
              <a:t>管理员用户平台</a:t>
            </a:r>
            <a:r>
              <a:rPr lang="zh-CN" altLang="en-US" dirty="0" smtClean="0">
                <a:solidFill>
                  <a:schemeClr val="accent1"/>
                </a:solidFill>
                <a:latin typeface="微软雅黑" pitchFamily="34" charset="-122"/>
                <a:ea typeface="微软雅黑" pitchFamily="34" charset="-122"/>
              </a:rPr>
              <a:t>：管理平台为管理员用户提供了考生信息管理、消息通知、复试管理、统计报表等功能，有效改善研究生招生考试的工作流程，提高招考工作效率。</a:t>
            </a:r>
            <a:endParaRPr lang="zh-CN" altLang="en-US" dirty="0">
              <a:solidFill>
                <a:schemeClr val="accent1"/>
              </a:solidFill>
              <a:latin typeface="微软雅黑" pitchFamily="34" charset="-122"/>
              <a:ea typeface="微软雅黑" pitchFamily="34" charset="-122"/>
            </a:endParaRPr>
          </a:p>
        </p:txBody>
      </p:sp>
      <p:cxnSp>
        <p:nvCxnSpPr>
          <p:cNvPr id="21" name="直接连接符 21"/>
          <p:cNvCxnSpPr>
            <a:cxnSpLocks noChangeShapeType="1"/>
          </p:cNvCxnSpPr>
          <p:nvPr/>
        </p:nvCxnSpPr>
        <p:spPr bwMode="auto">
          <a:xfrm>
            <a:off x="2591673" y="1059230"/>
            <a:ext cx="0" cy="2474913"/>
          </a:xfrm>
          <a:prstGeom prst="line">
            <a:avLst/>
          </a:prstGeom>
          <a:noFill/>
          <a:ln w="9525">
            <a:solidFill>
              <a:schemeClr val="accent1"/>
            </a:solidFill>
            <a:round/>
            <a:headEnd/>
            <a:tailEnd/>
          </a:ln>
          <a:effectLst/>
        </p:spPr>
      </p:cxnSp>
      <p:sp>
        <p:nvSpPr>
          <p:cNvPr id="22" name="椭圆 14"/>
          <p:cNvSpPr>
            <a:spLocks noChangeAspect="1" noChangeArrowheads="1"/>
          </p:cNvSpPr>
          <p:nvPr/>
        </p:nvSpPr>
        <p:spPr bwMode="auto">
          <a:xfrm>
            <a:off x="2871579" y="6353546"/>
            <a:ext cx="417349" cy="419100"/>
          </a:xfrm>
          <a:prstGeom prst="ellipse">
            <a:avLst/>
          </a:prstGeom>
          <a:solidFill>
            <a:srgbClr val="113E6A"/>
          </a:solidFill>
          <a:ln w="9525">
            <a:noFill/>
            <a:round/>
            <a:headEnd/>
            <a:tailEnd/>
          </a:ln>
        </p:spPr>
        <p:txBody>
          <a:bodyPr/>
          <a:lstStyle/>
          <a:p>
            <a:pPr eaLnBrk="1" hangingPunct="1"/>
            <a:r>
              <a:rPr lang="en-US" altLang="zh-CN" sz="1600" b="1" dirty="0" smtClean="0">
                <a:solidFill>
                  <a:srgbClr val="FFFFFF"/>
                </a:solidFill>
                <a:latin typeface="微软雅黑" pitchFamily="34" charset="-122"/>
                <a:ea typeface="微软雅黑" pitchFamily="34" charset="-122"/>
              </a:rPr>
              <a:t>5</a:t>
            </a:r>
            <a:endParaRPr lang="zh-CN" altLang="en-US" sz="1600" b="1" dirty="0">
              <a:solidFill>
                <a:srgbClr val="FFFFFF"/>
              </a:solidFill>
              <a:latin typeface="微软雅黑" pitchFamily="34" charset="-122"/>
              <a:ea typeface="微软雅黑" pitchFamily="34" charset="-122"/>
            </a:endParaRPr>
          </a:p>
        </p:txBody>
      </p:sp>
      <p:sp>
        <p:nvSpPr>
          <p:cNvPr id="23" name="TextBox 15"/>
          <p:cNvSpPr txBox="1">
            <a:spLocks noChangeArrowheads="1"/>
          </p:cNvSpPr>
          <p:nvPr/>
        </p:nvSpPr>
        <p:spPr bwMode="auto">
          <a:xfrm>
            <a:off x="3312632" y="6309320"/>
            <a:ext cx="7291714" cy="458908"/>
          </a:xfrm>
          <a:prstGeom prst="rect">
            <a:avLst/>
          </a:prstGeom>
          <a:noFill/>
          <a:ln w="9525">
            <a:noFill/>
            <a:miter lim="800000"/>
            <a:headEnd/>
            <a:tailEnd/>
          </a:ln>
        </p:spPr>
        <p:txBody>
          <a:bodyPr>
            <a:spAutoFit/>
          </a:bodyPr>
          <a:lstStyle/>
          <a:p>
            <a:pPr eaLnBrk="1" hangingPunct="1">
              <a:lnSpc>
                <a:spcPct val="150000"/>
              </a:lnSpc>
            </a:pPr>
            <a:r>
              <a:rPr lang="zh-CN" altLang="en-US" b="1" dirty="0" smtClean="0">
                <a:solidFill>
                  <a:schemeClr val="accent1"/>
                </a:solidFill>
                <a:latin typeface="微软雅黑" pitchFamily="34" charset="-122"/>
                <a:ea typeface="微软雅黑" pitchFamily="34" charset="-122"/>
              </a:rPr>
              <a:t>报表统计模块</a:t>
            </a:r>
            <a:endParaRPr lang="zh-CN" altLang="en-US" b="1" dirty="0">
              <a:solidFill>
                <a:schemeClr val="accent1"/>
              </a:solidFill>
              <a:latin typeface="微软雅黑" pitchFamily="34" charset="-122"/>
              <a:ea typeface="微软雅黑" pitchFamily="34" charset="-122"/>
            </a:endParaRPr>
          </a:p>
        </p:txBody>
      </p:sp>
      <p:sp>
        <p:nvSpPr>
          <p:cNvPr id="24" name="Freeform 11"/>
          <p:cNvSpPr>
            <a:spLocks noEditPoints="1"/>
          </p:cNvSpPr>
          <p:nvPr/>
        </p:nvSpPr>
        <p:spPr bwMode="auto">
          <a:xfrm>
            <a:off x="870561" y="4262315"/>
            <a:ext cx="1489075" cy="1287463"/>
          </a:xfrm>
          <a:custGeom>
            <a:avLst/>
            <a:gdLst>
              <a:gd name="T0" fmla="*/ 2147483646 w 948"/>
              <a:gd name="T1" fmla="*/ 2147483646 h 810"/>
              <a:gd name="T2" fmla="*/ 2147483646 w 948"/>
              <a:gd name="T3" fmla="*/ 2147483646 h 810"/>
              <a:gd name="T4" fmla="*/ 2147483646 w 948"/>
              <a:gd name="T5" fmla="*/ 2147483646 h 810"/>
              <a:gd name="T6" fmla="*/ 2147483646 w 948"/>
              <a:gd name="T7" fmla="*/ 2147483646 h 810"/>
              <a:gd name="T8" fmla="*/ 2147483646 w 948"/>
              <a:gd name="T9" fmla="*/ 2147483646 h 810"/>
              <a:gd name="T10" fmla="*/ 2147483646 w 948"/>
              <a:gd name="T11" fmla="*/ 2147483646 h 810"/>
              <a:gd name="T12" fmla="*/ 2147483646 w 948"/>
              <a:gd name="T13" fmla="*/ 2147483646 h 810"/>
              <a:gd name="T14" fmla="*/ 2147483646 w 948"/>
              <a:gd name="T15" fmla="*/ 2147483646 h 810"/>
              <a:gd name="T16" fmla="*/ 2147483646 w 948"/>
              <a:gd name="T17" fmla="*/ 2147483646 h 810"/>
              <a:gd name="T18" fmla="*/ 2147483646 w 948"/>
              <a:gd name="T19" fmla="*/ 2147483646 h 810"/>
              <a:gd name="T20" fmla="*/ 2147483646 w 948"/>
              <a:gd name="T21" fmla="*/ 2147483646 h 810"/>
              <a:gd name="T22" fmla="*/ 2147483646 w 948"/>
              <a:gd name="T23" fmla="*/ 2147483646 h 810"/>
              <a:gd name="T24" fmla="*/ 2147483646 w 948"/>
              <a:gd name="T25" fmla="*/ 2147483646 h 810"/>
              <a:gd name="T26" fmla="*/ 2147483646 w 948"/>
              <a:gd name="T27" fmla="*/ 2147483646 h 810"/>
              <a:gd name="T28" fmla="*/ 2147483646 w 948"/>
              <a:gd name="T29" fmla="*/ 2147483646 h 810"/>
              <a:gd name="T30" fmla="*/ 2147483646 w 948"/>
              <a:gd name="T31" fmla="*/ 2147483646 h 810"/>
              <a:gd name="T32" fmla="*/ 2147483646 w 948"/>
              <a:gd name="T33" fmla="*/ 2147483646 h 810"/>
              <a:gd name="T34" fmla="*/ 2147483646 w 948"/>
              <a:gd name="T35" fmla="*/ 2147483646 h 810"/>
              <a:gd name="T36" fmla="*/ 2147483646 w 948"/>
              <a:gd name="T37" fmla="*/ 2147483646 h 810"/>
              <a:gd name="T38" fmla="*/ 2147483646 w 948"/>
              <a:gd name="T39" fmla="*/ 2147483646 h 810"/>
              <a:gd name="T40" fmla="*/ 2147483646 w 948"/>
              <a:gd name="T41" fmla="*/ 2147483646 h 810"/>
              <a:gd name="T42" fmla="*/ 2147483646 w 948"/>
              <a:gd name="T43" fmla="*/ 2147483646 h 810"/>
              <a:gd name="T44" fmla="*/ 2147483646 w 948"/>
              <a:gd name="T45" fmla="*/ 2147483646 h 810"/>
              <a:gd name="T46" fmla="*/ 2147483646 w 948"/>
              <a:gd name="T47" fmla="*/ 2147483646 h 810"/>
              <a:gd name="T48" fmla="*/ 2147483646 w 948"/>
              <a:gd name="T49" fmla="*/ 2147483646 h 810"/>
              <a:gd name="T50" fmla="*/ 2147483646 w 948"/>
              <a:gd name="T51" fmla="*/ 2147483646 h 810"/>
              <a:gd name="T52" fmla="*/ 2147483646 w 948"/>
              <a:gd name="T53" fmla="*/ 2147483646 h 810"/>
              <a:gd name="T54" fmla="*/ 2147483646 w 948"/>
              <a:gd name="T55" fmla="*/ 2147483646 h 810"/>
              <a:gd name="T56" fmla="*/ 2147483646 w 948"/>
              <a:gd name="T57" fmla="*/ 2147483646 h 810"/>
              <a:gd name="T58" fmla="*/ 2147483646 w 948"/>
              <a:gd name="T59" fmla="*/ 2147483646 h 810"/>
              <a:gd name="T60" fmla="*/ 2147483646 w 948"/>
              <a:gd name="T61" fmla="*/ 2147483646 h 810"/>
              <a:gd name="T62" fmla="*/ 2147483646 w 948"/>
              <a:gd name="T63" fmla="*/ 2147483646 h 810"/>
              <a:gd name="T64" fmla="*/ 2147483646 w 948"/>
              <a:gd name="T65" fmla="*/ 2147483646 h 810"/>
              <a:gd name="T66" fmla="*/ 2147483646 w 948"/>
              <a:gd name="T67" fmla="*/ 2147483646 h 810"/>
              <a:gd name="T68" fmla="*/ 2147483646 w 948"/>
              <a:gd name="T69" fmla="*/ 2147483646 h 810"/>
              <a:gd name="T70" fmla="*/ 2147483646 w 948"/>
              <a:gd name="T71" fmla="*/ 2147483646 h 810"/>
              <a:gd name="T72" fmla="*/ 2147483646 w 948"/>
              <a:gd name="T73" fmla="*/ 2147483646 h 810"/>
              <a:gd name="T74" fmla="*/ 2147483646 w 948"/>
              <a:gd name="T75" fmla="*/ 2147483646 h 810"/>
              <a:gd name="T76" fmla="*/ 2147483646 w 948"/>
              <a:gd name="T77" fmla="*/ 2147483646 h 810"/>
              <a:gd name="T78" fmla="*/ 2147483646 w 948"/>
              <a:gd name="T79" fmla="*/ 2147483646 h 810"/>
              <a:gd name="T80" fmla="*/ 2147483646 w 948"/>
              <a:gd name="T81" fmla="*/ 2147483646 h 810"/>
              <a:gd name="T82" fmla="*/ 2147483646 w 948"/>
              <a:gd name="T83" fmla="*/ 2147483646 h 810"/>
              <a:gd name="T84" fmla="*/ 2147483646 w 948"/>
              <a:gd name="T85" fmla="*/ 2147483646 h 810"/>
              <a:gd name="T86" fmla="*/ 2147483646 w 948"/>
              <a:gd name="T87" fmla="*/ 2147483646 h 810"/>
              <a:gd name="T88" fmla="*/ 2147483646 w 948"/>
              <a:gd name="T89" fmla="*/ 2147483646 h 810"/>
              <a:gd name="T90" fmla="*/ 2147483646 w 948"/>
              <a:gd name="T91" fmla="*/ 2147483646 h 810"/>
              <a:gd name="T92" fmla="*/ 2147483646 w 948"/>
              <a:gd name="T93" fmla="*/ 2147483646 h 810"/>
              <a:gd name="T94" fmla="*/ 2147483646 w 948"/>
              <a:gd name="T95" fmla="*/ 2147483646 h 810"/>
              <a:gd name="T96" fmla="*/ 2147483646 w 948"/>
              <a:gd name="T97" fmla="*/ 2147483646 h 810"/>
              <a:gd name="T98" fmla="*/ 2147483646 w 948"/>
              <a:gd name="T99" fmla="*/ 2147483646 h 810"/>
              <a:gd name="T100" fmla="*/ 2147483646 w 948"/>
              <a:gd name="T101" fmla="*/ 2147483646 h 810"/>
              <a:gd name="T102" fmla="*/ 2147483646 w 948"/>
              <a:gd name="T103" fmla="*/ 2147483646 h 810"/>
              <a:gd name="T104" fmla="*/ 2147483646 w 948"/>
              <a:gd name="T105" fmla="*/ 2147483646 h 810"/>
              <a:gd name="T106" fmla="*/ 2147483646 w 948"/>
              <a:gd name="T107" fmla="*/ 2147483646 h 810"/>
              <a:gd name="T108" fmla="*/ 2147483646 w 948"/>
              <a:gd name="T109" fmla="*/ 2147483646 h 810"/>
              <a:gd name="T110" fmla="*/ 2147483646 w 948"/>
              <a:gd name="T111" fmla="*/ 2147483646 h 810"/>
              <a:gd name="T112" fmla="*/ 2147483646 w 948"/>
              <a:gd name="T113" fmla="*/ 2147483646 h 810"/>
              <a:gd name="T114" fmla="*/ 2147483646 w 948"/>
              <a:gd name="T115" fmla="*/ 2147483646 h 810"/>
              <a:gd name="T116" fmla="*/ 2147483646 w 948"/>
              <a:gd name="T117" fmla="*/ 2147483646 h 810"/>
              <a:gd name="T118" fmla="*/ 2147483646 w 948"/>
              <a:gd name="T119" fmla="*/ 2147483646 h 81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948" h="810">
                <a:moveTo>
                  <a:pt x="588" y="151"/>
                </a:moveTo>
                <a:cubicBezTo>
                  <a:pt x="588" y="151"/>
                  <a:pt x="588" y="152"/>
                  <a:pt x="588" y="152"/>
                </a:cubicBezTo>
                <a:cubicBezTo>
                  <a:pt x="588" y="153"/>
                  <a:pt x="589" y="154"/>
                  <a:pt x="589" y="155"/>
                </a:cubicBezTo>
                <a:cubicBezTo>
                  <a:pt x="589" y="156"/>
                  <a:pt x="589" y="156"/>
                  <a:pt x="589" y="157"/>
                </a:cubicBezTo>
                <a:cubicBezTo>
                  <a:pt x="589" y="158"/>
                  <a:pt x="589" y="159"/>
                  <a:pt x="589" y="161"/>
                </a:cubicBezTo>
                <a:cubicBezTo>
                  <a:pt x="589" y="161"/>
                  <a:pt x="589" y="161"/>
                  <a:pt x="589" y="161"/>
                </a:cubicBezTo>
                <a:cubicBezTo>
                  <a:pt x="589" y="162"/>
                  <a:pt x="589" y="164"/>
                  <a:pt x="589" y="165"/>
                </a:cubicBezTo>
                <a:cubicBezTo>
                  <a:pt x="589" y="165"/>
                  <a:pt x="589" y="166"/>
                  <a:pt x="589" y="166"/>
                </a:cubicBezTo>
                <a:cubicBezTo>
                  <a:pt x="589" y="167"/>
                  <a:pt x="589" y="168"/>
                  <a:pt x="589" y="169"/>
                </a:cubicBezTo>
                <a:cubicBezTo>
                  <a:pt x="589" y="170"/>
                  <a:pt x="589" y="170"/>
                  <a:pt x="589" y="171"/>
                </a:cubicBezTo>
                <a:cubicBezTo>
                  <a:pt x="588" y="178"/>
                  <a:pt x="586" y="185"/>
                  <a:pt x="584" y="191"/>
                </a:cubicBezTo>
                <a:cubicBezTo>
                  <a:pt x="584" y="192"/>
                  <a:pt x="583" y="193"/>
                  <a:pt x="583" y="194"/>
                </a:cubicBezTo>
                <a:cubicBezTo>
                  <a:pt x="583" y="195"/>
                  <a:pt x="583" y="195"/>
                  <a:pt x="583" y="195"/>
                </a:cubicBezTo>
                <a:cubicBezTo>
                  <a:pt x="583" y="196"/>
                  <a:pt x="582" y="197"/>
                  <a:pt x="582" y="198"/>
                </a:cubicBezTo>
                <a:cubicBezTo>
                  <a:pt x="582" y="198"/>
                  <a:pt x="582" y="198"/>
                  <a:pt x="582" y="198"/>
                </a:cubicBezTo>
                <a:cubicBezTo>
                  <a:pt x="580" y="201"/>
                  <a:pt x="579" y="204"/>
                  <a:pt x="577" y="207"/>
                </a:cubicBezTo>
                <a:cubicBezTo>
                  <a:pt x="577" y="207"/>
                  <a:pt x="577" y="207"/>
                  <a:pt x="577" y="208"/>
                </a:cubicBezTo>
                <a:cubicBezTo>
                  <a:pt x="577" y="208"/>
                  <a:pt x="576" y="209"/>
                  <a:pt x="575" y="210"/>
                </a:cubicBezTo>
                <a:cubicBezTo>
                  <a:pt x="575" y="210"/>
                  <a:pt x="575" y="211"/>
                  <a:pt x="575" y="211"/>
                </a:cubicBezTo>
                <a:cubicBezTo>
                  <a:pt x="573" y="215"/>
                  <a:pt x="570" y="218"/>
                  <a:pt x="567" y="222"/>
                </a:cubicBezTo>
                <a:cubicBezTo>
                  <a:pt x="567" y="222"/>
                  <a:pt x="567" y="222"/>
                  <a:pt x="567" y="222"/>
                </a:cubicBezTo>
                <a:cubicBezTo>
                  <a:pt x="566" y="223"/>
                  <a:pt x="566" y="224"/>
                  <a:pt x="565" y="224"/>
                </a:cubicBezTo>
                <a:cubicBezTo>
                  <a:pt x="565" y="224"/>
                  <a:pt x="565" y="225"/>
                  <a:pt x="565" y="225"/>
                </a:cubicBezTo>
                <a:cubicBezTo>
                  <a:pt x="562" y="227"/>
                  <a:pt x="560" y="230"/>
                  <a:pt x="558" y="232"/>
                </a:cubicBezTo>
                <a:cubicBezTo>
                  <a:pt x="558" y="232"/>
                  <a:pt x="557" y="232"/>
                  <a:pt x="557" y="232"/>
                </a:cubicBezTo>
                <a:cubicBezTo>
                  <a:pt x="557" y="233"/>
                  <a:pt x="556" y="233"/>
                  <a:pt x="555" y="234"/>
                </a:cubicBezTo>
                <a:cubicBezTo>
                  <a:pt x="555" y="234"/>
                  <a:pt x="555" y="234"/>
                  <a:pt x="554" y="234"/>
                </a:cubicBezTo>
                <a:cubicBezTo>
                  <a:pt x="554" y="235"/>
                  <a:pt x="553" y="236"/>
                  <a:pt x="552" y="236"/>
                </a:cubicBezTo>
                <a:cubicBezTo>
                  <a:pt x="547" y="240"/>
                  <a:pt x="543" y="243"/>
                  <a:pt x="537" y="246"/>
                </a:cubicBezTo>
                <a:cubicBezTo>
                  <a:pt x="536" y="246"/>
                  <a:pt x="535" y="247"/>
                  <a:pt x="534" y="247"/>
                </a:cubicBezTo>
                <a:cubicBezTo>
                  <a:pt x="533" y="247"/>
                  <a:pt x="533" y="248"/>
                  <a:pt x="532" y="248"/>
                </a:cubicBezTo>
                <a:cubicBezTo>
                  <a:pt x="532" y="248"/>
                  <a:pt x="531" y="249"/>
                  <a:pt x="530" y="249"/>
                </a:cubicBezTo>
                <a:cubicBezTo>
                  <a:pt x="529" y="249"/>
                  <a:pt x="529" y="249"/>
                  <a:pt x="528" y="249"/>
                </a:cubicBezTo>
                <a:cubicBezTo>
                  <a:pt x="527" y="250"/>
                  <a:pt x="526" y="250"/>
                  <a:pt x="525" y="251"/>
                </a:cubicBezTo>
                <a:cubicBezTo>
                  <a:pt x="525" y="251"/>
                  <a:pt x="525" y="251"/>
                  <a:pt x="525" y="251"/>
                </a:cubicBezTo>
                <a:cubicBezTo>
                  <a:pt x="523" y="251"/>
                  <a:pt x="522" y="252"/>
                  <a:pt x="520" y="252"/>
                </a:cubicBezTo>
                <a:cubicBezTo>
                  <a:pt x="520" y="252"/>
                  <a:pt x="520" y="252"/>
                  <a:pt x="519" y="252"/>
                </a:cubicBezTo>
                <a:cubicBezTo>
                  <a:pt x="518" y="253"/>
                  <a:pt x="517" y="253"/>
                  <a:pt x="516" y="253"/>
                </a:cubicBezTo>
                <a:cubicBezTo>
                  <a:pt x="516" y="253"/>
                  <a:pt x="515" y="253"/>
                  <a:pt x="515" y="253"/>
                </a:cubicBezTo>
                <a:cubicBezTo>
                  <a:pt x="514" y="254"/>
                  <a:pt x="512" y="254"/>
                  <a:pt x="511" y="254"/>
                </a:cubicBezTo>
                <a:cubicBezTo>
                  <a:pt x="509" y="254"/>
                  <a:pt x="508" y="255"/>
                  <a:pt x="506" y="255"/>
                </a:cubicBezTo>
                <a:cubicBezTo>
                  <a:pt x="506" y="255"/>
                  <a:pt x="506" y="255"/>
                  <a:pt x="505" y="255"/>
                </a:cubicBezTo>
                <a:cubicBezTo>
                  <a:pt x="504" y="255"/>
                  <a:pt x="503" y="255"/>
                  <a:pt x="502" y="255"/>
                </a:cubicBezTo>
                <a:cubicBezTo>
                  <a:pt x="502" y="255"/>
                  <a:pt x="501" y="255"/>
                  <a:pt x="501" y="255"/>
                </a:cubicBezTo>
                <a:cubicBezTo>
                  <a:pt x="499" y="255"/>
                  <a:pt x="498" y="255"/>
                  <a:pt x="496" y="255"/>
                </a:cubicBezTo>
                <a:cubicBezTo>
                  <a:pt x="496" y="255"/>
                  <a:pt x="496" y="255"/>
                  <a:pt x="496" y="255"/>
                </a:cubicBezTo>
                <a:cubicBezTo>
                  <a:pt x="495" y="255"/>
                  <a:pt x="494" y="255"/>
                  <a:pt x="492" y="255"/>
                </a:cubicBezTo>
                <a:cubicBezTo>
                  <a:pt x="492" y="255"/>
                  <a:pt x="491" y="255"/>
                  <a:pt x="491" y="255"/>
                </a:cubicBezTo>
                <a:cubicBezTo>
                  <a:pt x="490" y="255"/>
                  <a:pt x="489" y="255"/>
                  <a:pt x="488" y="255"/>
                </a:cubicBezTo>
                <a:cubicBezTo>
                  <a:pt x="488" y="255"/>
                  <a:pt x="487" y="255"/>
                  <a:pt x="487" y="255"/>
                </a:cubicBezTo>
                <a:cubicBezTo>
                  <a:pt x="485" y="255"/>
                  <a:pt x="484" y="255"/>
                  <a:pt x="483" y="255"/>
                </a:cubicBezTo>
                <a:cubicBezTo>
                  <a:pt x="477" y="254"/>
                  <a:pt x="471" y="253"/>
                  <a:pt x="466" y="251"/>
                </a:cubicBezTo>
                <a:cubicBezTo>
                  <a:pt x="465" y="250"/>
                  <a:pt x="464" y="250"/>
                  <a:pt x="463" y="250"/>
                </a:cubicBezTo>
                <a:cubicBezTo>
                  <a:pt x="463" y="250"/>
                  <a:pt x="462" y="250"/>
                  <a:pt x="462" y="249"/>
                </a:cubicBezTo>
                <a:cubicBezTo>
                  <a:pt x="461" y="249"/>
                  <a:pt x="460" y="249"/>
                  <a:pt x="459" y="248"/>
                </a:cubicBezTo>
                <a:cubicBezTo>
                  <a:pt x="459" y="248"/>
                  <a:pt x="459" y="248"/>
                  <a:pt x="459" y="248"/>
                </a:cubicBezTo>
                <a:cubicBezTo>
                  <a:pt x="456" y="247"/>
                  <a:pt x="453" y="245"/>
                  <a:pt x="450" y="244"/>
                </a:cubicBezTo>
                <a:cubicBezTo>
                  <a:pt x="450" y="244"/>
                  <a:pt x="450" y="244"/>
                  <a:pt x="450" y="244"/>
                </a:cubicBezTo>
                <a:cubicBezTo>
                  <a:pt x="449" y="243"/>
                  <a:pt x="448" y="243"/>
                  <a:pt x="447" y="242"/>
                </a:cubicBezTo>
                <a:cubicBezTo>
                  <a:pt x="447" y="242"/>
                  <a:pt x="447" y="242"/>
                  <a:pt x="446" y="242"/>
                </a:cubicBezTo>
                <a:cubicBezTo>
                  <a:pt x="443" y="239"/>
                  <a:pt x="439" y="237"/>
                  <a:pt x="436" y="234"/>
                </a:cubicBezTo>
                <a:cubicBezTo>
                  <a:pt x="435" y="234"/>
                  <a:pt x="435" y="234"/>
                  <a:pt x="435" y="234"/>
                </a:cubicBezTo>
                <a:cubicBezTo>
                  <a:pt x="434" y="233"/>
                  <a:pt x="434" y="232"/>
                  <a:pt x="433" y="232"/>
                </a:cubicBezTo>
                <a:cubicBezTo>
                  <a:pt x="433" y="231"/>
                  <a:pt x="433" y="231"/>
                  <a:pt x="432" y="231"/>
                </a:cubicBezTo>
                <a:cubicBezTo>
                  <a:pt x="430" y="229"/>
                  <a:pt x="428" y="227"/>
                  <a:pt x="425" y="224"/>
                </a:cubicBezTo>
                <a:cubicBezTo>
                  <a:pt x="425" y="224"/>
                  <a:pt x="425" y="224"/>
                  <a:pt x="425" y="224"/>
                </a:cubicBezTo>
                <a:cubicBezTo>
                  <a:pt x="425" y="223"/>
                  <a:pt x="424" y="222"/>
                  <a:pt x="423" y="222"/>
                </a:cubicBezTo>
                <a:cubicBezTo>
                  <a:pt x="423" y="221"/>
                  <a:pt x="423" y="221"/>
                  <a:pt x="423" y="221"/>
                </a:cubicBezTo>
                <a:cubicBezTo>
                  <a:pt x="422" y="220"/>
                  <a:pt x="421" y="219"/>
                  <a:pt x="421" y="218"/>
                </a:cubicBezTo>
                <a:cubicBezTo>
                  <a:pt x="417" y="213"/>
                  <a:pt x="413" y="207"/>
                  <a:pt x="410" y="200"/>
                </a:cubicBezTo>
                <a:cubicBezTo>
                  <a:pt x="410" y="200"/>
                  <a:pt x="410" y="199"/>
                  <a:pt x="409" y="199"/>
                </a:cubicBezTo>
                <a:cubicBezTo>
                  <a:pt x="409" y="198"/>
                  <a:pt x="409" y="197"/>
                  <a:pt x="408" y="196"/>
                </a:cubicBezTo>
                <a:cubicBezTo>
                  <a:pt x="408" y="196"/>
                  <a:pt x="408" y="195"/>
                  <a:pt x="408" y="195"/>
                </a:cubicBezTo>
                <a:cubicBezTo>
                  <a:pt x="407" y="194"/>
                  <a:pt x="407" y="193"/>
                  <a:pt x="407" y="191"/>
                </a:cubicBezTo>
                <a:cubicBezTo>
                  <a:pt x="406" y="191"/>
                  <a:pt x="406" y="191"/>
                  <a:pt x="406" y="191"/>
                </a:cubicBezTo>
                <a:cubicBezTo>
                  <a:pt x="406" y="190"/>
                  <a:pt x="406" y="188"/>
                  <a:pt x="405" y="187"/>
                </a:cubicBezTo>
                <a:cubicBezTo>
                  <a:pt x="405" y="187"/>
                  <a:pt x="405" y="186"/>
                  <a:pt x="405" y="186"/>
                </a:cubicBezTo>
                <a:cubicBezTo>
                  <a:pt x="405" y="185"/>
                  <a:pt x="404" y="184"/>
                  <a:pt x="404" y="183"/>
                </a:cubicBezTo>
                <a:cubicBezTo>
                  <a:pt x="404" y="182"/>
                  <a:pt x="404" y="182"/>
                  <a:pt x="404" y="181"/>
                </a:cubicBezTo>
                <a:cubicBezTo>
                  <a:pt x="404" y="180"/>
                  <a:pt x="403" y="179"/>
                  <a:pt x="403" y="177"/>
                </a:cubicBezTo>
                <a:cubicBezTo>
                  <a:pt x="403" y="176"/>
                  <a:pt x="403" y="174"/>
                  <a:pt x="402" y="173"/>
                </a:cubicBezTo>
                <a:cubicBezTo>
                  <a:pt x="402" y="173"/>
                  <a:pt x="402" y="172"/>
                  <a:pt x="402" y="172"/>
                </a:cubicBezTo>
                <a:cubicBezTo>
                  <a:pt x="402" y="171"/>
                  <a:pt x="402" y="170"/>
                  <a:pt x="402" y="169"/>
                </a:cubicBezTo>
                <a:cubicBezTo>
                  <a:pt x="402" y="168"/>
                  <a:pt x="402" y="168"/>
                  <a:pt x="402" y="167"/>
                </a:cubicBezTo>
                <a:cubicBezTo>
                  <a:pt x="402" y="166"/>
                  <a:pt x="402" y="164"/>
                  <a:pt x="402" y="163"/>
                </a:cubicBezTo>
                <a:cubicBezTo>
                  <a:pt x="402" y="163"/>
                  <a:pt x="402" y="163"/>
                  <a:pt x="402" y="163"/>
                </a:cubicBezTo>
                <a:cubicBezTo>
                  <a:pt x="402" y="161"/>
                  <a:pt x="402" y="160"/>
                  <a:pt x="402" y="159"/>
                </a:cubicBezTo>
                <a:cubicBezTo>
                  <a:pt x="402" y="158"/>
                  <a:pt x="402" y="158"/>
                  <a:pt x="402" y="157"/>
                </a:cubicBezTo>
                <a:cubicBezTo>
                  <a:pt x="402" y="156"/>
                  <a:pt x="402" y="156"/>
                  <a:pt x="402" y="155"/>
                </a:cubicBezTo>
                <a:cubicBezTo>
                  <a:pt x="402" y="154"/>
                  <a:pt x="402" y="154"/>
                  <a:pt x="402" y="153"/>
                </a:cubicBezTo>
                <a:cubicBezTo>
                  <a:pt x="402" y="152"/>
                  <a:pt x="402" y="151"/>
                  <a:pt x="403" y="149"/>
                </a:cubicBezTo>
                <a:cubicBezTo>
                  <a:pt x="403" y="149"/>
                  <a:pt x="403" y="149"/>
                  <a:pt x="403" y="149"/>
                </a:cubicBezTo>
                <a:cubicBezTo>
                  <a:pt x="403" y="143"/>
                  <a:pt x="405" y="138"/>
                  <a:pt x="406" y="132"/>
                </a:cubicBezTo>
                <a:cubicBezTo>
                  <a:pt x="407" y="131"/>
                  <a:pt x="407" y="130"/>
                  <a:pt x="408" y="129"/>
                </a:cubicBezTo>
                <a:cubicBezTo>
                  <a:pt x="408" y="129"/>
                  <a:pt x="408" y="129"/>
                  <a:pt x="408" y="129"/>
                </a:cubicBezTo>
                <a:cubicBezTo>
                  <a:pt x="408" y="128"/>
                  <a:pt x="409" y="127"/>
                  <a:pt x="409" y="126"/>
                </a:cubicBezTo>
                <a:cubicBezTo>
                  <a:pt x="409" y="126"/>
                  <a:pt x="409" y="126"/>
                  <a:pt x="409" y="126"/>
                </a:cubicBezTo>
                <a:cubicBezTo>
                  <a:pt x="410" y="123"/>
                  <a:pt x="412" y="120"/>
                  <a:pt x="413" y="117"/>
                </a:cubicBezTo>
                <a:cubicBezTo>
                  <a:pt x="413" y="117"/>
                  <a:pt x="414" y="116"/>
                  <a:pt x="414" y="116"/>
                </a:cubicBezTo>
                <a:cubicBezTo>
                  <a:pt x="414" y="115"/>
                  <a:pt x="415" y="114"/>
                  <a:pt x="415" y="114"/>
                </a:cubicBezTo>
                <a:cubicBezTo>
                  <a:pt x="415" y="113"/>
                  <a:pt x="415" y="113"/>
                  <a:pt x="416" y="113"/>
                </a:cubicBezTo>
                <a:cubicBezTo>
                  <a:pt x="418" y="109"/>
                  <a:pt x="420" y="106"/>
                  <a:pt x="423" y="102"/>
                </a:cubicBezTo>
                <a:cubicBezTo>
                  <a:pt x="423" y="102"/>
                  <a:pt x="423" y="102"/>
                  <a:pt x="424" y="102"/>
                </a:cubicBezTo>
                <a:cubicBezTo>
                  <a:pt x="424" y="101"/>
                  <a:pt x="425" y="100"/>
                  <a:pt x="426" y="99"/>
                </a:cubicBezTo>
                <a:cubicBezTo>
                  <a:pt x="426" y="99"/>
                  <a:pt x="426" y="99"/>
                  <a:pt x="426" y="99"/>
                </a:cubicBezTo>
                <a:cubicBezTo>
                  <a:pt x="428" y="97"/>
                  <a:pt x="431" y="94"/>
                  <a:pt x="433" y="92"/>
                </a:cubicBezTo>
                <a:cubicBezTo>
                  <a:pt x="433" y="92"/>
                  <a:pt x="433" y="92"/>
                  <a:pt x="433" y="92"/>
                </a:cubicBezTo>
                <a:cubicBezTo>
                  <a:pt x="434" y="91"/>
                  <a:pt x="435" y="90"/>
                  <a:pt x="436" y="90"/>
                </a:cubicBezTo>
                <a:cubicBezTo>
                  <a:pt x="436" y="90"/>
                  <a:pt x="436" y="89"/>
                  <a:pt x="436" y="89"/>
                </a:cubicBezTo>
                <a:cubicBezTo>
                  <a:pt x="437" y="89"/>
                  <a:pt x="438" y="88"/>
                  <a:pt x="439" y="87"/>
                </a:cubicBezTo>
                <a:cubicBezTo>
                  <a:pt x="443" y="84"/>
                  <a:pt x="448" y="81"/>
                  <a:pt x="453" y="78"/>
                </a:cubicBezTo>
                <a:cubicBezTo>
                  <a:pt x="454" y="78"/>
                  <a:pt x="456" y="77"/>
                  <a:pt x="457" y="77"/>
                </a:cubicBezTo>
                <a:cubicBezTo>
                  <a:pt x="457" y="76"/>
                  <a:pt x="458" y="76"/>
                  <a:pt x="458" y="76"/>
                </a:cubicBezTo>
                <a:cubicBezTo>
                  <a:pt x="459" y="76"/>
                  <a:pt x="460" y="75"/>
                  <a:pt x="461" y="75"/>
                </a:cubicBezTo>
                <a:cubicBezTo>
                  <a:pt x="461" y="75"/>
                  <a:pt x="462" y="74"/>
                  <a:pt x="462" y="74"/>
                </a:cubicBezTo>
                <a:cubicBezTo>
                  <a:pt x="463" y="74"/>
                  <a:pt x="465" y="73"/>
                  <a:pt x="466" y="73"/>
                </a:cubicBezTo>
                <a:cubicBezTo>
                  <a:pt x="466" y="73"/>
                  <a:pt x="466" y="73"/>
                  <a:pt x="466" y="73"/>
                </a:cubicBezTo>
                <a:cubicBezTo>
                  <a:pt x="467" y="72"/>
                  <a:pt x="469" y="72"/>
                  <a:pt x="470" y="72"/>
                </a:cubicBezTo>
                <a:cubicBezTo>
                  <a:pt x="471" y="72"/>
                  <a:pt x="471" y="71"/>
                  <a:pt x="471" y="71"/>
                </a:cubicBezTo>
                <a:cubicBezTo>
                  <a:pt x="472" y="71"/>
                  <a:pt x="473" y="71"/>
                  <a:pt x="474" y="71"/>
                </a:cubicBezTo>
                <a:cubicBezTo>
                  <a:pt x="475" y="71"/>
                  <a:pt x="475" y="70"/>
                  <a:pt x="476" y="70"/>
                </a:cubicBezTo>
                <a:cubicBezTo>
                  <a:pt x="477" y="70"/>
                  <a:pt x="479" y="70"/>
                  <a:pt x="480" y="70"/>
                </a:cubicBezTo>
                <a:cubicBezTo>
                  <a:pt x="481" y="69"/>
                  <a:pt x="483" y="69"/>
                  <a:pt x="484" y="69"/>
                </a:cubicBezTo>
                <a:cubicBezTo>
                  <a:pt x="485" y="69"/>
                  <a:pt x="485" y="69"/>
                  <a:pt x="486" y="69"/>
                </a:cubicBezTo>
                <a:cubicBezTo>
                  <a:pt x="487" y="69"/>
                  <a:pt x="488" y="69"/>
                  <a:pt x="489" y="69"/>
                </a:cubicBezTo>
                <a:cubicBezTo>
                  <a:pt x="489" y="68"/>
                  <a:pt x="490" y="68"/>
                  <a:pt x="490" y="68"/>
                </a:cubicBezTo>
                <a:cubicBezTo>
                  <a:pt x="491" y="68"/>
                  <a:pt x="493" y="68"/>
                  <a:pt x="494" y="68"/>
                </a:cubicBezTo>
                <a:cubicBezTo>
                  <a:pt x="494" y="68"/>
                  <a:pt x="494" y="68"/>
                  <a:pt x="495" y="68"/>
                </a:cubicBezTo>
                <a:cubicBezTo>
                  <a:pt x="496" y="68"/>
                  <a:pt x="497" y="68"/>
                  <a:pt x="498" y="68"/>
                </a:cubicBezTo>
                <a:cubicBezTo>
                  <a:pt x="499" y="68"/>
                  <a:pt x="499" y="68"/>
                  <a:pt x="500" y="68"/>
                </a:cubicBezTo>
                <a:cubicBezTo>
                  <a:pt x="501" y="68"/>
                  <a:pt x="502" y="68"/>
                  <a:pt x="503" y="69"/>
                </a:cubicBezTo>
                <a:cubicBezTo>
                  <a:pt x="503" y="69"/>
                  <a:pt x="504" y="69"/>
                  <a:pt x="504" y="69"/>
                </a:cubicBezTo>
                <a:cubicBezTo>
                  <a:pt x="505" y="69"/>
                  <a:pt x="507" y="69"/>
                  <a:pt x="508" y="69"/>
                </a:cubicBezTo>
                <a:cubicBezTo>
                  <a:pt x="514" y="70"/>
                  <a:pt x="519" y="71"/>
                  <a:pt x="525" y="73"/>
                </a:cubicBezTo>
                <a:cubicBezTo>
                  <a:pt x="526" y="73"/>
                  <a:pt x="527" y="74"/>
                  <a:pt x="528" y="74"/>
                </a:cubicBezTo>
                <a:cubicBezTo>
                  <a:pt x="528" y="74"/>
                  <a:pt x="528" y="74"/>
                  <a:pt x="528" y="74"/>
                </a:cubicBezTo>
                <a:cubicBezTo>
                  <a:pt x="529" y="75"/>
                  <a:pt x="530" y="75"/>
                  <a:pt x="531" y="75"/>
                </a:cubicBezTo>
                <a:cubicBezTo>
                  <a:pt x="531" y="75"/>
                  <a:pt x="532" y="76"/>
                  <a:pt x="532" y="76"/>
                </a:cubicBezTo>
                <a:cubicBezTo>
                  <a:pt x="535" y="77"/>
                  <a:pt x="538" y="78"/>
                  <a:pt x="541" y="80"/>
                </a:cubicBezTo>
                <a:cubicBezTo>
                  <a:pt x="541" y="80"/>
                  <a:pt x="541" y="80"/>
                  <a:pt x="541" y="80"/>
                </a:cubicBezTo>
                <a:cubicBezTo>
                  <a:pt x="542" y="81"/>
                  <a:pt x="543" y="81"/>
                  <a:pt x="544" y="82"/>
                </a:cubicBezTo>
                <a:cubicBezTo>
                  <a:pt x="544" y="82"/>
                  <a:pt x="544" y="82"/>
                  <a:pt x="544" y="82"/>
                </a:cubicBezTo>
                <a:cubicBezTo>
                  <a:pt x="548" y="84"/>
                  <a:pt x="552" y="87"/>
                  <a:pt x="555" y="90"/>
                </a:cubicBezTo>
                <a:cubicBezTo>
                  <a:pt x="555" y="90"/>
                  <a:pt x="555" y="90"/>
                  <a:pt x="556" y="90"/>
                </a:cubicBezTo>
                <a:cubicBezTo>
                  <a:pt x="556" y="91"/>
                  <a:pt x="557" y="92"/>
                  <a:pt x="558" y="92"/>
                </a:cubicBezTo>
                <a:cubicBezTo>
                  <a:pt x="558" y="92"/>
                  <a:pt x="558" y="92"/>
                  <a:pt x="558" y="93"/>
                </a:cubicBezTo>
                <a:cubicBezTo>
                  <a:pt x="561" y="95"/>
                  <a:pt x="563" y="97"/>
                  <a:pt x="565" y="100"/>
                </a:cubicBezTo>
                <a:cubicBezTo>
                  <a:pt x="565" y="100"/>
                  <a:pt x="565" y="100"/>
                  <a:pt x="565" y="100"/>
                </a:cubicBezTo>
                <a:cubicBezTo>
                  <a:pt x="566" y="101"/>
                  <a:pt x="567" y="101"/>
                  <a:pt x="567" y="102"/>
                </a:cubicBezTo>
                <a:cubicBezTo>
                  <a:pt x="568" y="102"/>
                  <a:pt x="568" y="103"/>
                  <a:pt x="568" y="103"/>
                </a:cubicBezTo>
                <a:cubicBezTo>
                  <a:pt x="569" y="104"/>
                  <a:pt x="569" y="104"/>
                  <a:pt x="570" y="105"/>
                </a:cubicBezTo>
                <a:cubicBezTo>
                  <a:pt x="573" y="110"/>
                  <a:pt x="576" y="115"/>
                  <a:pt x="579" y="120"/>
                </a:cubicBezTo>
                <a:cubicBezTo>
                  <a:pt x="580" y="121"/>
                  <a:pt x="580" y="122"/>
                  <a:pt x="581" y="123"/>
                </a:cubicBezTo>
                <a:cubicBezTo>
                  <a:pt x="581" y="124"/>
                  <a:pt x="581" y="124"/>
                  <a:pt x="581" y="125"/>
                </a:cubicBezTo>
                <a:cubicBezTo>
                  <a:pt x="582" y="126"/>
                  <a:pt x="582" y="127"/>
                  <a:pt x="582" y="127"/>
                </a:cubicBezTo>
                <a:cubicBezTo>
                  <a:pt x="583" y="128"/>
                  <a:pt x="583" y="128"/>
                  <a:pt x="583" y="129"/>
                </a:cubicBezTo>
                <a:cubicBezTo>
                  <a:pt x="583" y="130"/>
                  <a:pt x="584" y="131"/>
                  <a:pt x="584" y="132"/>
                </a:cubicBezTo>
                <a:cubicBezTo>
                  <a:pt x="584" y="132"/>
                  <a:pt x="584" y="133"/>
                  <a:pt x="584" y="133"/>
                </a:cubicBezTo>
                <a:cubicBezTo>
                  <a:pt x="585" y="134"/>
                  <a:pt x="585" y="135"/>
                  <a:pt x="585" y="137"/>
                </a:cubicBezTo>
                <a:lnTo>
                  <a:pt x="586" y="138"/>
                </a:lnTo>
                <a:cubicBezTo>
                  <a:pt x="586" y="139"/>
                  <a:pt x="586" y="140"/>
                  <a:pt x="587" y="141"/>
                </a:cubicBezTo>
                <a:cubicBezTo>
                  <a:pt x="587" y="141"/>
                  <a:pt x="587" y="142"/>
                  <a:pt x="587" y="142"/>
                </a:cubicBezTo>
                <a:cubicBezTo>
                  <a:pt x="587" y="144"/>
                  <a:pt x="587" y="145"/>
                  <a:pt x="588" y="147"/>
                </a:cubicBezTo>
                <a:cubicBezTo>
                  <a:pt x="588" y="148"/>
                  <a:pt x="588" y="149"/>
                  <a:pt x="588" y="151"/>
                </a:cubicBezTo>
                <a:close/>
                <a:moveTo>
                  <a:pt x="657" y="163"/>
                </a:moveTo>
                <a:lnTo>
                  <a:pt x="648" y="108"/>
                </a:lnTo>
                <a:lnTo>
                  <a:pt x="616" y="114"/>
                </a:lnTo>
                <a:cubicBezTo>
                  <a:pt x="611" y="99"/>
                  <a:pt x="602" y="86"/>
                  <a:pt x="592" y="74"/>
                </a:cubicBezTo>
                <a:lnTo>
                  <a:pt x="611" y="48"/>
                </a:lnTo>
                <a:lnTo>
                  <a:pt x="565" y="16"/>
                </a:lnTo>
                <a:lnTo>
                  <a:pt x="547" y="42"/>
                </a:lnTo>
                <a:cubicBezTo>
                  <a:pt x="533" y="36"/>
                  <a:pt x="518" y="32"/>
                  <a:pt x="502" y="32"/>
                </a:cubicBezTo>
                <a:lnTo>
                  <a:pt x="497" y="0"/>
                </a:lnTo>
                <a:lnTo>
                  <a:pt x="442" y="9"/>
                </a:lnTo>
                <a:lnTo>
                  <a:pt x="447" y="41"/>
                </a:lnTo>
                <a:cubicBezTo>
                  <a:pt x="432" y="47"/>
                  <a:pt x="419" y="55"/>
                  <a:pt x="408" y="65"/>
                </a:cubicBezTo>
                <a:lnTo>
                  <a:pt x="382" y="47"/>
                </a:lnTo>
                <a:lnTo>
                  <a:pt x="350" y="92"/>
                </a:lnTo>
                <a:lnTo>
                  <a:pt x="376" y="110"/>
                </a:lnTo>
                <a:cubicBezTo>
                  <a:pt x="370" y="124"/>
                  <a:pt x="366" y="140"/>
                  <a:pt x="365" y="155"/>
                </a:cubicBezTo>
                <a:lnTo>
                  <a:pt x="334" y="161"/>
                </a:lnTo>
                <a:lnTo>
                  <a:pt x="343" y="215"/>
                </a:lnTo>
                <a:lnTo>
                  <a:pt x="374" y="210"/>
                </a:lnTo>
                <a:cubicBezTo>
                  <a:pt x="380" y="225"/>
                  <a:pt x="388" y="238"/>
                  <a:pt x="399" y="249"/>
                </a:cubicBezTo>
                <a:lnTo>
                  <a:pt x="380" y="275"/>
                </a:lnTo>
                <a:lnTo>
                  <a:pt x="425" y="308"/>
                </a:lnTo>
                <a:lnTo>
                  <a:pt x="444" y="282"/>
                </a:lnTo>
                <a:cubicBezTo>
                  <a:pt x="458" y="288"/>
                  <a:pt x="473" y="291"/>
                  <a:pt x="489" y="292"/>
                </a:cubicBezTo>
                <a:lnTo>
                  <a:pt x="494" y="324"/>
                </a:lnTo>
                <a:lnTo>
                  <a:pt x="549" y="315"/>
                </a:lnTo>
                <a:lnTo>
                  <a:pt x="544" y="283"/>
                </a:lnTo>
                <a:cubicBezTo>
                  <a:pt x="558" y="277"/>
                  <a:pt x="571" y="269"/>
                  <a:pt x="583" y="258"/>
                </a:cubicBezTo>
                <a:lnTo>
                  <a:pt x="609" y="277"/>
                </a:lnTo>
                <a:lnTo>
                  <a:pt x="641" y="232"/>
                </a:lnTo>
                <a:lnTo>
                  <a:pt x="615" y="213"/>
                </a:lnTo>
                <a:cubicBezTo>
                  <a:pt x="621" y="199"/>
                  <a:pt x="625" y="184"/>
                  <a:pt x="625" y="168"/>
                </a:cubicBezTo>
                <a:lnTo>
                  <a:pt x="657" y="163"/>
                </a:lnTo>
                <a:close/>
                <a:moveTo>
                  <a:pt x="453" y="544"/>
                </a:moveTo>
                <a:cubicBezTo>
                  <a:pt x="453" y="545"/>
                  <a:pt x="453" y="546"/>
                  <a:pt x="453" y="547"/>
                </a:cubicBezTo>
                <a:cubicBezTo>
                  <a:pt x="452" y="548"/>
                  <a:pt x="452" y="550"/>
                  <a:pt x="452" y="552"/>
                </a:cubicBezTo>
                <a:cubicBezTo>
                  <a:pt x="452" y="553"/>
                  <a:pt x="451" y="554"/>
                  <a:pt x="451" y="554"/>
                </a:cubicBezTo>
                <a:cubicBezTo>
                  <a:pt x="451" y="557"/>
                  <a:pt x="450" y="559"/>
                  <a:pt x="450" y="562"/>
                </a:cubicBezTo>
                <a:cubicBezTo>
                  <a:pt x="450" y="562"/>
                  <a:pt x="450" y="562"/>
                  <a:pt x="449" y="562"/>
                </a:cubicBezTo>
                <a:cubicBezTo>
                  <a:pt x="449" y="565"/>
                  <a:pt x="448" y="567"/>
                  <a:pt x="448" y="569"/>
                </a:cubicBezTo>
                <a:cubicBezTo>
                  <a:pt x="447" y="570"/>
                  <a:pt x="447" y="570"/>
                  <a:pt x="447" y="571"/>
                </a:cubicBezTo>
                <a:cubicBezTo>
                  <a:pt x="447" y="573"/>
                  <a:pt x="446" y="575"/>
                  <a:pt x="445" y="576"/>
                </a:cubicBezTo>
                <a:cubicBezTo>
                  <a:pt x="445" y="577"/>
                  <a:pt x="445" y="578"/>
                  <a:pt x="445" y="579"/>
                </a:cubicBezTo>
                <a:cubicBezTo>
                  <a:pt x="440" y="591"/>
                  <a:pt x="435" y="602"/>
                  <a:pt x="428" y="612"/>
                </a:cubicBezTo>
                <a:cubicBezTo>
                  <a:pt x="427" y="614"/>
                  <a:pt x="426" y="616"/>
                  <a:pt x="425" y="617"/>
                </a:cubicBezTo>
                <a:cubicBezTo>
                  <a:pt x="424" y="617"/>
                  <a:pt x="424" y="618"/>
                  <a:pt x="424" y="618"/>
                </a:cubicBezTo>
                <a:cubicBezTo>
                  <a:pt x="423" y="620"/>
                  <a:pt x="422" y="621"/>
                  <a:pt x="421" y="623"/>
                </a:cubicBezTo>
                <a:cubicBezTo>
                  <a:pt x="421" y="623"/>
                  <a:pt x="420" y="623"/>
                  <a:pt x="420" y="623"/>
                </a:cubicBezTo>
                <a:cubicBezTo>
                  <a:pt x="417" y="628"/>
                  <a:pt x="413" y="632"/>
                  <a:pt x="409" y="637"/>
                </a:cubicBezTo>
                <a:cubicBezTo>
                  <a:pt x="409" y="637"/>
                  <a:pt x="409" y="637"/>
                  <a:pt x="408" y="637"/>
                </a:cubicBezTo>
                <a:cubicBezTo>
                  <a:pt x="407" y="639"/>
                  <a:pt x="406" y="640"/>
                  <a:pt x="404" y="641"/>
                </a:cubicBezTo>
                <a:cubicBezTo>
                  <a:pt x="404" y="641"/>
                  <a:pt x="404" y="642"/>
                  <a:pt x="404" y="642"/>
                </a:cubicBezTo>
                <a:cubicBezTo>
                  <a:pt x="398" y="648"/>
                  <a:pt x="392" y="653"/>
                  <a:pt x="386" y="657"/>
                </a:cubicBezTo>
                <a:cubicBezTo>
                  <a:pt x="385" y="657"/>
                  <a:pt x="385" y="658"/>
                  <a:pt x="385" y="658"/>
                </a:cubicBezTo>
                <a:cubicBezTo>
                  <a:pt x="383" y="659"/>
                  <a:pt x="382" y="660"/>
                  <a:pt x="380" y="661"/>
                </a:cubicBezTo>
                <a:cubicBezTo>
                  <a:pt x="380" y="661"/>
                  <a:pt x="379" y="661"/>
                  <a:pt x="379" y="662"/>
                </a:cubicBezTo>
                <a:cubicBezTo>
                  <a:pt x="374" y="665"/>
                  <a:pt x="369" y="668"/>
                  <a:pt x="364" y="670"/>
                </a:cubicBezTo>
                <a:cubicBezTo>
                  <a:pt x="364" y="671"/>
                  <a:pt x="364" y="671"/>
                  <a:pt x="363" y="671"/>
                </a:cubicBezTo>
                <a:cubicBezTo>
                  <a:pt x="362" y="672"/>
                  <a:pt x="360" y="672"/>
                  <a:pt x="358" y="673"/>
                </a:cubicBezTo>
                <a:cubicBezTo>
                  <a:pt x="358" y="673"/>
                  <a:pt x="358" y="674"/>
                  <a:pt x="357" y="674"/>
                </a:cubicBezTo>
                <a:cubicBezTo>
                  <a:pt x="356" y="675"/>
                  <a:pt x="354" y="675"/>
                  <a:pt x="352" y="676"/>
                </a:cubicBezTo>
                <a:cubicBezTo>
                  <a:pt x="343" y="680"/>
                  <a:pt x="333" y="683"/>
                  <a:pt x="323" y="685"/>
                </a:cubicBezTo>
                <a:cubicBezTo>
                  <a:pt x="321" y="686"/>
                  <a:pt x="318" y="686"/>
                  <a:pt x="316" y="687"/>
                </a:cubicBezTo>
                <a:cubicBezTo>
                  <a:pt x="315" y="687"/>
                  <a:pt x="314" y="687"/>
                  <a:pt x="313" y="687"/>
                </a:cubicBezTo>
                <a:cubicBezTo>
                  <a:pt x="312" y="687"/>
                  <a:pt x="310" y="688"/>
                  <a:pt x="308" y="688"/>
                </a:cubicBezTo>
                <a:cubicBezTo>
                  <a:pt x="307" y="688"/>
                  <a:pt x="307" y="688"/>
                  <a:pt x="306" y="688"/>
                </a:cubicBezTo>
                <a:cubicBezTo>
                  <a:pt x="304" y="688"/>
                  <a:pt x="301" y="689"/>
                  <a:pt x="299" y="689"/>
                </a:cubicBezTo>
                <a:cubicBezTo>
                  <a:pt x="299" y="689"/>
                  <a:pt x="299" y="689"/>
                  <a:pt x="298" y="689"/>
                </a:cubicBezTo>
                <a:cubicBezTo>
                  <a:pt x="296" y="689"/>
                  <a:pt x="293" y="689"/>
                  <a:pt x="291" y="689"/>
                </a:cubicBezTo>
                <a:cubicBezTo>
                  <a:pt x="290" y="689"/>
                  <a:pt x="289" y="689"/>
                  <a:pt x="289" y="689"/>
                </a:cubicBezTo>
                <a:cubicBezTo>
                  <a:pt x="287" y="689"/>
                  <a:pt x="285" y="689"/>
                  <a:pt x="283" y="689"/>
                </a:cubicBezTo>
                <a:cubicBezTo>
                  <a:pt x="282" y="689"/>
                  <a:pt x="281" y="689"/>
                  <a:pt x="281" y="689"/>
                </a:cubicBezTo>
                <a:cubicBezTo>
                  <a:pt x="278" y="689"/>
                  <a:pt x="276" y="689"/>
                  <a:pt x="273" y="689"/>
                </a:cubicBezTo>
                <a:cubicBezTo>
                  <a:pt x="270" y="688"/>
                  <a:pt x="268" y="688"/>
                  <a:pt x="265" y="688"/>
                </a:cubicBezTo>
                <a:cubicBezTo>
                  <a:pt x="265" y="688"/>
                  <a:pt x="264" y="687"/>
                  <a:pt x="263" y="687"/>
                </a:cubicBezTo>
                <a:cubicBezTo>
                  <a:pt x="261" y="687"/>
                  <a:pt x="259" y="687"/>
                  <a:pt x="257" y="686"/>
                </a:cubicBezTo>
                <a:cubicBezTo>
                  <a:pt x="257" y="686"/>
                  <a:pt x="256" y="686"/>
                  <a:pt x="255" y="686"/>
                </a:cubicBezTo>
                <a:cubicBezTo>
                  <a:pt x="253" y="686"/>
                  <a:pt x="250" y="685"/>
                  <a:pt x="248" y="684"/>
                </a:cubicBezTo>
                <a:cubicBezTo>
                  <a:pt x="248" y="684"/>
                  <a:pt x="247" y="684"/>
                  <a:pt x="247" y="684"/>
                </a:cubicBezTo>
                <a:cubicBezTo>
                  <a:pt x="245" y="684"/>
                  <a:pt x="243" y="683"/>
                  <a:pt x="241" y="683"/>
                </a:cubicBezTo>
                <a:cubicBezTo>
                  <a:pt x="240" y="682"/>
                  <a:pt x="239" y="682"/>
                  <a:pt x="238" y="682"/>
                </a:cubicBezTo>
                <a:cubicBezTo>
                  <a:pt x="237" y="681"/>
                  <a:pt x="235" y="681"/>
                  <a:pt x="233" y="680"/>
                </a:cubicBezTo>
                <a:cubicBezTo>
                  <a:pt x="233" y="680"/>
                  <a:pt x="232" y="680"/>
                  <a:pt x="231" y="679"/>
                </a:cubicBezTo>
                <a:cubicBezTo>
                  <a:pt x="229" y="679"/>
                  <a:pt x="226" y="678"/>
                  <a:pt x="224" y="677"/>
                </a:cubicBezTo>
                <a:cubicBezTo>
                  <a:pt x="215" y="673"/>
                  <a:pt x="206" y="668"/>
                  <a:pt x="197" y="663"/>
                </a:cubicBezTo>
                <a:cubicBezTo>
                  <a:pt x="196" y="662"/>
                  <a:pt x="194" y="661"/>
                  <a:pt x="192" y="660"/>
                </a:cubicBezTo>
                <a:cubicBezTo>
                  <a:pt x="192" y="659"/>
                  <a:pt x="192" y="659"/>
                  <a:pt x="191" y="659"/>
                </a:cubicBezTo>
                <a:cubicBezTo>
                  <a:pt x="190" y="658"/>
                  <a:pt x="188" y="657"/>
                  <a:pt x="187" y="656"/>
                </a:cubicBezTo>
                <a:cubicBezTo>
                  <a:pt x="187" y="655"/>
                  <a:pt x="187" y="655"/>
                  <a:pt x="186" y="655"/>
                </a:cubicBezTo>
                <a:cubicBezTo>
                  <a:pt x="182" y="652"/>
                  <a:pt x="177" y="648"/>
                  <a:pt x="173" y="644"/>
                </a:cubicBezTo>
                <a:cubicBezTo>
                  <a:pt x="173" y="644"/>
                  <a:pt x="172" y="643"/>
                  <a:pt x="172" y="643"/>
                </a:cubicBezTo>
                <a:cubicBezTo>
                  <a:pt x="171" y="642"/>
                  <a:pt x="170" y="641"/>
                  <a:pt x="168" y="639"/>
                </a:cubicBezTo>
                <a:cubicBezTo>
                  <a:pt x="168" y="639"/>
                  <a:pt x="168" y="639"/>
                  <a:pt x="167" y="638"/>
                </a:cubicBezTo>
                <a:cubicBezTo>
                  <a:pt x="162" y="633"/>
                  <a:pt x="157" y="627"/>
                  <a:pt x="152" y="620"/>
                </a:cubicBezTo>
                <a:cubicBezTo>
                  <a:pt x="152" y="620"/>
                  <a:pt x="152" y="620"/>
                  <a:pt x="151" y="619"/>
                </a:cubicBezTo>
                <a:cubicBezTo>
                  <a:pt x="150" y="618"/>
                  <a:pt x="149" y="616"/>
                  <a:pt x="148" y="615"/>
                </a:cubicBezTo>
                <a:cubicBezTo>
                  <a:pt x="148" y="615"/>
                  <a:pt x="148" y="614"/>
                  <a:pt x="148" y="614"/>
                </a:cubicBezTo>
                <a:cubicBezTo>
                  <a:pt x="145" y="609"/>
                  <a:pt x="142" y="604"/>
                  <a:pt x="139" y="599"/>
                </a:cubicBezTo>
                <a:cubicBezTo>
                  <a:pt x="139" y="599"/>
                  <a:pt x="139" y="598"/>
                  <a:pt x="139" y="598"/>
                </a:cubicBezTo>
                <a:cubicBezTo>
                  <a:pt x="138" y="597"/>
                  <a:pt x="137" y="595"/>
                  <a:pt x="136" y="593"/>
                </a:cubicBezTo>
                <a:cubicBezTo>
                  <a:pt x="136" y="593"/>
                  <a:pt x="136" y="592"/>
                  <a:pt x="136" y="592"/>
                </a:cubicBezTo>
                <a:cubicBezTo>
                  <a:pt x="135" y="590"/>
                  <a:pt x="134" y="589"/>
                  <a:pt x="133" y="587"/>
                </a:cubicBezTo>
                <a:cubicBezTo>
                  <a:pt x="129" y="575"/>
                  <a:pt x="125" y="563"/>
                  <a:pt x="123" y="551"/>
                </a:cubicBezTo>
                <a:cubicBezTo>
                  <a:pt x="123" y="550"/>
                  <a:pt x="122" y="549"/>
                  <a:pt x="122" y="548"/>
                </a:cubicBezTo>
                <a:cubicBezTo>
                  <a:pt x="122" y="547"/>
                  <a:pt x="122" y="545"/>
                  <a:pt x="122" y="543"/>
                </a:cubicBezTo>
                <a:cubicBezTo>
                  <a:pt x="122" y="542"/>
                  <a:pt x="121" y="541"/>
                  <a:pt x="121" y="541"/>
                </a:cubicBezTo>
                <a:cubicBezTo>
                  <a:pt x="121" y="538"/>
                  <a:pt x="121" y="536"/>
                  <a:pt x="121" y="534"/>
                </a:cubicBezTo>
                <a:cubicBezTo>
                  <a:pt x="121" y="534"/>
                  <a:pt x="121" y="533"/>
                  <a:pt x="121" y="533"/>
                </a:cubicBezTo>
                <a:cubicBezTo>
                  <a:pt x="120" y="531"/>
                  <a:pt x="120" y="528"/>
                  <a:pt x="120" y="526"/>
                </a:cubicBezTo>
                <a:cubicBezTo>
                  <a:pt x="120" y="525"/>
                  <a:pt x="120" y="524"/>
                  <a:pt x="120" y="523"/>
                </a:cubicBezTo>
                <a:cubicBezTo>
                  <a:pt x="120" y="522"/>
                  <a:pt x="120" y="520"/>
                  <a:pt x="120" y="518"/>
                </a:cubicBezTo>
                <a:cubicBezTo>
                  <a:pt x="120" y="517"/>
                  <a:pt x="120" y="516"/>
                  <a:pt x="120" y="515"/>
                </a:cubicBezTo>
                <a:cubicBezTo>
                  <a:pt x="121" y="513"/>
                  <a:pt x="121" y="510"/>
                  <a:pt x="121" y="508"/>
                </a:cubicBezTo>
                <a:cubicBezTo>
                  <a:pt x="121" y="505"/>
                  <a:pt x="121" y="503"/>
                  <a:pt x="122" y="500"/>
                </a:cubicBezTo>
                <a:cubicBezTo>
                  <a:pt x="122" y="499"/>
                  <a:pt x="122" y="499"/>
                  <a:pt x="122" y="498"/>
                </a:cubicBezTo>
                <a:cubicBezTo>
                  <a:pt x="122" y="496"/>
                  <a:pt x="123" y="494"/>
                  <a:pt x="123" y="492"/>
                </a:cubicBezTo>
                <a:cubicBezTo>
                  <a:pt x="123" y="492"/>
                  <a:pt x="123" y="491"/>
                  <a:pt x="123" y="490"/>
                </a:cubicBezTo>
                <a:cubicBezTo>
                  <a:pt x="124" y="488"/>
                  <a:pt x="124" y="485"/>
                  <a:pt x="125" y="483"/>
                </a:cubicBezTo>
                <a:cubicBezTo>
                  <a:pt x="125" y="482"/>
                  <a:pt x="125" y="482"/>
                  <a:pt x="125" y="482"/>
                </a:cubicBezTo>
                <a:cubicBezTo>
                  <a:pt x="126" y="480"/>
                  <a:pt x="126" y="478"/>
                  <a:pt x="127" y="475"/>
                </a:cubicBezTo>
                <a:cubicBezTo>
                  <a:pt x="127" y="475"/>
                  <a:pt x="127" y="474"/>
                  <a:pt x="128" y="473"/>
                </a:cubicBezTo>
                <a:cubicBezTo>
                  <a:pt x="128" y="471"/>
                  <a:pt x="129" y="470"/>
                  <a:pt x="129" y="468"/>
                </a:cubicBezTo>
                <a:cubicBezTo>
                  <a:pt x="130" y="467"/>
                  <a:pt x="130" y="467"/>
                  <a:pt x="130" y="466"/>
                </a:cubicBezTo>
                <a:cubicBezTo>
                  <a:pt x="131" y="464"/>
                  <a:pt x="132" y="461"/>
                  <a:pt x="133" y="459"/>
                </a:cubicBezTo>
                <a:cubicBezTo>
                  <a:pt x="133" y="459"/>
                  <a:pt x="133" y="459"/>
                  <a:pt x="133" y="459"/>
                </a:cubicBezTo>
                <a:cubicBezTo>
                  <a:pt x="136" y="450"/>
                  <a:pt x="141" y="440"/>
                  <a:pt x="147" y="432"/>
                </a:cubicBezTo>
                <a:cubicBezTo>
                  <a:pt x="148" y="430"/>
                  <a:pt x="149" y="429"/>
                  <a:pt x="150" y="427"/>
                </a:cubicBezTo>
                <a:cubicBezTo>
                  <a:pt x="150" y="427"/>
                  <a:pt x="150" y="426"/>
                  <a:pt x="151" y="426"/>
                </a:cubicBezTo>
                <a:cubicBezTo>
                  <a:pt x="152" y="425"/>
                  <a:pt x="153" y="423"/>
                  <a:pt x="154" y="422"/>
                </a:cubicBezTo>
                <a:cubicBezTo>
                  <a:pt x="154" y="422"/>
                  <a:pt x="154" y="421"/>
                  <a:pt x="154" y="421"/>
                </a:cubicBezTo>
                <a:cubicBezTo>
                  <a:pt x="158" y="416"/>
                  <a:pt x="162" y="412"/>
                  <a:pt x="166" y="408"/>
                </a:cubicBezTo>
                <a:cubicBezTo>
                  <a:pt x="166" y="407"/>
                  <a:pt x="166" y="407"/>
                  <a:pt x="166" y="407"/>
                </a:cubicBezTo>
                <a:cubicBezTo>
                  <a:pt x="168" y="406"/>
                  <a:pt x="169" y="404"/>
                  <a:pt x="170" y="403"/>
                </a:cubicBezTo>
                <a:cubicBezTo>
                  <a:pt x="170" y="403"/>
                  <a:pt x="171" y="403"/>
                  <a:pt x="171" y="402"/>
                </a:cubicBezTo>
                <a:cubicBezTo>
                  <a:pt x="177" y="397"/>
                  <a:pt x="183" y="392"/>
                  <a:pt x="189" y="387"/>
                </a:cubicBezTo>
                <a:cubicBezTo>
                  <a:pt x="189" y="387"/>
                  <a:pt x="190" y="387"/>
                  <a:pt x="190" y="386"/>
                </a:cubicBezTo>
                <a:cubicBezTo>
                  <a:pt x="192" y="385"/>
                  <a:pt x="193" y="384"/>
                  <a:pt x="195" y="383"/>
                </a:cubicBezTo>
                <a:cubicBezTo>
                  <a:pt x="195" y="383"/>
                  <a:pt x="195" y="383"/>
                  <a:pt x="195" y="383"/>
                </a:cubicBezTo>
                <a:cubicBezTo>
                  <a:pt x="200" y="379"/>
                  <a:pt x="205" y="377"/>
                  <a:pt x="211" y="374"/>
                </a:cubicBezTo>
                <a:cubicBezTo>
                  <a:pt x="211" y="374"/>
                  <a:pt x="211" y="374"/>
                  <a:pt x="211" y="373"/>
                </a:cubicBezTo>
                <a:cubicBezTo>
                  <a:pt x="213" y="373"/>
                  <a:pt x="215" y="372"/>
                  <a:pt x="216" y="371"/>
                </a:cubicBezTo>
                <a:cubicBezTo>
                  <a:pt x="217" y="371"/>
                  <a:pt x="217" y="371"/>
                  <a:pt x="217" y="371"/>
                </a:cubicBezTo>
                <a:cubicBezTo>
                  <a:pt x="219" y="370"/>
                  <a:pt x="221" y="369"/>
                  <a:pt x="223" y="368"/>
                </a:cubicBezTo>
                <a:cubicBezTo>
                  <a:pt x="232" y="364"/>
                  <a:pt x="242" y="361"/>
                  <a:pt x="252" y="359"/>
                </a:cubicBezTo>
                <a:cubicBezTo>
                  <a:pt x="254" y="358"/>
                  <a:pt x="256" y="358"/>
                  <a:pt x="259" y="358"/>
                </a:cubicBezTo>
                <a:cubicBezTo>
                  <a:pt x="260" y="357"/>
                  <a:pt x="260" y="357"/>
                  <a:pt x="261" y="357"/>
                </a:cubicBezTo>
                <a:cubicBezTo>
                  <a:pt x="263" y="357"/>
                  <a:pt x="265" y="357"/>
                  <a:pt x="266" y="356"/>
                </a:cubicBezTo>
                <a:cubicBezTo>
                  <a:pt x="267" y="356"/>
                  <a:pt x="268" y="356"/>
                  <a:pt x="269" y="356"/>
                </a:cubicBezTo>
                <a:cubicBezTo>
                  <a:pt x="271" y="356"/>
                  <a:pt x="273" y="356"/>
                  <a:pt x="276" y="356"/>
                </a:cubicBezTo>
                <a:cubicBezTo>
                  <a:pt x="276" y="355"/>
                  <a:pt x="276" y="355"/>
                  <a:pt x="276" y="355"/>
                </a:cubicBezTo>
                <a:cubicBezTo>
                  <a:pt x="279" y="355"/>
                  <a:pt x="281" y="355"/>
                  <a:pt x="284" y="355"/>
                </a:cubicBezTo>
                <a:cubicBezTo>
                  <a:pt x="285" y="355"/>
                  <a:pt x="285" y="355"/>
                  <a:pt x="286" y="355"/>
                </a:cubicBezTo>
                <a:cubicBezTo>
                  <a:pt x="288" y="355"/>
                  <a:pt x="290" y="355"/>
                  <a:pt x="292" y="355"/>
                </a:cubicBezTo>
                <a:cubicBezTo>
                  <a:pt x="292" y="355"/>
                  <a:pt x="293" y="355"/>
                  <a:pt x="294" y="355"/>
                </a:cubicBezTo>
                <a:cubicBezTo>
                  <a:pt x="297" y="355"/>
                  <a:pt x="299" y="356"/>
                  <a:pt x="302" y="356"/>
                </a:cubicBezTo>
                <a:cubicBezTo>
                  <a:pt x="304" y="356"/>
                  <a:pt x="307" y="356"/>
                  <a:pt x="309" y="357"/>
                </a:cubicBezTo>
                <a:cubicBezTo>
                  <a:pt x="310" y="357"/>
                  <a:pt x="311" y="357"/>
                  <a:pt x="312" y="357"/>
                </a:cubicBezTo>
                <a:cubicBezTo>
                  <a:pt x="314" y="357"/>
                  <a:pt x="315" y="357"/>
                  <a:pt x="317" y="358"/>
                </a:cubicBezTo>
                <a:cubicBezTo>
                  <a:pt x="318" y="358"/>
                  <a:pt x="319" y="358"/>
                  <a:pt x="319" y="358"/>
                </a:cubicBezTo>
                <a:cubicBezTo>
                  <a:pt x="322" y="359"/>
                  <a:pt x="324" y="359"/>
                  <a:pt x="327" y="360"/>
                </a:cubicBezTo>
                <a:cubicBezTo>
                  <a:pt x="327" y="360"/>
                  <a:pt x="327" y="360"/>
                  <a:pt x="328" y="360"/>
                </a:cubicBezTo>
                <a:cubicBezTo>
                  <a:pt x="330" y="361"/>
                  <a:pt x="332" y="361"/>
                  <a:pt x="334" y="362"/>
                </a:cubicBezTo>
                <a:cubicBezTo>
                  <a:pt x="335" y="362"/>
                  <a:pt x="336" y="362"/>
                  <a:pt x="336" y="363"/>
                </a:cubicBezTo>
                <a:cubicBezTo>
                  <a:pt x="338" y="363"/>
                  <a:pt x="340" y="363"/>
                  <a:pt x="341" y="364"/>
                </a:cubicBezTo>
                <a:cubicBezTo>
                  <a:pt x="342" y="364"/>
                  <a:pt x="343" y="365"/>
                  <a:pt x="344" y="365"/>
                </a:cubicBezTo>
                <a:cubicBezTo>
                  <a:pt x="346" y="366"/>
                  <a:pt x="348" y="367"/>
                  <a:pt x="350" y="367"/>
                </a:cubicBezTo>
                <a:cubicBezTo>
                  <a:pt x="360" y="371"/>
                  <a:pt x="369" y="376"/>
                  <a:pt x="378" y="382"/>
                </a:cubicBezTo>
                <a:cubicBezTo>
                  <a:pt x="379" y="383"/>
                  <a:pt x="381" y="384"/>
                  <a:pt x="382" y="385"/>
                </a:cubicBezTo>
                <a:cubicBezTo>
                  <a:pt x="383" y="385"/>
                  <a:pt x="383" y="385"/>
                  <a:pt x="383" y="385"/>
                </a:cubicBezTo>
                <a:cubicBezTo>
                  <a:pt x="385" y="387"/>
                  <a:pt x="386" y="388"/>
                  <a:pt x="388" y="389"/>
                </a:cubicBezTo>
                <a:cubicBezTo>
                  <a:pt x="388" y="389"/>
                  <a:pt x="388" y="389"/>
                  <a:pt x="388" y="389"/>
                </a:cubicBezTo>
                <a:cubicBezTo>
                  <a:pt x="393" y="393"/>
                  <a:pt x="398" y="397"/>
                  <a:pt x="402" y="401"/>
                </a:cubicBezTo>
                <a:cubicBezTo>
                  <a:pt x="402" y="401"/>
                  <a:pt x="402" y="401"/>
                  <a:pt x="402" y="401"/>
                </a:cubicBezTo>
                <a:cubicBezTo>
                  <a:pt x="404" y="402"/>
                  <a:pt x="405" y="404"/>
                  <a:pt x="406" y="405"/>
                </a:cubicBezTo>
                <a:cubicBezTo>
                  <a:pt x="407" y="405"/>
                  <a:pt x="407" y="406"/>
                  <a:pt x="407" y="406"/>
                </a:cubicBezTo>
                <a:cubicBezTo>
                  <a:pt x="413" y="412"/>
                  <a:pt x="418" y="418"/>
                  <a:pt x="422" y="424"/>
                </a:cubicBezTo>
                <a:cubicBezTo>
                  <a:pt x="423" y="424"/>
                  <a:pt x="423" y="425"/>
                  <a:pt x="423" y="425"/>
                </a:cubicBezTo>
                <a:cubicBezTo>
                  <a:pt x="424" y="426"/>
                  <a:pt x="425" y="428"/>
                  <a:pt x="426" y="429"/>
                </a:cubicBezTo>
                <a:cubicBezTo>
                  <a:pt x="426" y="430"/>
                  <a:pt x="427" y="430"/>
                  <a:pt x="427" y="430"/>
                </a:cubicBezTo>
                <a:cubicBezTo>
                  <a:pt x="430" y="435"/>
                  <a:pt x="433" y="440"/>
                  <a:pt x="436" y="445"/>
                </a:cubicBezTo>
                <a:cubicBezTo>
                  <a:pt x="436" y="446"/>
                  <a:pt x="436" y="446"/>
                  <a:pt x="436" y="446"/>
                </a:cubicBezTo>
                <a:cubicBezTo>
                  <a:pt x="437" y="448"/>
                  <a:pt x="438" y="449"/>
                  <a:pt x="438" y="451"/>
                </a:cubicBezTo>
                <a:cubicBezTo>
                  <a:pt x="439" y="451"/>
                  <a:pt x="439" y="452"/>
                  <a:pt x="439" y="452"/>
                </a:cubicBezTo>
                <a:cubicBezTo>
                  <a:pt x="440" y="454"/>
                  <a:pt x="441" y="456"/>
                  <a:pt x="441" y="457"/>
                </a:cubicBezTo>
                <a:cubicBezTo>
                  <a:pt x="445" y="467"/>
                  <a:pt x="448" y="476"/>
                  <a:pt x="451" y="487"/>
                </a:cubicBezTo>
                <a:cubicBezTo>
                  <a:pt x="451" y="489"/>
                  <a:pt x="452" y="491"/>
                  <a:pt x="452" y="494"/>
                </a:cubicBezTo>
                <a:cubicBezTo>
                  <a:pt x="452" y="494"/>
                  <a:pt x="452" y="495"/>
                  <a:pt x="452" y="496"/>
                </a:cubicBezTo>
                <a:cubicBezTo>
                  <a:pt x="453" y="498"/>
                  <a:pt x="453" y="499"/>
                  <a:pt x="453" y="501"/>
                </a:cubicBezTo>
                <a:cubicBezTo>
                  <a:pt x="453" y="502"/>
                  <a:pt x="453" y="503"/>
                  <a:pt x="453" y="504"/>
                </a:cubicBezTo>
                <a:cubicBezTo>
                  <a:pt x="454" y="506"/>
                  <a:pt x="454" y="508"/>
                  <a:pt x="454" y="510"/>
                </a:cubicBezTo>
                <a:cubicBezTo>
                  <a:pt x="454" y="511"/>
                  <a:pt x="454" y="511"/>
                  <a:pt x="454" y="511"/>
                </a:cubicBezTo>
                <a:cubicBezTo>
                  <a:pt x="454" y="514"/>
                  <a:pt x="454" y="516"/>
                  <a:pt x="454" y="519"/>
                </a:cubicBezTo>
                <a:lnTo>
                  <a:pt x="454" y="521"/>
                </a:lnTo>
                <a:cubicBezTo>
                  <a:pt x="454" y="523"/>
                  <a:pt x="454" y="525"/>
                  <a:pt x="454" y="527"/>
                </a:cubicBezTo>
                <a:cubicBezTo>
                  <a:pt x="454" y="527"/>
                  <a:pt x="454" y="528"/>
                  <a:pt x="454" y="529"/>
                </a:cubicBezTo>
                <a:cubicBezTo>
                  <a:pt x="454" y="531"/>
                  <a:pt x="454" y="534"/>
                  <a:pt x="454" y="537"/>
                </a:cubicBezTo>
                <a:cubicBezTo>
                  <a:pt x="454" y="539"/>
                  <a:pt x="453" y="542"/>
                  <a:pt x="453" y="544"/>
                </a:cubicBezTo>
                <a:close/>
                <a:moveTo>
                  <a:pt x="566" y="596"/>
                </a:moveTo>
                <a:lnTo>
                  <a:pt x="575" y="497"/>
                </a:lnTo>
                <a:lnTo>
                  <a:pt x="518" y="492"/>
                </a:lnTo>
                <a:cubicBezTo>
                  <a:pt x="514" y="464"/>
                  <a:pt x="506" y="438"/>
                  <a:pt x="493" y="414"/>
                </a:cubicBezTo>
                <a:lnTo>
                  <a:pt x="537" y="377"/>
                </a:lnTo>
                <a:lnTo>
                  <a:pt x="473" y="301"/>
                </a:lnTo>
                <a:lnTo>
                  <a:pt x="429" y="338"/>
                </a:lnTo>
                <a:cubicBezTo>
                  <a:pt x="408" y="321"/>
                  <a:pt x="383" y="308"/>
                  <a:pt x="356" y="300"/>
                </a:cubicBezTo>
                <a:lnTo>
                  <a:pt x="361" y="243"/>
                </a:lnTo>
                <a:lnTo>
                  <a:pt x="262" y="235"/>
                </a:lnTo>
                <a:lnTo>
                  <a:pt x="258" y="291"/>
                </a:lnTo>
                <a:cubicBezTo>
                  <a:pt x="230" y="295"/>
                  <a:pt x="203" y="304"/>
                  <a:pt x="179" y="316"/>
                </a:cubicBezTo>
                <a:lnTo>
                  <a:pt x="142" y="273"/>
                </a:lnTo>
                <a:lnTo>
                  <a:pt x="66" y="336"/>
                </a:lnTo>
                <a:lnTo>
                  <a:pt x="103" y="380"/>
                </a:lnTo>
                <a:cubicBezTo>
                  <a:pt x="87" y="402"/>
                  <a:pt x="73" y="426"/>
                  <a:pt x="65" y="453"/>
                </a:cubicBezTo>
                <a:lnTo>
                  <a:pt x="8" y="448"/>
                </a:lnTo>
                <a:lnTo>
                  <a:pt x="0" y="547"/>
                </a:lnTo>
                <a:lnTo>
                  <a:pt x="57" y="552"/>
                </a:lnTo>
                <a:cubicBezTo>
                  <a:pt x="60" y="580"/>
                  <a:pt x="69" y="606"/>
                  <a:pt x="82" y="631"/>
                </a:cubicBezTo>
                <a:lnTo>
                  <a:pt x="38" y="667"/>
                </a:lnTo>
                <a:lnTo>
                  <a:pt x="102" y="743"/>
                </a:lnTo>
                <a:lnTo>
                  <a:pt x="145" y="706"/>
                </a:lnTo>
                <a:cubicBezTo>
                  <a:pt x="167" y="723"/>
                  <a:pt x="192" y="736"/>
                  <a:pt x="219" y="744"/>
                </a:cubicBezTo>
                <a:lnTo>
                  <a:pt x="214" y="801"/>
                </a:lnTo>
                <a:lnTo>
                  <a:pt x="312" y="810"/>
                </a:lnTo>
                <a:lnTo>
                  <a:pt x="317" y="753"/>
                </a:lnTo>
                <a:cubicBezTo>
                  <a:pt x="345" y="749"/>
                  <a:pt x="372" y="741"/>
                  <a:pt x="396" y="728"/>
                </a:cubicBezTo>
                <a:lnTo>
                  <a:pt x="432" y="772"/>
                </a:lnTo>
                <a:lnTo>
                  <a:pt x="508" y="708"/>
                </a:lnTo>
                <a:lnTo>
                  <a:pt x="471" y="664"/>
                </a:lnTo>
                <a:cubicBezTo>
                  <a:pt x="488" y="643"/>
                  <a:pt x="501" y="618"/>
                  <a:pt x="509" y="591"/>
                </a:cubicBezTo>
                <a:lnTo>
                  <a:pt x="566" y="596"/>
                </a:lnTo>
                <a:close/>
                <a:moveTo>
                  <a:pt x="863" y="462"/>
                </a:moveTo>
                <a:cubicBezTo>
                  <a:pt x="863" y="462"/>
                  <a:pt x="862" y="463"/>
                  <a:pt x="862" y="463"/>
                </a:cubicBezTo>
                <a:cubicBezTo>
                  <a:pt x="862" y="465"/>
                  <a:pt x="862" y="466"/>
                  <a:pt x="862" y="467"/>
                </a:cubicBezTo>
                <a:cubicBezTo>
                  <a:pt x="862" y="468"/>
                  <a:pt x="862" y="468"/>
                  <a:pt x="861" y="469"/>
                </a:cubicBezTo>
                <a:cubicBezTo>
                  <a:pt x="861" y="470"/>
                  <a:pt x="861" y="472"/>
                  <a:pt x="860" y="474"/>
                </a:cubicBezTo>
                <a:cubicBezTo>
                  <a:pt x="860" y="474"/>
                  <a:pt x="860" y="474"/>
                  <a:pt x="860" y="474"/>
                </a:cubicBezTo>
                <a:cubicBezTo>
                  <a:pt x="860" y="476"/>
                  <a:pt x="859" y="477"/>
                  <a:pt x="859" y="479"/>
                </a:cubicBezTo>
                <a:cubicBezTo>
                  <a:pt x="859" y="479"/>
                  <a:pt x="859" y="480"/>
                  <a:pt x="858" y="481"/>
                </a:cubicBezTo>
                <a:cubicBezTo>
                  <a:pt x="858" y="482"/>
                  <a:pt x="858" y="483"/>
                  <a:pt x="857" y="484"/>
                </a:cubicBezTo>
                <a:cubicBezTo>
                  <a:pt x="857" y="485"/>
                  <a:pt x="857" y="485"/>
                  <a:pt x="857" y="486"/>
                </a:cubicBezTo>
                <a:cubicBezTo>
                  <a:pt x="854" y="494"/>
                  <a:pt x="850" y="502"/>
                  <a:pt x="845" y="510"/>
                </a:cubicBezTo>
                <a:cubicBezTo>
                  <a:pt x="844" y="511"/>
                  <a:pt x="844" y="512"/>
                  <a:pt x="843" y="513"/>
                </a:cubicBezTo>
                <a:cubicBezTo>
                  <a:pt x="843" y="513"/>
                  <a:pt x="842" y="513"/>
                  <a:pt x="842" y="513"/>
                </a:cubicBezTo>
                <a:cubicBezTo>
                  <a:pt x="842" y="515"/>
                  <a:pt x="841" y="516"/>
                  <a:pt x="840" y="517"/>
                </a:cubicBezTo>
                <a:cubicBezTo>
                  <a:pt x="840" y="517"/>
                  <a:pt x="840" y="517"/>
                  <a:pt x="840" y="517"/>
                </a:cubicBezTo>
                <a:cubicBezTo>
                  <a:pt x="837" y="520"/>
                  <a:pt x="835" y="524"/>
                  <a:pt x="832" y="527"/>
                </a:cubicBezTo>
                <a:cubicBezTo>
                  <a:pt x="832" y="527"/>
                  <a:pt x="831" y="527"/>
                  <a:pt x="831" y="527"/>
                </a:cubicBezTo>
                <a:cubicBezTo>
                  <a:pt x="830" y="528"/>
                  <a:pt x="829" y="529"/>
                  <a:pt x="829" y="530"/>
                </a:cubicBezTo>
                <a:cubicBezTo>
                  <a:pt x="828" y="530"/>
                  <a:pt x="828" y="530"/>
                  <a:pt x="828" y="530"/>
                </a:cubicBezTo>
                <a:cubicBezTo>
                  <a:pt x="824" y="534"/>
                  <a:pt x="820" y="538"/>
                  <a:pt x="815" y="541"/>
                </a:cubicBezTo>
                <a:cubicBezTo>
                  <a:pt x="815" y="541"/>
                  <a:pt x="815" y="541"/>
                  <a:pt x="815" y="541"/>
                </a:cubicBezTo>
                <a:cubicBezTo>
                  <a:pt x="814" y="542"/>
                  <a:pt x="812" y="543"/>
                  <a:pt x="811" y="544"/>
                </a:cubicBezTo>
                <a:cubicBezTo>
                  <a:pt x="811" y="544"/>
                  <a:pt x="811" y="544"/>
                  <a:pt x="811" y="544"/>
                </a:cubicBezTo>
                <a:cubicBezTo>
                  <a:pt x="807" y="546"/>
                  <a:pt x="804" y="548"/>
                  <a:pt x="800" y="550"/>
                </a:cubicBezTo>
                <a:cubicBezTo>
                  <a:pt x="800" y="550"/>
                  <a:pt x="800" y="550"/>
                  <a:pt x="800" y="551"/>
                </a:cubicBezTo>
                <a:cubicBezTo>
                  <a:pt x="799" y="551"/>
                  <a:pt x="797" y="552"/>
                  <a:pt x="796" y="552"/>
                </a:cubicBezTo>
                <a:cubicBezTo>
                  <a:pt x="796" y="552"/>
                  <a:pt x="796" y="552"/>
                  <a:pt x="795" y="553"/>
                </a:cubicBezTo>
                <a:cubicBezTo>
                  <a:pt x="794" y="553"/>
                  <a:pt x="793" y="554"/>
                  <a:pt x="792" y="554"/>
                </a:cubicBezTo>
                <a:cubicBezTo>
                  <a:pt x="785" y="557"/>
                  <a:pt x="778" y="559"/>
                  <a:pt x="771" y="561"/>
                </a:cubicBezTo>
                <a:cubicBezTo>
                  <a:pt x="770" y="561"/>
                  <a:pt x="768" y="561"/>
                  <a:pt x="766" y="562"/>
                </a:cubicBezTo>
                <a:cubicBezTo>
                  <a:pt x="766" y="562"/>
                  <a:pt x="765" y="562"/>
                  <a:pt x="765" y="562"/>
                </a:cubicBezTo>
                <a:cubicBezTo>
                  <a:pt x="763" y="562"/>
                  <a:pt x="762" y="562"/>
                  <a:pt x="761" y="562"/>
                </a:cubicBezTo>
                <a:cubicBezTo>
                  <a:pt x="760" y="563"/>
                  <a:pt x="760" y="563"/>
                  <a:pt x="759" y="563"/>
                </a:cubicBezTo>
                <a:cubicBezTo>
                  <a:pt x="758" y="563"/>
                  <a:pt x="756" y="563"/>
                  <a:pt x="755" y="563"/>
                </a:cubicBezTo>
                <a:cubicBezTo>
                  <a:pt x="754" y="563"/>
                  <a:pt x="754" y="563"/>
                  <a:pt x="754" y="563"/>
                </a:cubicBezTo>
                <a:cubicBezTo>
                  <a:pt x="752" y="563"/>
                  <a:pt x="751" y="563"/>
                  <a:pt x="749" y="563"/>
                </a:cubicBezTo>
                <a:cubicBezTo>
                  <a:pt x="748" y="563"/>
                  <a:pt x="748" y="563"/>
                  <a:pt x="747" y="563"/>
                </a:cubicBezTo>
                <a:cubicBezTo>
                  <a:pt x="746" y="563"/>
                  <a:pt x="745" y="563"/>
                  <a:pt x="743" y="563"/>
                </a:cubicBezTo>
                <a:cubicBezTo>
                  <a:pt x="743" y="563"/>
                  <a:pt x="742" y="563"/>
                  <a:pt x="742" y="563"/>
                </a:cubicBezTo>
                <a:cubicBezTo>
                  <a:pt x="740" y="563"/>
                  <a:pt x="738" y="563"/>
                  <a:pt x="736" y="563"/>
                </a:cubicBezTo>
                <a:cubicBezTo>
                  <a:pt x="734" y="563"/>
                  <a:pt x="733" y="563"/>
                  <a:pt x="731" y="562"/>
                </a:cubicBezTo>
                <a:cubicBezTo>
                  <a:pt x="730" y="562"/>
                  <a:pt x="730" y="562"/>
                  <a:pt x="729" y="562"/>
                </a:cubicBezTo>
                <a:cubicBezTo>
                  <a:pt x="728" y="562"/>
                  <a:pt x="727" y="562"/>
                  <a:pt x="725" y="562"/>
                </a:cubicBezTo>
                <a:cubicBezTo>
                  <a:pt x="725" y="561"/>
                  <a:pt x="724" y="561"/>
                  <a:pt x="724" y="561"/>
                </a:cubicBezTo>
                <a:cubicBezTo>
                  <a:pt x="722" y="561"/>
                  <a:pt x="720" y="561"/>
                  <a:pt x="719" y="560"/>
                </a:cubicBezTo>
                <a:cubicBezTo>
                  <a:pt x="718" y="560"/>
                  <a:pt x="718" y="560"/>
                  <a:pt x="718" y="560"/>
                </a:cubicBezTo>
                <a:cubicBezTo>
                  <a:pt x="717" y="560"/>
                  <a:pt x="715" y="559"/>
                  <a:pt x="714" y="559"/>
                </a:cubicBezTo>
                <a:cubicBezTo>
                  <a:pt x="713" y="559"/>
                  <a:pt x="712" y="558"/>
                  <a:pt x="712" y="558"/>
                </a:cubicBezTo>
                <a:cubicBezTo>
                  <a:pt x="711" y="558"/>
                  <a:pt x="710" y="558"/>
                  <a:pt x="708" y="557"/>
                </a:cubicBezTo>
                <a:cubicBezTo>
                  <a:pt x="708" y="557"/>
                  <a:pt x="707" y="557"/>
                  <a:pt x="707" y="557"/>
                </a:cubicBezTo>
                <a:cubicBezTo>
                  <a:pt x="705" y="556"/>
                  <a:pt x="704" y="555"/>
                  <a:pt x="702" y="555"/>
                </a:cubicBezTo>
                <a:cubicBezTo>
                  <a:pt x="695" y="552"/>
                  <a:pt x="689" y="549"/>
                  <a:pt x="683" y="545"/>
                </a:cubicBezTo>
                <a:cubicBezTo>
                  <a:pt x="682" y="544"/>
                  <a:pt x="681" y="543"/>
                  <a:pt x="680" y="543"/>
                </a:cubicBezTo>
                <a:cubicBezTo>
                  <a:pt x="679" y="542"/>
                  <a:pt x="679" y="542"/>
                  <a:pt x="679" y="542"/>
                </a:cubicBezTo>
                <a:cubicBezTo>
                  <a:pt x="678" y="541"/>
                  <a:pt x="677" y="541"/>
                  <a:pt x="676" y="540"/>
                </a:cubicBezTo>
                <a:cubicBezTo>
                  <a:pt x="676" y="540"/>
                  <a:pt x="676" y="540"/>
                  <a:pt x="675" y="539"/>
                </a:cubicBezTo>
                <a:cubicBezTo>
                  <a:pt x="672" y="537"/>
                  <a:pt x="669" y="534"/>
                  <a:pt x="666" y="531"/>
                </a:cubicBezTo>
                <a:cubicBezTo>
                  <a:pt x="666" y="531"/>
                  <a:pt x="666" y="531"/>
                  <a:pt x="665" y="531"/>
                </a:cubicBezTo>
                <a:cubicBezTo>
                  <a:pt x="665" y="530"/>
                  <a:pt x="664" y="529"/>
                  <a:pt x="663" y="528"/>
                </a:cubicBezTo>
                <a:cubicBezTo>
                  <a:pt x="663" y="528"/>
                  <a:pt x="662" y="528"/>
                  <a:pt x="662" y="528"/>
                </a:cubicBezTo>
                <a:cubicBezTo>
                  <a:pt x="658" y="524"/>
                  <a:pt x="655" y="520"/>
                  <a:pt x="651" y="515"/>
                </a:cubicBezTo>
                <a:cubicBezTo>
                  <a:pt x="651" y="515"/>
                  <a:pt x="651" y="515"/>
                  <a:pt x="651" y="514"/>
                </a:cubicBezTo>
                <a:cubicBezTo>
                  <a:pt x="650" y="513"/>
                  <a:pt x="649" y="512"/>
                  <a:pt x="649" y="511"/>
                </a:cubicBezTo>
                <a:cubicBezTo>
                  <a:pt x="649" y="511"/>
                  <a:pt x="649" y="511"/>
                  <a:pt x="648" y="511"/>
                </a:cubicBezTo>
                <a:cubicBezTo>
                  <a:pt x="646" y="507"/>
                  <a:pt x="644" y="504"/>
                  <a:pt x="642" y="500"/>
                </a:cubicBezTo>
                <a:cubicBezTo>
                  <a:pt x="642" y="500"/>
                  <a:pt x="642" y="500"/>
                  <a:pt x="642" y="500"/>
                </a:cubicBezTo>
                <a:cubicBezTo>
                  <a:pt x="641" y="498"/>
                  <a:pt x="641" y="497"/>
                  <a:pt x="640" y="496"/>
                </a:cubicBezTo>
                <a:cubicBezTo>
                  <a:pt x="640" y="496"/>
                  <a:pt x="640" y="495"/>
                  <a:pt x="640" y="495"/>
                </a:cubicBezTo>
                <a:cubicBezTo>
                  <a:pt x="639" y="494"/>
                  <a:pt x="639" y="493"/>
                  <a:pt x="638" y="492"/>
                </a:cubicBezTo>
                <a:cubicBezTo>
                  <a:pt x="635" y="484"/>
                  <a:pt x="632" y="475"/>
                  <a:pt x="631" y="466"/>
                </a:cubicBezTo>
                <a:cubicBezTo>
                  <a:pt x="631" y="466"/>
                  <a:pt x="631" y="465"/>
                  <a:pt x="630" y="464"/>
                </a:cubicBezTo>
                <a:cubicBezTo>
                  <a:pt x="630" y="463"/>
                  <a:pt x="630" y="462"/>
                  <a:pt x="630" y="461"/>
                </a:cubicBezTo>
                <a:cubicBezTo>
                  <a:pt x="630" y="460"/>
                  <a:pt x="630" y="460"/>
                  <a:pt x="630" y="459"/>
                </a:cubicBezTo>
                <a:cubicBezTo>
                  <a:pt x="630" y="458"/>
                  <a:pt x="629" y="456"/>
                  <a:pt x="629" y="454"/>
                </a:cubicBezTo>
                <a:cubicBezTo>
                  <a:pt x="629" y="454"/>
                  <a:pt x="629" y="454"/>
                  <a:pt x="629" y="454"/>
                </a:cubicBezTo>
                <a:cubicBezTo>
                  <a:pt x="629" y="452"/>
                  <a:pt x="629" y="450"/>
                  <a:pt x="629" y="449"/>
                </a:cubicBezTo>
                <a:cubicBezTo>
                  <a:pt x="629" y="448"/>
                  <a:pt x="629" y="448"/>
                  <a:pt x="629" y="447"/>
                </a:cubicBezTo>
                <a:cubicBezTo>
                  <a:pt x="629" y="446"/>
                  <a:pt x="629" y="444"/>
                  <a:pt x="629" y="443"/>
                </a:cubicBezTo>
                <a:cubicBezTo>
                  <a:pt x="629" y="443"/>
                  <a:pt x="629" y="442"/>
                  <a:pt x="629" y="441"/>
                </a:cubicBezTo>
                <a:cubicBezTo>
                  <a:pt x="629" y="440"/>
                  <a:pt x="629" y="438"/>
                  <a:pt x="629" y="436"/>
                </a:cubicBezTo>
                <a:cubicBezTo>
                  <a:pt x="630" y="434"/>
                  <a:pt x="630" y="432"/>
                  <a:pt x="630" y="431"/>
                </a:cubicBezTo>
                <a:cubicBezTo>
                  <a:pt x="630" y="430"/>
                  <a:pt x="630" y="430"/>
                  <a:pt x="630" y="429"/>
                </a:cubicBezTo>
                <a:cubicBezTo>
                  <a:pt x="630" y="428"/>
                  <a:pt x="631" y="426"/>
                  <a:pt x="631" y="425"/>
                </a:cubicBezTo>
                <a:cubicBezTo>
                  <a:pt x="631" y="425"/>
                  <a:pt x="631" y="424"/>
                  <a:pt x="631" y="424"/>
                </a:cubicBezTo>
                <a:cubicBezTo>
                  <a:pt x="632" y="422"/>
                  <a:pt x="632" y="420"/>
                  <a:pt x="632" y="418"/>
                </a:cubicBezTo>
                <a:cubicBezTo>
                  <a:pt x="632" y="418"/>
                  <a:pt x="632" y="418"/>
                  <a:pt x="632" y="418"/>
                </a:cubicBezTo>
                <a:cubicBezTo>
                  <a:pt x="633" y="416"/>
                  <a:pt x="633" y="415"/>
                  <a:pt x="634" y="413"/>
                </a:cubicBezTo>
                <a:cubicBezTo>
                  <a:pt x="634" y="413"/>
                  <a:pt x="634" y="412"/>
                  <a:pt x="634" y="412"/>
                </a:cubicBezTo>
                <a:cubicBezTo>
                  <a:pt x="635" y="410"/>
                  <a:pt x="635" y="409"/>
                  <a:pt x="635" y="408"/>
                </a:cubicBezTo>
                <a:cubicBezTo>
                  <a:pt x="635" y="408"/>
                  <a:pt x="636" y="407"/>
                  <a:pt x="636" y="407"/>
                </a:cubicBezTo>
                <a:cubicBezTo>
                  <a:pt x="636" y="405"/>
                  <a:pt x="637" y="403"/>
                  <a:pt x="638" y="402"/>
                </a:cubicBezTo>
                <a:cubicBezTo>
                  <a:pt x="638" y="402"/>
                  <a:pt x="638" y="402"/>
                  <a:pt x="638" y="402"/>
                </a:cubicBezTo>
                <a:cubicBezTo>
                  <a:pt x="640" y="395"/>
                  <a:pt x="644" y="389"/>
                  <a:pt x="648" y="383"/>
                </a:cubicBezTo>
                <a:cubicBezTo>
                  <a:pt x="648" y="382"/>
                  <a:pt x="649" y="380"/>
                  <a:pt x="650" y="379"/>
                </a:cubicBezTo>
                <a:cubicBezTo>
                  <a:pt x="650" y="379"/>
                  <a:pt x="650" y="379"/>
                  <a:pt x="650" y="379"/>
                </a:cubicBezTo>
                <a:cubicBezTo>
                  <a:pt x="651" y="378"/>
                  <a:pt x="652" y="377"/>
                  <a:pt x="653" y="376"/>
                </a:cubicBezTo>
                <a:cubicBezTo>
                  <a:pt x="653" y="375"/>
                  <a:pt x="653" y="375"/>
                  <a:pt x="653" y="375"/>
                </a:cubicBezTo>
                <a:cubicBezTo>
                  <a:pt x="655" y="372"/>
                  <a:pt x="658" y="369"/>
                  <a:pt x="661" y="366"/>
                </a:cubicBezTo>
                <a:cubicBezTo>
                  <a:pt x="661" y="366"/>
                  <a:pt x="661" y="365"/>
                  <a:pt x="661" y="365"/>
                </a:cubicBezTo>
                <a:cubicBezTo>
                  <a:pt x="662" y="364"/>
                  <a:pt x="663" y="363"/>
                  <a:pt x="664" y="363"/>
                </a:cubicBezTo>
                <a:cubicBezTo>
                  <a:pt x="664" y="362"/>
                  <a:pt x="664" y="362"/>
                  <a:pt x="665" y="362"/>
                </a:cubicBezTo>
                <a:cubicBezTo>
                  <a:pt x="669" y="358"/>
                  <a:pt x="673" y="355"/>
                  <a:pt x="677" y="351"/>
                </a:cubicBezTo>
                <a:cubicBezTo>
                  <a:pt x="678" y="351"/>
                  <a:pt x="678" y="351"/>
                  <a:pt x="678" y="351"/>
                </a:cubicBezTo>
                <a:cubicBezTo>
                  <a:pt x="679" y="350"/>
                  <a:pt x="680" y="349"/>
                  <a:pt x="681" y="349"/>
                </a:cubicBezTo>
                <a:cubicBezTo>
                  <a:pt x="681" y="348"/>
                  <a:pt x="682" y="348"/>
                  <a:pt x="682" y="348"/>
                </a:cubicBezTo>
                <a:cubicBezTo>
                  <a:pt x="685" y="346"/>
                  <a:pt x="689" y="344"/>
                  <a:pt x="692" y="342"/>
                </a:cubicBezTo>
                <a:cubicBezTo>
                  <a:pt x="693" y="342"/>
                  <a:pt x="693" y="342"/>
                  <a:pt x="693" y="342"/>
                </a:cubicBezTo>
                <a:cubicBezTo>
                  <a:pt x="694" y="341"/>
                  <a:pt x="695" y="341"/>
                  <a:pt x="696" y="340"/>
                </a:cubicBezTo>
                <a:cubicBezTo>
                  <a:pt x="697" y="340"/>
                  <a:pt x="697" y="340"/>
                  <a:pt x="697" y="340"/>
                </a:cubicBezTo>
                <a:cubicBezTo>
                  <a:pt x="698" y="339"/>
                  <a:pt x="700" y="339"/>
                  <a:pt x="701" y="338"/>
                </a:cubicBezTo>
                <a:cubicBezTo>
                  <a:pt x="707" y="335"/>
                  <a:pt x="714" y="333"/>
                  <a:pt x="721" y="331"/>
                </a:cubicBezTo>
                <a:cubicBezTo>
                  <a:pt x="723" y="331"/>
                  <a:pt x="725" y="331"/>
                  <a:pt x="726" y="331"/>
                </a:cubicBezTo>
                <a:cubicBezTo>
                  <a:pt x="727" y="330"/>
                  <a:pt x="727" y="330"/>
                  <a:pt x="728" y="330"/>
                </a:cubicBezTo>
                <a:cubicBezTo>
                  <a:pt x="729" y="330"/>
                  <a:pt x="730" y="330"/>
                  <a:pt x="732" y="330"/>
                </a:cubicBezTo>
                <a:cubicBezTo>
                  <a:pt x="732" y="330"/>
                  <a:pt x="733" y="330"/>
                  <a:pt x="733" y="330"/>
                </a:cubicBezTo>
                <a:cubicBezTo>
                  <a:pt x="735" y="329"/>
                  <a:pt x="736" y="329"/>
                  <a:pt x="738" y="329"/>
                </a:cubicBezTo>
                <a:cubicBezTo>
                  <a:pt x="738" y="329"/>
                  <a:pt x="738" y="329"/>
                  <a:pt x="739" y="329"/>
                </a:cubicBezTo>
                <a:cubicBezTo>
                  <a:pt x="740" y="329"/>
                  <a:pt x="742" y="329"/>
                  <a:pt x="744" y="329"/>
                </a:cubicBezTo>
                <a:cubicBezTo>
                  <a:pt x="744" y="329"/>
                  <a:pt x="745" y="329"/>
                  <a:pt x="745" y="329"/>
                </a:cubicBezTo>
                <a:cubicBezTo>
                  <a:pt x="747" y="329"/>
                  <a:pt x="748" y="329"/>
                  <a:pt x="749" y="329"/>
                </a:cubicBezTo>
                <a:cubicBezTo>
                  <a:pt x="750" y="329"/>
                  <a:pt x="750" y="329"/>
                  <a:pt x="751" y="329"/>
                </a:cubicBezTo>
                <a:cubicBezTo>
                  <a:pt x="753" y="329"/>
                  <a:pt x="755" y="329"/>
                  <a:pt x="756" y="329"/>
                </a:cubicBezTo>
                <a:cubicBezTo>
                  <a:pt x="758" y="329"/>
                  <a:pt x="760" y="330"/>
                  <a:pt x="762" y="330"/>
                </a:cubicBezTo>
                <a:cubicBezTo>
                  <a:pt x="762" y="330"/>
                  <a:pt x="763" y="330"/>
                  <a:pt x="763" y="330"/>
                </a:cubicBezTo>
                <a:cubicBezTo>
                  <a:pt x="765" y="330"/>
                  <a:pt x="766" y="330"/>
                  <a:pt x="767" y="331"/>
                </a:cubicBezTo>
                <a:cubicBezTo>
                  <a:pt x="768" y="331"/>
                  <a:pt x="768" y="331"/>
                  <a:pt x="769" y="331"/>
                </a:cubicBezTo>
                <a:cubicBezTo>
                  <a:pt x="771" y="331"/>
                  <a:pt x="772" y="332"/>
                  <a:pt x="774" y="332"/>
                </a:cubicBezTo>
                <a:cubicBezTo>
                  <a:pt x="774" y="332"/>
                  <a:pt x="774" y="332"/>
                  <a:pt x="775" y="332"/>
                </a:cubicBezTo>
                <a:cubicBezTo>
                  <a:pt x="776" y="333"/>
                  <a:pt x="778" y="333"/>
                  <a:pt x="779" y="333"/>
                </a:cubicBezTo>
                <a:cubicBezTo>
                  <a:pt x="780" y="334"/>
                  <a:pt x="780" y="334"/>
                  <a:pt x="781" y="334"/>
                </a:cubicBezTo>
                <a:cubicBezTo>
                  <a:pt x="782" y="334"/>
                  <a:pt x="783" y="335"/>
                  <a:pt x="784" y="335"/>
                </a:cubicBezTo>
                <a:cubicBezTo>
                  <a:pt x="785" y="335"/>
                  <a:pt x="785" y="335"/>
                  <a:pt x="786" y="336"/>
                </a:cubicBezTo>
                <a:cubicBezTo>
                  <a:pt x="787" y="336"/>
                  <a:pt x="789" y="337"/>
                  <a:pt x="791" y="337"/>
                </a:cubicBezTo>
                <a:cubicBezTo>
                  <a:pt x="797" y="340"/>
                  <a:pt x="804" y="344"/>
                  <a:pt x="810" y="347"/>
                </a:cubicBezTo>
                <a:cubicBezTo>
                  <a:pt x="811" y="348"/>
                  <a:pt x="812" y="349"/>
                  <a:pt x="813" y="350"/>
                </a:cubicBezTo>
                <a:cubicBezTo>
                  <a:pt x="813" y="350"/>
                  <a:pt x="813" y="350"/>
                  <a:pt x="814" y="350"/>
                </a:cubicBezTo>
                <a:cubicBezTo>
                  <a:pt x="815" y="351"/>
                  <a:pt x="816" y="352"/>
                  <a:pt x="817" y="352"/>
                </a:cubicBezTo>
                <a:cubicBezTo>
                  <a:pt x="817" y="353"/>
                  <a:pt x="817" y="353"/>
                  <a:pt x="817" y="353"/>
                </a:cubicBezTo>
                <a:cubicBezTo>
                  <a:pt x="821" y="355"/>
                  <a:pt x="824" y="358"/>
                  <a:pt x="827" y="361"/>
                </a:cubicBezTo>
                <a:cubicBezTo>
                  <a:pt x="827" y="361"/>
                  <a:pt x="827" y="361"/>
                  <a:pt x="827" y="361"/>
                </a:cubicBezTo>
                <a:cubicBezTo>
                  <a:pt x="828" y="362"/>
                  <a:pt x="829" y="363"/>
                  <a:pt x="830" y="364"/>
                </a:cubicBezTo>
                <a:cubicBezTo>
                  <a:pt x="830" y="364"/>
                  <a:pt x="830" y="364"/>
                  <a:pt x="831" y="364"/>
                </a:cubicBezTo>
                <a:cubicBezTo>
                  <a:pt x="834" y="368"/>
                  <a:pt x="838" y="373"/>
                  <a:pt x="841" y="377"/>
                </a:cubicBezTo>
                <a:cubicBezTo>
                  <a:pt x="841" y="377"/>
                  <a:pt x="842" y="378"/>
                  <a:pt x="842" y="378"/>
                </a:cubicBezTo>
                <a:cubicBezTo>
                  <a:pt x="842" y="379"/>
                  <a:pt x="843" y="380"/>
                  <a:pt x="844" y="381"/>
                </a:cubicBezTo>
                <a:cubicBezTo>
                  <a:pt x="844" y="381"/>
                  <a:pt x="844" y="381"/>
                  <a:pt x="844" y="382"/>
                </a:cubicBezTo>
                <a:cubicBezTo>
                  <a:pt x="847" y="385"/>
                  <a:pt x="849" y="389"/>
                  <a:pt x="851" y="392"/>
                </a:cubicBezTo>
                <a:cubicBezTo>
                  <a:pt x="851" y="392"/>
                  <a:pt x="851" y="393"/>
                  <a:pt x="851" y="393"/>
                </a:cubicBezTo>
                <a:cubicBezTo>
                  <a:pt x="851" y="394"/>
                  <a:pt x="852" y="395"/>
                  <a:pt x="852" y="396"/>
                </a:cubicBezTo>
                <a:cubicBezTo>
                  <a:pt x="853" y="396"/>
                  <a:pt x="853" y="397"/>
                  <a:pt x="853" y="397"/>
                </a:cubicBezTo>
                <a:cubicBezTo>
                  <a:pt x="853" y="398"/>
                  <a:pt x="854" y="399"/>
                  <a:pt x="854" y="401"/>
                </a:cubicBezTo>
                <a:cubicBezTo>
                  <a:pt x="857" y="407"/>
                  <a:pt x="859" y="414"/>
                  <a:pt x="861" y="421"/>
                </a:cubicBezTo>
                <a:cubicBezTo>
                  <a:pt x="861" y="423"/>
                  <a:pt x="862" y="424"/>
                  <a:pt x="862" y="426"/>
                </a:cubicBezTo>
                <a:cubicBezTo>
                  <a:pt x="862" y="427"/>
                  <a:pt x="862" y="427"/>
                  <a:pt x="862" y="428"/>
                </a:cubicBezTo>
                <a:cubicBezTo>
                  <a:pt x="862" y="429"/>
                  <a:pt x="863" y="430"/>
                  <a:pt x="863" y="431"/>
                </a:cubicBezTo>
                <a:cubicBezTo>
                  <a:pt x="863" y="432"/>
                  <a:pt x="863" y="433"/>
                  <a:pt x="863" y="433"/>
                </a:cubicBezTo>
                <a:cubicBezTo>
                  <a:pt x="863" y="435"/>
                  <a:pt x="863" y="436"/>
                  <a:pt x="863" y="438"/>
                </a:cubicBezTo>
                <a:cubicBezTo>
                  <a:pt x="863" y="438"/>
                  <a:pt x="863" y="438"/>
                  <a:pt x="863" y="438"/>
                </a:cubicBezTo>
                <a:cubicBezTo>
                  <a:pt x="863" y="440"/>
                  <a:pt x="864" y="442"/>
                  <a:pt x="864" y="444"/>
                </a:cubicBezTo>
                <a:lnTo>
                  <a:pt x="864" y="445"/>
                </a:lnTo>
                <a:cubicBezTo>
                  <a:pt x="864" y="447"/>
                  <a:pt x="864" y="448"/>
                  <a:pt x="864" y="449"/>
                </a:cubicBezTo>
                <a:cubicBezTo>
                  <a:pt x="864" y="450"/>
                  <a:pt x="864" y="450"/>
                  <a:pt x="864" y="451"/>
                </a:cubicBezTo>
                <a:cubicBezTo>
                  <a:pt x="863" y="453"/>
                  <a:pt x="863" y="454"/>
                  <a:pt x="863" y="456"/>
                </a:cubicBezTo>
                <a:cubicBezTo>
                  <a:pt x="863" y="458"/>
                  <a:pt x="863" y="460"/>
                  <a:pt x="863" y="462"/>
                </a:cubicBezTo>
                <a:close/>
                <a:moveTo>
                  <a:pt x="942" y="498"/>
                </a:moveTo>
                <a:lnTo>
                  <a:pt x="948" y="429"/>
                </a:lnTo>
                <a:lnTo>
                  <a:pt x="908" y="425"/>
                </a:lnTo>
                <a:cubicBezTo>
                  <a:pt x="906" y="406"/>
                  <a:pt x="900" y="387"/>
                  <a:pt x="891" y="370"/>
                </a:cubicBezTo>
                <a:lnTo>
                  <a:pt x="922" y="344"/>
                </a:lnTo>
                <a:lnTo>
                  <a:pt x="877" y="291"/>
                </a:lnTo>
                <a:lnTo>
                  <a:pt x="846" y="317"/>
                </a:lnTo>
                <a:cubicBezTo>
                  <a:pt x="831" y="305"/>
                  <a:pt x="814" y="296"/>
                  <a:pt x="795" y="290"/>
                </a:cubicBezTo>
                <a:lnTo>
                  <a:pt x="798" y="250"/>
                </a:lnTo>
                <a:lnTo>
                  <a:pt x="729" y="244"/>
                </a:lnTo>
                <a:lnTo>
                  <a:pt x="725" y="284"/>
                </a:lnTo>
                <a:cubicBezTo>
                  <a:pt x="706" y="287"/>
                  <a:pt x="687" y="293"/>
                  <a:pt x="670" y="302"/>
                </a:cubicBezTo>
                <a:lnTo>
                  <a:pt x="644" y="271"/>
                </a:lnTo>
                <a:lnTo>
                  <a:pt x="591" y="316"/>
                </a:lnTo>
                <a:lnTo>
                  <a:pt x="617" y="346"/>
                </a:lnTo>
                <a:cubicBezTo>
                  <a:pt x="605" y="362"/>
                  <a:pt x="596" y="379"/>
                  <a:pt x="590" y="398"/>
                </a:cubicBezTo>
                <a:lnTo>
                  <a:pt x="550" y="394"/>
                </a:lnTo>
                <a:lnTo>
                  <a:pt x="544" y="464"/>
                </a:lnTo>
                <a:lnTo>
                  <a:pt x="584" y="467"/>
                </a:lnTo>
                <a:cubicBezTo>
                  <a:pt x="587" y="487"/>
                  <a:pt x="593" y="505"/>
                  <a:pt x="602" y="522"/>
                </a:cubicBezTo>
                <a:lnTo>
                  <a:pt x="571" y="548"/>
                </a:lnTo>
                <a:lnTo>
                  <a:pt x="616" y="601"/>
                </a:lnTo>
                <a:lnTo>
                  <a:pt x="647" y="575"/>
                </a:lnTo>
                <a:cubicBezTo>
                  <a:pt x="662" y="587"/>
                  <a:pt x="679" y="596"/>
                  <a:pt x="698" y="602"/>
                </a:cubicBezTo>
                <a:lnTo>
                  <a:pt x="694" y="642"/>
                </a:lnTo>
                <a:lnTo>
                  <a:pt x="764" y="648"/>
                </a:lnTo>
                <a:lnTo>
                  <a:pt x="767" y="608"/>
                </a:lnTo>
                <a:cubicBezTo>
                  <a:pt x="787" y="606"/>
                  <a:pt x="805" y="600"/>
                  <a:pt x="822" y="591"/>
                </a:cubicBezTo>
                <a:lnTo>
                  <a:pt x="848" y="621"/>
                </a:lnTo>
                <a:lnTo>
                  <a:pt x="901" y="577"/>
                </a:lnTo>
                <a:lnTo>
                  <a:pt x="876" y="546"/>
                </a:lnTo>
                <a:cubicBezTo>
                  <a:pt x="887" y="531"/>
                  <a:pt x="896" y="513"/>
                  <a:pt x="902" y="494"/>
                </a:cubicBezTo>
                <a:lnTo>
                  <a:pt x="942" y="498"/>
                </a:lnTo>
                <a:close/>
              </a:path>
            </a:pathLst>
          </a:custGeom>
          <a:solidFill>
            <a:srgbClr val="113E6A"/>
          </a:solidFill>
          <a:ln w="9525">
            <a:noFill/>
            <a:round/>
            <a:headEnd/>
            <a:tailEnd/>
          </a:ln>
        </p:spPr>
        <p:txBody>
          <a:bodyPr/>
          <a:lstStyle/>
          <a:p>
            <a:endParaRPr lang="zh-CN" altLang="en-US"/>
          </a:p>
        </p:txBody>
      </p:sp>
      <p:sp>
        <p:nvSpPr>
          <p:cNvPr id="25" name="Freeform 13"/>
          <p:cNvSpPr>
            <a:spLocks noEditPoints="1"/>
          </p:cNvSpPr>
          <p:nvPr/>
        </p:nvSpPr>
        <p:spPr bwMode="auto">
          <a:xfrm>
            <a:off x="975456" y="1375386"/>
            <a:ext cx="1489075" cy="1398587"/>
          </a:xfrm>
          <a:custGeom>
            <a:avLst/>
            <a:gdLst>
              <a:gd name="T0" fmla="*/ 0 w 957"/>
              <a:gd name="T1" fmla="*/ 2147483646 h 885"/>
              <a:gd name="T2" fmla="*/ 2147483646 w 957"/>
              <a:gd name="T3" fmla="*/ 2147483646 h 885"/>
              <a:gd name="T4" fmla="*/ 2147483646 w 957"/>
              <a:gd name="T5" fmla="*/ 2147483646 h 885"/>
              <a:gd name="T6" fmla="*/ 2147483646 w 957"/>
              <a:gd name="T7" fmla="*/ 2147483646 h 885"/>
              <a:gd name="T8" fmla="*/ 2147483646 w 957"/>
              <a:gd name="T9" fmla="*/ 2147483646 h 885"/>
              <a:gd name="T10" fmla="*/ 2147483646 w 957"/>
              <a:gd name="T11" fmla="*/ 2147483646 h 885"/>
              <a:gd name="T12" fmla="*/ 2147483646 w 957"/>
              <a:gd name="T13" fmla="*/ 2147483646 h 885"/>
              <a:gd name="T14" fmla="*/ 2147483646 w 957"/>
              <a:gd name="T15" fmla="*/ 2147483646 h 885"/>
              <a:gd name="T16" fmla="*/ 2147483646 w 957"/>
              <a:gd name="T17" fmla="*/ 2147483646 h 885"/>
              <a:gd name="T18" fmla="*/ 2147483646 w 957"/>
              <a:gd name="T19" fmla="*/ 2147483646 h 885"/>
              <a:gd name="T20" fmla="*/ 0 w 957"/>
              <a:gd name="T21" fmla="*/ 2147483646 h 885"/>
              <a:gd name="T22" fmla="*/ 2147483646 w 957"/>
              <a:gd name="T23" fmla="*/ 2147483646 h 885"/>
              <a:gd name="T24" fmla="*/ 2147483646 w 957"/>
              <a:gd name="T25" fmla="*/ 2147483646 h 885"/>
              <a:gd name="T26" fmla="*/ 2147483646 w 957"/>
              <a:gd name="T27" fmla="*/ 2147483646 h 885"/>
              <a:gd name="T28" fmla="*/ 2147483646 w 957"/>
              <a:gd name="T29" fmla="*/ 2147483646 h 885"/>
              <a:gd name="T30" fmla="*/ 2147483646 w 957"/>
              <a:gd name="T31" fmla="*/ 2147483646 h 885"/>
              <a:gd name="T32" fmla="*/ 2147483646 w 957"/>
              <a:gd name="T33" fmla="*/ 2147483646 h 885"/>
              <a:gd name="T34" fmla="*/ 2147483646 w 957"/>
              <a:gd name="T35" fmla="*/ 2147483646 h 885"/>
              <a:gd name="T36" fmla="*/ 2147483646 w 957"/>
              <a:gd name="T37" fmla="*/ 2147483646 h 885"/>
              <a:gd name="T38" fmla="*/ 2147483646 w 957"/>
              <a:gd name="T39" fmla="*/ 2147483646 h 885"/>
              <a:gd name="T40" fmla="*/ 2147483646 w 957"/>
              <a:gd name="T41" fmla="*/ 2147483646 h 885"/>
              <a:gd name="T42" fmla="*/ 2147483646 w 957"/>
              <a:gd name="T43" fmla="*/ 2147483646 h 885"/>
              <a:gd name="T44" fmla="*/ 2147483646 w 957"/>
              <a:gd name="T45" fmla="*/ 2147483646 h 885"/>
              <a:gd name="T46" fmla="*/ 2147483646 w 957"/>
              <a:gd name="T47" fmla="*/ 2147483646 h 885"/>
              <a:gd name="T48" fmla="*/ 2147483646 w 957"/>
              <a:gd name="T49" fmla="*/ 2147483646 h 885"/>
              <a:gd name="T50" fmla="*/ 2147483646 w 957"/>
              <a:gd name="T51" fmla="*/ 2147483646 h 885"/>
              <a:gd name="T52" fmla="*/ 2147483646 w 957"/>
              <a:gd name="T53" fmla="*/ 2147483646 h 885"/>
              <a:gd name="T54" fmla="*/ 2147483646 w 957"/>
              <a:gd name="T55" fmla="*/ 2147483646 h 885"/>
              <a:gd name="T56" fmla="*/ 2147483646 w 957"/>
              <a:gd name="T57" fmla="*/ 2147483646 h 885"/>
              <a:gd name="T58" fmla="*/ 2147483646 w 957"/>
              <a:gd name="T59" fmla="*/ 2147483646 h 885"/>
              <a:gd name="T60" fmla="*/ 2147483646 w 957"/>
              <a:gd name="T61" fmla="*/ 2147483646 h 885"/>
              <a:gd name="T62" fmla="*/ 2147483646 w 957"/>
              <a:gd name="T63" fmla="*/ 2147483646 h 885"/>
              <a:gd name="T64" fmla="*/ 2147483646 w 957"/>
              <a:gd name="T65" fmla="*/ 2147483646 h 885"/>
              <a:gd name="T66" fmla="*/ 2147483646 w 957"/>
              <a:gd name="T67" fmla="*/ 2147483646 h 885"/>
              <a:gd name="T68" fmla="*/ 2147483646 w 957"/>
              <a:gd name="T69" fmla="*/ 2147483646 h 885"/>
              <a:gd name="T70" fmla="*/ 2147483646 w 957"/>
              <a:gd name="T71" fmla="*/ 2147483646 h 885"/>
              <a:gd name="T72" fmla="*/ 2147483646 w 957"/>
              <a:gd name="T73" fmla="*/ 2147483646 h 885"/>
              <a:gd name="T74" fmla="*/ 2147483646 w 957"/>
              <a:gd name="T75" fmla="*/ 2147483646 h 885"/>
              <a:gd name="T76" fmla="*/ 2147483646 w 957"/>
              <a:gd name="T77" fmla="*/ 2147483646 h 885"/>
              <a:gd name="T78" fmla="*/ 2147483646 w 957"/>
              <a:gd name="T79" fmla="*/ 2147483646 h 885"/>
              <a:gd name="T80" fmla="*/ 2147483646 w 957"/>
              <a:gd name="T81" fmla="*/ 2147483646 h 885"/>
              <a:gd name="T82" fmla="*/ 2147483646 w 957"/>
              <a:gd name="T83" fmla="*/ 2147483646 h 885"/>
              <a:gd name="T84" fmla="*/ 2147483646 w 957"/>
              <a:gd name="T85" fmla="*/ 2147483646 h 885"/>
              <a:gd name="T86" fmla="*/ 2147483646 w 957"/>
              <a:gd name="T87" fmla="*/ 2147483646 h 885"/>
              <a:gd name="T88" fmla="*/ 2147483646 w 957"/>
              <a:gd name="T89" fmla="*/ 2147483646 h 885"/>
              <a:gd name="T90" fmla="*/ 2147483646 w 957"/>
              <a:gd name="T91" fmla="*/ 2147483646 h 885"/>
              <a:gd name="T92" fmla="*/ 2147483646 w 957"/>
              <a:gd name="T93" fmla="*/ 2147483646 h 88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957" h="885">
                <a:moveTo>
                  <a:pt x="0" y="155"/>
                </a:moveTo>
                <a:cubicBezTo>
                  <a:pt x="0" y="278"/>
                  <a:pt x="0" y="400"/>
                  <a:pt x="0" y="523"/>
                </a:cubicBezTo>
                <a:cubicBezTo>
                  <a:pt x="0" y="533"/>
                  <a:pt x="161" y="687"/>
                  <a:pt x="181" y="707"/>
                </a:cubicBezTo>
                <a:cubicBezTo>
                  <a:pt x="202" y="728"/>
                  <a:pt x="355" y="885"/>
                  <a:pt x="368" y="885"/>
                </a:cubicBezTo>
                <a:cubicBezTo>
                  <a:pt x="442" y="885"/>
                  <a:pt x="516" y="885"/>
                  <a:pt x="589" y="885"/>
                </a:cubicBezTo>
                <a:cubicBezTo>
                  <a:pt x="620" y="885"/>
                  <a:pt x="632" y="856"/>
                  <a:pt x="645" y="837"/>
                </a:cubicBezTo>
                <a:cubicBezTo>
                  <a:pt x="645" y="684"/>
                  <a:pt x="645" y="532"/>
                  <a:pt x="645" y="380"/>
                </a:cubicBezTo>
                <a:cubicBezTo>
                  <a:pt x="631" y="385"/>
                  <a:pt x="590" y="368"/>
                  <a:pt x="582" y="391"/>
                </a:cubicBezTo>
                <a:cubicBezTo>
                  <a:pt x="577" y="401"/>
                  <a:pt x="582" y="573"/>
                  <a:pt x="582" y="608"/>
                </a:cubicBezTo>
                <a:cubicBezTo>
                  <a:pt x="582" y="643"/>
                  <a:pt x="592" y="822"/>
                  <a:pt x="567" y="822"/>
                </a:cubicBezTo>
                <a:cubicBezTo>
                  <a:pt x="507" y="822"/>
                  <a:pt x="447" y="822"/>
                  <a:pt x="387" y="822"/>
                </a:cubicBezTo>
                <a:cubicBezTo>
                  <a:pt x="368" y="822"/>
                  <a:pt x="376" y="760"/>
                  <a:pt x="376" y="741"/>
                </a:cubicBezTo>
                <a:cubicBezTo>
                  <a:pt x="376" y="710"/>
                  <a:pt x="376" y="679"/>
                  <a:pt x="376" y="649"/>
                </a:cubicBezTo>
                <a:cubicBezTo>
                  <a:pt x="376" y="565"/>
                  <a:pt x="376" y="551"/>
                  <a:pt x="324" y="516"/>
                </a:cubicBezTo>
                <a:cubicBezTo>
                  <a:pt x="300" y="516"/>
                  <a:pt x="301" y="509"/>
                  <a:pt x="280" y="509"/>
                </a:cubicBezTo>
                <a:cubicBezTo>
                  <a:pt x="209" y="509"/>
                  <a:pt x="137" y="509"/>
                  <a:pt x="66" y="509"/>
                </a:cubicBezTo>
                <a:cubicBezTo>
                  <a:pt x="66" y="398"/>
                  <a:pt x="66" y="287"/>
                  <a:pt x="66" y="177"/>
                </a:cubicBezTo>
                <a:cubicBezTo>
                  <a:pt x="66" y="168"/>
                  <a:pt x="69" y="169"/>
                  <a:pt x="74" y="162"/>
                </a:cubicBezTo>
                <a:cubicBezTo>
                  <a:pt x="155" y="162"/>
                  <a:pt x="236" y="162"/>
                  <a:pt x="317" y="162"/>
                </a:cubicBezTo>
                <a:cubicBezTo>
                  <a:pt x="333" y="151"/>
                  <a:pt x="375" y="115"/>
                  <a:pt x="376" y="92"/>
                </a:cubicBezTo>
                <a:cubicBezTo>
                  <a:pt x="274" y="92"/>
                  <a:pt x="172" y="92"/>
                  <a:pt x="70" y="92"/>
                </a:cubicBezTo>
                <a:cubicBezTo>
                  <a:pt x="42" y="92"/>
                  <a:pt x="0" y="131"/>
                  <a:pt x="0" y="155"/>
                </a:cubicBezTo>
                <a:close/>
                <a:moveTo>
                  <a:pt x="505" y="215"/>
                </a:moveTo>
                <a:lnTo>
                  <a:pt x="538" y="182"/>
                </a:lnTo>
                <a:lnTo>
                  <a:pt x="505" y="149"/>
                </a:lnTo>
                <a:cubicBezTo>
                  <a:pt x="504" y="148"/>
                  <a:pt x="504" y="146"/>
                  <a:pt x="505" y="145"/>
                </a:cubicBezTo>
                <a:lnTo>
                  <a:pt x="527" y="123"/>
                </a:lnTo>
                <a:cubicBezTo>
                  <a:pt x="528" y="122"/>
                  <a:pt x="530" y="122"/>
                  <a:pt x="531" y="123"/>
                </a:cubicBezTo>
                <a:lnTo>
                  <a:pt x="564" y="156"/>
                </a:lnTo>
                <a:lnTo>
                  <a:pt x="597" y="123"/>
                </a:lnTo>
                <a:cubicBezTo>
                  <a:pt x="599" y="122"/>
                  <a:pt x="601" y="122"/>
                  <a:pt x="602" y="123"/>
                </a:cubicBezTo>
                <a:lnTo>
                  <a:pt x="624" y="145"/>
                </a:lnTo>
                <a:cubicBezTo>
                  <a:pt x="625" y="146"/>
                  <a:pt x="625" y="148"/>
                  <a:pt x="624" y="149"/>
                </a:cubicBezTo>
                <a:lnTo>
                  <a:pt x="591" y="182"/>
                </a:lnTo>
                <a:lnTo>
                  <a:pt x="624" y="215"/>
                </a:lnTo>
                <a:cubicBezTo>
                  <a:pt x="625" y="217"/>
                  <a:pt x="625" y="219"/>
                  <a:pt x="624" y="220"/>
                </a:cubicBezTo>
                <a:lnTo>
                  <a:pt x="602" y="242"/>
                </a:lnTo>
                <a:cubicBezTo>
                  <a:pt x="601" y="243"/>
                  <a:pt x="599" y="243"/>
                  <a:pt x="597" y="242"/>
                </a:cubicBezTo>
                <a:lnTo>
                  <a:pt x="564" y="209"/>
                </a:lnTo>
                <a:lnTo>
                  <a:pt x="531" y="242"/>
                </a:lnTo>
                <a:cubicBezTo>
                  <a:pt x="530" y="243"/>
                  <a:pt x="528" y="243"/>
                  <a:pt x="527" y="242"/>
                </a:cubicBezTo>
                <a:lnTo>
                  <a:pt x="505" y="220"/>
                </a:lnTo>
                <a:cubicBezTo>
                  <a:pt x="504" y="219"/>
                  <a:pt x="504" y="217"/>
                  <a:pt x="505" y="215"/>
                </a:cubicBezTo>
                <a:close/>
                <a:moveTo>
                  <a:pt x="780" y="332"/>
                </a:moveTo>
                <a:lnTo>
                  <a:pt x="944" y="496"/>
                </a:lnTo>
                <a:cubicBezTo>
                  <a:pt x="957" y="509"/>
                  <a:pt x="957" y="530"/>
                  <a:pt x="944" y="543"/>
                </a:cubicBezTo>
                <a:lnTo>
                  <a:pt x="925" y="562"/>
                </a:lnTo>
                <a:cubicBezTo>
                  <a:pt x="912" y="575"/>
                  <a:pt x="891" y="575"/>
                  <a:pt x="878" y="562"/>
                </a:cubicBezTo>
                <a:lnTo>
                  <a:pt x="714" y="398"/>
                </a:lnTo>
                <a:lnTo>
                  <a:pt x="780" y="332"/>
                </a:lnTo>
                <a:close/>
                <a:moveTo>
                  <a:pt x="447" y="65"/>
                </a:moveTo>
                <a:cubicBezTo>
                  <a:pt x="512" y="0"/>
                  <a:pt x="617" y="0"/>
                  <a:pt x="682" y="65"/>
                </a:cubicBezTo>
                <a:cubicBezTo>
                  <a:pt x="740" y="123"/>
                  <a:pt x="747" y="213"/>
                  <a:pt x="701" y="278"/>
                </a:cubicBezTo>
                <a:lnTo>
                  <a:pt x="754" y="331"/>
                </a:lnTo>
                <a:cubicBezTo>
                  <a:pt x="756" y="333"/>
                  <a:pt x="756" y="337"/>
                  <a:pt x="754" y="339"/>
                </a:cubicBezTo>
                <a:lnTo>
                  <a:pt x="721" y="372"/>
                </a:lnTo>
                <a:cubicBezTo>
                  <a:pt x="719" y="374"/>
                  <a:pt x="715" y="374"/>
                  <a:pt x="713" y="372"/>
                </a:cubicBezTo>
                <a:lnTo>
                  <a:pt x="660" y="319"/>
                </a:lnTo>
                <a:cubicBezTo>
                  <a:pt x="595" y="364"/>
                  <a:pt x="505" y="358"/>
                  <a:pt x="447" y="300"/>
                </a:cubicBezTo>
                <a:cubicBezTo>
                  <a:pt x="382" y="235"/>
                  <a:pt x="382" y="130"/>
                  <a:pt x="447" y="65"/>
                </a:cubicBezTo>
                <a:close/>
                <a:moveTo>
                  <a:pt x="486" y="104"/>
                </a:moveTo>
                <a:cubicBezTo>
                  <a:pt x="529" y="60"/>
                  <a:pt x="600" y="60"/>
                  <a:pt x="643" y="104"/>
                </a:cubicBezTo>
                <a:cubicBezTo>
                  <a:pt x="687" y="147"/>
                  <a:pt x="687" y="218"/>
                  <a:pt x="643" y="261"/>
                </a:cubicBezTo>
                <a:cubicBezTo>
                  <a:pt x="600" y="305"/>
                  <a:pt x="529" y="305"/>
                  <a:pt x="486" y="261"/>
                </a:cubicBezTo>
                <a:cubicBezTo>
                  <a:pt x="442" y="218"/>
                  <a:pt x="442" y="147"/>
                  <a:pt x="486" y="104"/>
                </a:cubicBezTo>
                <a:close/>
                <a:moveTo>
                  <a:pt x="306" y="770"/>
                </a:moveTo>
                <a:cubicBezTo>
                  <a:pt x="304" y="706"/>
                  <a:pt x="303" y="643"/>
                  <a:pt x="302" y="579"/>
                </a:cubicBezTo>
                <a:cubicBezTo>
                  <a:pt x="241" y="579"/>
                  <a:pt x="179" y="579"/>
                  <a:pt x="118" y="579"/>
                </a:cubicBezTo>
                <a:cubicBezTo>
                  <a:pt x="117" y="580"/>
                  <a:pt x="116" y="581"/>
                  <a:pt x="115" y="581"/>
                </a:cubicBezTo>
                <a:cubicBezTo>
                  <a:pt x="179" y="644"/>
                  <a:pt x="242" y="707"/>
                  <a:pt x="306" y="770"/>
                </a:cubicBezTo>
                <a:close/>
                <a:moveTo>
                  <a:pt x="110" y="225"/>
                </a:moveTo>
                <a:cubicBezTo>
                  <a:pt x="110" y="233"/>
                  <a:pt x="110" y="242"/>
                  <a:pt x="110" y="250"/>
                </a:cubicBezTo>
                <a:cubicBezTo>
                  <a:pt x="110" y="259"/>
                  <a:pt x="116" y="265"/>
                  <a:pt x="125" y="265"/>
                </a:cubicBezTo>
                <a:cubicBezTo>
                  <a:pt x="209" y="265"/>
                  <a:pt x="292" y="265"/>
                  <a:pt x="376" y="265"/>
                </a:cubicBezTo>
                <a:cubicBezTo>
                  <a:pt x="399" y="265"/>
                  <a:pt x="394" y="228"/>
                  <a:pt x="387" y="214"/>
                </a:cubicBezTo>
                <a:cubicBezTo>
                  <a:pt x="338" y="214"/>
                  <a:pt x="288" y="214"/>
                  <a:pt x="239" y="214"/>
                </a:cubicBezTo>
                <a:cubicBezTo>
                  <a:pt x="209" y="214"/>
                  <a:pt x="110" y="206"/>
                  <a:pt x="110" y="225"/>
                </a:cubicBezTo>
                <a:close/>
                <a:moveTo>
                  <a:pt x="110" y="405"/>
                </a:moveTo>
                <a:cubicBezTo>
                  <a:pt x="110" y="416"/>
                  <a:pt x="110" y="427"/>
                  <a:pt x="110" y="439"/>
                </a:cubicBezTo>
                <a:cubicBezTo>
                  <a:pt x="110" y="447"/>
                  <a:pt x="113" y="450"/>
                  <a:pt x="121" y="450"/>
                </a:cubicBezTo>
                <a:cubicBezTo>
                  <a:pt x="211" y="450"/>
                  <a:pt x="301" y="450"/>
                  <a:pt x="390" y="450"/>
                </a:cubicBezTo>
                <a:cubicBezTo>
                  <a:pt x="392" y="440"/>
                  <a:pt x="400" y="402"/>
                  <a:pt x="379" y="402"/>
                </a:cubicBezTo>
                <a:cubicBezTo>
                  <a:pt x="296" y="402"/>
                  <a:pt x="212" y="402"/>
                  <a:pt x="129" y="402"/>
                </a:cubicBezTo>
                <a:cubicBezTo>
                  <a:pt x="123" y="402"/>
                  <a:pt x="115" y="404"/>
                  <a:pt x="110" y="405"/>
                </a:cubicBezTo>
                <a:close/>
                <a:moveTo>
                  <a:pt x="110" y="328"/>
                </a:moveTo>
                <a:cubicBezTo>
                  <a:pt x="110" y="333"/>
                  <a:pt x="110" y="338"/>
                  <a:pt x="110" y="343"/>
                </a:cubicBezTo>
                <a:cubicBezTo>
                  <a:pt x="110" y="351"/>
                  <a:pt x="113" y="351"/>
                  <a:pt x="118" y="357"/>
                </a:cubicBezTo>
                <a:cubicBezTo>
                  <a:pt x="205" y="357"/>
                  <a:pt x="292" y="357"/>
                  <a:pt x="379" y="357"/>
                </a:cubicBezTo>
                <a:cubicBezTo>
                  <a:pt x="384" y="355"/>
                  <a:pt x="389" y="353"/>
                  <a:pt x="394" y="350"/>
                </a:cubicBezTo>
                <a:cubicBezTo>
                  <a:pt x="394" y="344"/>
                  <a:pt x="394" y="338"/>
                  <a:pt x="394" y="332"/>
                </a:cubicBezTo>
                <a:cubicBezTo>
                  <a:pt x="394" y="320"/>
                  <a:pt x="390" y="317"/>
                  <a:pt x="387" y="309"/>
                </a:cubicBezTo>
                <a:cubicBezTo>
                  <a:pt x="336" y="309"/>
                  <a:pt x="286" y="309"/>
                  <a:pt x="236" y="309"/>
                </a:cubicBezTo>
                <a:cubicBezTo>
                  <a:pt x="211" y="309"/>
                  <a:pt x="187" y="309"/>
                  <a:pt x="162" y="309"/>
                </a:cubicBezTo>
                <a:cubicBezTo>
                  <a:pt x="131" y="310"/>
                  <a:pt x="110" y="299"/>
                  <a:pt x="110" y="328"/>
                </a:cubicBezTo>
                <a:close/>
              </a:path>
            </a:pathLst>
          </a:custGeom>
          <a:solidFill>
            <a:srgbClr val="113E6A"/>
          </a:solidFill>
          <a:ln w="9525">
            <a:noFill/>
            <a:round/>
            <a:headEnd/>
            <a:tailEnd/>
          </a:ln>
        </p:spPr>
        <p:txBody>
          <a:bodyPr/>
          <a:lstStyle/>
          <a:p>
            <a:endParaRPr lang="zh-CN" altLang="en-US"/>
          </a:p>
        </p:txBody>
      </p:sp>
      <p:cxnSp>
        <p:nvCxnSpPr>
          <p:cNvPr id="26" name="直接连接符 20"/>
          <p:cNvCxnSpPr>
            <a:cxnSpLocks noChangeShapeType="1"/>
          </p:cNvCxnSpPr>
          <p:nvPr/>
        </p:nvCxnSpPr>
        <p:spPr bwMode="auto">
          <a:xfrm flipV="1">
            <a:off x="0" y="3657598"/>
            <a:ext cx="12192000" cy="17585"/>
          </a:xfrm>
          <a:prstGeom prst="line">
            <a:avLst/>
          </a:prstGeom>
          <a:noFill/>
          <a:ln w="9525">
            <a:solidFill>
              <a:schemeClr val="accent1"/>
            </a:solidFill>
            <a:round/>
            <a:headEnd/>
            <a:tailEnd/>
          </a:ln>
          <a:effectLst/>
        </p:spPr>
      </p:cxn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0483"/>
                                        </p:tgtEl>
                                        <p:attrNameLst>
                                          <p:attrName>style.visibility</p:attrName>
                                        </p:attrNameLst>
                                      </p:cBhvr>
                                      <p:to>
                                        <p:strVal val="visible"/>
                                      </p:to>
                                    </p:set>
                                    <p:anim calcmode="lin" valueType="num">
                                      <p:cBhvr>
                                        <p:cTn id="7" dur="300" fill="hold"/>
                                        <p:tgtEl>
                                          <p:spTgt spid="20483"/>
                                        </p:tgtEl>
                                        <p:attrNameLst>
                                          <p:attrName>ppt_w</p:attrName>
                                        </p:attrNameLst>
                                      </p:cBhvr>
                                      <p:tavLst>
                                        <p:tav tm="0">
                                          <p:val>
                                            <p:fltVal val="0"/>
                                          </p:val>
                                        </p:tav>
                                        <p:tav tm="100000">
                                          <p:val>
                                            <p:strVal val="#ppt_w"/>
                                          </p:val>
                                        </p:tav>
                                      </p:tavLst>
                                    </p:anim>
                                    <p:anim calcmode="lin" valueType="num">
                                      <p:cBhvr>
                                        <p:cTn id="8" dur="300" fill="hold"/>
                                        <p:tgtEl>
                                          <p:spTgt spid="20483"/>
                                        </p:tgtEl>
                                        <p:attrNameLst>
                                          <p:attrName>ppt_h</p:attrName>
                                        </p:attrNameLst>
                                      </p:cBhvr>
                                      <p:tavLst>
                                        <p:tav tm="0">
                                          <p:val>
                                            <p:fltVal val="0"/>
                                          </p:val>
                                        </p:tav>
                                        <p:tav tm="100000">
                                          <p:val>
                                            <p:strVal val="#ppt_h"/>
                                          </p:val>
                                        </p:tav>
                                      </p:tavLst>
                                    </p:anim>
                                    <p:anim calcmode="lin" valueType="num">
                                      <p:cBhvr>
                                        <p:cTn id="9" dur="300" fill="hold"/>
                                        <p:tgtEl>
                                          <p:spTgt spid="20483"/>
                                        </p:tgtEl>
                                        <p:attrNameLst>
                                          <p:attrName>style.rotation</p:attrName>
                                        </p:attrNameLst>
                                      </p:cBhvr>
                                      <p:tavLst>
                                        <p:tav tm="0">
                                          <p:val>
                                            <p:fltVal val="90"/>
                                          </p:val>
                                        </p:tav>
                                        <p:tav tm="100000">
                                          <p:val>
                                            <p:fltVal val="0"/>
                                          </p:val>
                                        </p:tav>
                                      </p:tavLst>
                                    </p:anim>
                                    <p:animEffect transition="in" filter="fade">
                                      <p:cBhvr>
                                        <p:cTn id="10" dur="300"/>
                                        <p:tgtEl>
                                          <p:spTgt spid="20483"/>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0482"/>
                                        </p:tgtEl>
                                        <p:attrNameLst>
                                          <p:attrName>style.visibility</p:attrName>
                                        </p:attrNameLst>
                                      </p:cBhvr>
                                      <p:to>
                                        <p:strVal val="visible"/>
                                      </p:to>
                                    </p:set>
                                    <p:anim calcmode="lin" valueType="num">
                                      <p:cBhvr>
                                        <p:cTn id="14" dur="400" fill="hold"/>
                                        <p:tgtEl>
                                          <p:spTgt spid="2048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0482"/>
                                        </p:tgtEl>
                                        <p:attrNameLst>
                                          <p:attrName>ppt_y</p:attrName>
                                        </p:attrNameLst>
                                      </p:cBhvr>
                                      <p:tavLst>
                                        <p:tav tm="0">
                                          <p:val>
                                            <p:strVal val="#ppt_y"/>
                                          </p:val>
                                        </p:tav>
                                        <p:tav tm="100000">
                                          <p:val>
                                            <p:strVal val="#ppt_y"/>
                                          </p:val>
                                        </p:tav>
                                      </p:tavLst>
                                    </p:anim>
                                    <p:anim calcmode="lin" valueType="num">
                                      <p:cBhvr>
                                        <p:cTn id="16" dur="400" fill="hold"/>
                                        <p:tgtEl>
                                          <p:spTgt spid="2048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048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0482"/>
                                        </p:tgtEl>
                                      </p:cBhvr>
                                    </p:animEffect>
                                  </p:childTnLst>
                                </p:cTn>
                              </p:par>
                            </p:childTnLst>
                          </p:cTn>
                        </p:par>
                        <p:par>
                          <p:cTn id="19" fill="hold">
                            <p:stCondLst>
                              <p:cond delay="1020"/>
                            </p:stCondLst>
                            <p:childTnLst>
                              <p:par>
                                <p:cTn id="20" presetID="31" presetClass="entr" presetSubtype="0"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p:cTn id="22" dur="400" fill="hold"/>
                                        <p:tgtEl>
                                          <p:spTgt spid="6"/>
                                        </p:tgtEl>
                                        <p:attrNameLst>
                                          <p:attrName>ppt_w</p:attrName>
                                        </p:attrNameLst>
                                      </p:cBhvr>
                                      <p:tavLst>
                                        <p:tav tm="0">
                                          <p:val>
                                            <p:fltVal val="0"/>
                                          </p:val>
                                        </p:tav>
                                        <p:tav tm="100000">
                                          <p:val>
                                            <p:strVal val="#ppt_w"/>
                                          </p:val>
                                        </p:tav>
                                      </p:tavLst>
                                    </p:anim>
                                    <p:anim calcmode="lin" valueType="num">
                                      <p:cBhvr>
                                        <p:cTn id="23" dur="400" fill="hold"/>
                                        <p:tgtEl>
                                          <p:spTgt spid="6"/>
                                        </p:tgtEl>
                                        <p:attrNameLst>
                                          <p:attrName>ppt_h</p:attrName>
                                        </p:attrNameLst>
                                      </p:cBhvr>
                                      <p:tavLst>
                                        <p:tav tm="0">
                                          <p:val>
                                            <p:fltVal val="0"/>
                                          </p:val>
                                        </p:tav>
                                        <p:tav tm="100000">
                                          <p:val>
                                            <p:strVal val="#ppt_h"/>
                                          </p:val>
                                        </p:tav>
                                      </p:tavLst>
                                    </p:anim>
                                    <p:anim calcmode="lin" valueType="num">
                                      <p:cBhvr>
                                        <p:cTn id="24" dur="400" fill="hold"/>
                                        <p:tgtEl>
                                          <p:spTgt spid="6"/>
                                        </p:tgtEl>
                                        <p:attrNameLst>
                                          <p:attrName>style.rotation</p:attrName>
                                        </p:attrNameLst>
                                      </p:cBhvr>
                                      <p:tavLst>
                                        <p:tav tm="0">
                                          <p:val>
                                            <p:fltVal val="90"/>
                                          </p:val>
                                        </p:tav>
                                        <p:tav tm="100000">
                                          <p:val>
                                            <p:fltVal val="0"/>
                                          </p:val>
                                        </p:tav>
                                      </p:tavLst>
                                    </p:anim>
                                    <p:animEffect transition="in" filter="fade">
                                      <p:cBhvr>
                                        <p:cTn id="25" dur="400"/>
                                        <p:tgtEl>
                                          <p:spTgt spid="6"/>
                                        </p:tgtEl>
                                      </p:cBhvr>
                                    </p:animEffect>
                                  </p:childTnLst>
                                </p:cTn>
                              </p:par>
                            </p:childTnLst>
                          </p:cTn>
                        </p:par>
                        <p:par>
                          <p:cTn id="26" fill="hold">
                            <p:stCondLst>
                              <p:cond delay="1420"/>
                            </p:stCondLst>
                            <p:childTnLst>
                              <p:par>
                                <p:cTn id="27" presetID="16" presetClass="entr" presetSubtype="42" fill="hold" nodeType="after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barn(outHorizontal)">
                                      <p:cBhvr>
                                        <p:cTn id="29" dur="600"/>
                                        <p:tgtEl>
                                          <p:spTgt spid="15"/>
                                        </p:tgtEl>
                                      </p:cBhvr>
                                    </p:animEffect>
                                  </p:childTnLst>
                                </p:cTn>
                              </p:par>
                            </p:childTnLst>
                          </p:cTn>
                        </p:par>
                        <p:par>
                          <p:cTn id="30" fill="hold">
                            <p:stCondLst>
                              <p:cond delay="2020"/>
                            </p:stCondLst>
                            <p:childTnLst>
                              <p:par>
                                <p:cTn id="31" presetID="2" presetClass="entr" presetSubtype="6" fill="hold" grpId="0" nodeType="afterEffect">
                                  <p:stCondLst>
                                    <p:cond delay="0"/>
                                  </p:stCondLst>
                                  <p:childTnLst>
                                    <p:set>
                                      <p:cBhvr>
                                        <p:cTn id="32" dur="1" fill="hold">
                                          <p:stCondLst>
                                            <p:cond delay="0"/>
                                          </p:stCondLst>
                                        </p:cTn>
                                        <p:tgtEl>
                                          <p:spTgt spid="7"/>
                                        </p:tgtEl>
                                        <p:attrNameLst>
                                          <p:attrName>style.visibility</p:attrName>
                                        </p:attrNameLst>
                                      </p:cBhvr>
                                      <p:to>
                                        <p:strVal val="visible"/>
                                      </p:to>
                                    </p:set>
                                    <p:anim calcmode="lin" valueType="num">
                                      <p:cBhvr additive="base">
                                        <p:cTn id="33" dur="500" fill="hold"/>
                                        <p:tgtEl>
                                          <p:spTgt spid="7"/>
                                        </p:tgtEl>
                                        <p:attrNameLst>
                                          <p:attrName>ppt_x</p:attrName>
                                        </p:attrNameLst>
                                      </p:cBhvr>
                                      <p:tavLst>
                                        <p:tav tm="0">
                                          <p:val>
                                            <p:strVal val="1+#ppt_w/2"/>
                                          </p:val>
                                        </p:tav>
                                        <p:tav tm="100000">
                                          <p:val>
                                            <p:strVal val="#ppt_x"/>
                                          </p:val>
                                        </p:tav>
                                      </p:tavLst>
                                    </p:anim>
                                    <p:anim calcmode="lin" valueType="num">
                                      <p:cBhvr additive="base">
                                        <p:cTn id="34" dur="500" fill="hold"/>
                                        <p:tgtEl>
                                          <p:spTgt spid="7"/>
                                        </p:tgtEl>
                                        <p:attrNameLst>
                                          <p:attrName>ppt_y</p:attrName>
                                        </p:attrNameLst>
                                      </p:cBhvr>
                                      <p:tavLst>
                                        <p:tav tm="0">
                                          <p:val>
                                            <p:strVal val="1+#ppt_h/2"/>
                                          </p:val>
                                        </p:tav>
                                        <p:tav tm="100000">
                                          <p:val>
                                            <p:strVal val="#ppt_y"/>
                                          </p:val>
                                        </p:tav>
                                      </p:tavLst>
                                    </p:anim>
                                  </p:childTnLst>
                                </p:cTn>
                              </p:par>
                              <p:par>
                                <p:cTn id="35" presetID="2" presetClass="entr" presetSubtype="6" fill="hold" grpId="0" nodeType="withEffect">
                                  <p:stCondLst>
                                    <p:cond delay="10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500" fill="hold"/>
                                        <p:tgtEl>
                                          <p:spTgt spid="8"/>
                                        </p:tgtEl>
                                        <p:attrNameLst>
                                          <p:attrName>ppt_x</p:attrName>
                                        </p:attrNameLst>
                                      </p:cBhvr>
                                      <p:tavLst>
                                        <p:tav tm="0">
                                          <p:val>
                                            <p:strVal val="1+#ppt_w/2"/>
                                          </p:val>
                                        </p:tav>
                                        <p:tav tm="100000">
                                          <p:val>
                                            <p:strVal val="#ppt_x"/>
                                          </p:val>
                                        </p:tav>
                                      </p:tavLst>
                                    </p:anim>
                                    <p:anim calcmode="lin" valueType="num">
                                      <p:cBhvr additive="base">
                                        <p:cTn id="38" dur="500" fill="hold"/>
                                        <p:tgtEl>
                                          <p:spTgt spid="8"/>
                                        </p:tgtEl>
                                        <p:attrNameLst>
                                          <p:attrName>ppt_y</p:attrName>
                                        </p:attrNameLst>
                                      </p:cBhvr>
                                      <p:tavLst>
                                        <p:tav tm="0">
                                          <p:val>
                                            <p:strVal val="1+#ppt_h/2"/>
                                          </p:val>
                                        </p:tav>
                                        <p:tav tm="100000">
                                          <p:val>
                                            <p:strVal val="#ppt_y"/>
                                          </p:val>
                                        </p:tav>
                                      </p:tavLst>
                                    </p:anim>
                                  </p:childTnLst>
                                </p:cTn>
                              </p:par>
                              <p:par>
                                <p:cTn id="39" presetID="2" presetClass="entr" presetSubtype="6" fill="hold" grpId="0" nodeType="withEffect">
                                  <p:stCondLst>
                                    <p:cond delay="200"/>
                                  </p:stCondLst>
                                  <p:childTnLst>
                                    <p:set>
                                      <p:cBhvr>
                                        <p:cTn id="40" dur="1" fill="hold">
                                          <p:stCondLst>
                                            <p:cond delay="0"/>
                                          </p:stCondLst>
                                        </p:cTn>
                                        <p:tgtEl>
                                          <p:spTgt spid="9"/>
                                        </p:tgtEl>
                                        <p:attrNameLst>
                                          <p:attrName>style.visibility</p:attrName>
                                        </p:attrNameLst>
                                      </p:cBhvr>
                                      <p:to>
                                        <p:strVal val="visible"/>
                                      </p:to>
                                    </p:set>
                                    <p:anim calcmode="lin" valueType="num">
                                      <p:cBhvr additive="base">
                                        <p:cTn id="41" dur="500" fill="hold"/>
                                        <p:tgtEl>
                                          <p:spTgt spid="9"/>
                                        </p:tgtEl>
                                        <p:attrNameLst>
                                          <p:attrName>ppt_x</p:attrName>
                                        </p:attrNameLst>
                                      </p:cBhvr>
                                      <p:tavLst>
                                        <p:tav tm="0">
                                          <p:val>
                                            <p:strVal val="1+#ppt_w/2"/>
                                          </p:val>
                                        </p:tav>
                                        <p:tav tm="100000">
                                          <p:val>
                                            <p:strVal val="#ppt_x"/>
                                          </p:val>
                                        </p:tav>
                                      </p:tavLst>
                                    </p:anim>
                                    <p:anim calcmode="lin" valueType="num">
                                      <p:cBhvr additive="base">
                                        <p:cTn id="42" dur="500" fill="hold"/>
                                        <p:tgtEl>
                                          <p:spTgt spid="9"/>
                                        </p:tgtEl>
                                        <p:attrNameLst>
                                          <p:attrName>ppt_y</p:attrName>
                                        </p:attrNameLst>
                                      </p:cBhvr>
                                      <p:tavLst>
                                        <p:tav tm="0">
                                          <p:val>
                                            <p:strVal val="1+#ppt_h/2"/>
                                          </p:val>
                                        </p:tav>
                                        <p:tav tm="100000">
                                          <p:val>
                                            <p:strVal val="#ppt_y"/>
                                          </p:val>
                                        </p:tav>
                                      </p:tavLst>
                                    </p:anim>
                                  </p:childTnLst>
                                </p:cTn>
                              </p:par>
                              <p:par>
                                <p:cTn id="43" presetID="2" presetClass="entr" presetSubtype="6" fill="hold" grpId="0" nodeType="withEffect">
                                  <p:stCondLst>
                                    <p:cond delay="300"/>
                                  </p:stCondLst>
                                  <p:childTnLst>
                                    <p:set>
                                      <p:cBhvr>
                                        <p:cTn id="44" dur="1" fill="hold">
                                          <p:stCondLst>
                                            <p:cond delay="0"/>
                                          </p:stCondLst>
                                        </p:cTn>
                                        <p:tgtEl>
                                          <p:spTgt spid="13"/>
                                        </p:tgtEl>
                                        <p:attrNameLst>
                                          <p:attrName>style.visibility</p:attrName>
                                        </p:attrNameLst>
                                      </p:cBhvr>
                                      <p:to>
                                        <p:strVal val="visible"/>
                                      </p:to>
                                    </p:set>
                                    <p:anim calcmode="lin" valueType="num">
                                      <p:cBhvr additive="base">
                                        <p:cTn id="45" dur="500" fill="hold"/>
                                        <p:tgtEl>
                                          <p:spTgt spid="13"/>
                                        </p:tgtEl>
                                        <p:attrNameLst>
                                          <p:attrName>ppt_x</p:attrName>
                                        </p:attrNameLst>
                                      </p:cBhvr>
                                      <p:tavLst>
                                        <p:tav tm="0">
                                          <p:val>
                                            <p:strVal val="1+#ppt_w/2"/>
                                          </p:val>
                                        </p:tav>
                                        <p:tav tm="100000">
                                          <p:val>
                                            <p:strVal val="#ppt_x"/>
                                          </p:val>
                                        </p:tav>
                                      </p:tavLst>
                                    </p:anim>
                                    <p:anim calcmode="lin" valueType="num">
                                      <p:cBhvr additive="base">
                                        <p:cTn id="46" dur="500" fill="hold"/>
                                        <p:tgtEl>
                                          <p:spTgt spid="13"/>
                                        </p:tgtEl>
                                        <p:attrNameLst>
                                          <p:attrName>ppt_y</p:attrName>
                                        </p:attrNameLst>
                                      </p:cBhvr>
                                      <p:tavLst>
                                        <p:tav tm="0">
                                          <p:val>
                                            <p:strVal val="1+#ppt_h/2"/>
                                          </p:val>
                                        </p:tav>
                                        <p:tav tm="100000">
                                          <p:val>
                                            <p:strVal val="#ppt_y"/>
                                          </p:val>
                                        </p:tav>
                                      </p:tavLst>
                                    </p:anim>
                                  </p:childTnLst>
                                </p:cTn>
                              </p:par>
                            </p:childTnLst>
                          </p:cTn>
                        </p:par>
                        <p:par>
                          <p:cTn id="47" fill="hold">
                            <p:stCondLst>
                              <p:cond delay="2820"/>
                            </p:stCondLst>
                            <p:childTnLst>
                              <p:par>
                                <p:cTn id="48" presetID="22" presetClass="entr" presetSubtype="8" fill="hold" grpId="0" nodeType="after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wipe(left)">
                                      <p:cBhvr>
                                        <p:cTn id="50" dur="500"/>
                                        <p:tgtEl>
                                          <p:spTgt spid="10"/>
                                        </p:tgtEl>
                                      </p:cBhvr>
                                    </p:animEffect>
                                  </p:childTnLst>
                                </p:cTn>
                              </p:par>
                              <p:par>
                                <p:cTn id="51" presetID="22" presetClass="entr" presetSubtype="8" fill="hold" grpId="0" nodeType="withEffect">
                                  <p:stCondLst>
                                    <p:cond delay="100"/>
                                  </p:stCondLst>
                                  <p:childTnLst>
                                    <p:set>
                                      <p:cBhvr>
                                        <p:cTn id="52" dur="1" fill="hold">
                                          <p:stCondLst>
                                            <p:cond delay="0"/>
                                          </p:stCondLst>
                                        </p:cTn>
                                        <p:tgtEl>
                                          <p:spTgt spid="11"/>
                                        </p:tgtEl>
                                        <p:attrNameLst>
                                          <p:attrName>style.visibility</p:attrName>
                                        </p:attrNameLst>
                                      </p:cBhvr>
                                      <p:to>
                                        <p:strVal val="visible"/>
                                      </p:to>
                                    </p:set>
                                    <p:animEffect transition="in" filter="wipe(left)">
                                      <p:cBhvr>
                                        <p:cTn id="53" dur="500"/>
                                        <p:tgtEl>
                                          <p:spTgt spid="11"/>
                                        </p:tgtEl>
                                      </p:cBhvr>
                                    </p:animEffect>
                                  </p:childTnLst>
                                </p:cTn>
                              </p:par>
                              <p:par>
                                <p:cTn id="54" presetID="22" presetClass="entr" presetSubtype="8" fill="hold" grpId="0" nodeType="withEffect">
                                  <p:stCondLst>
                                    <p:cond delay="200"/>
                                  </p:stCondLst>
                                  <p:childTnLst>
                                    <p:set>
                                      <p:cBhvr>
                                        <p:cTn id="55" dur="1" fill="hold">
                                          <p:stCondLst>
                                            <p:cond delay="0"/>
                                          </p:stCondLst>
                                        </p:cTn>
                                        <p:tgtEl>
                                          <p:spTgt spid="12"/>
                                        </p:tgtEl>
                                        <p:attrNameLst>
                                          <p:attrName>style.visibility</p:attrName>
                                        </p:attrNameLst>
                                      </p:cBhvr>
                                      <p:to>
                                        <p:strVal val="visible"/>
                                      </p:to>
                                    </p:set>
                                    <p:animEffect transition="in" filter="wipe(left)">
                                      <p:cBhvr>
                                        <p:cTn id="56" dur="500"/>
                                        <p:tgtEl>
                                          <p:spTgt spid="12"/>
                                        </p:tgtEl>
                                      </p:cBhvr>
                                    </p:animEffect>
                                  </p:childTnLst>
                                </p:cTn>
                              </p:par>
                              <p:par>
                                <p:cTn id="57" presetID="22" presetClass="entr" presetSubtype="8" fill="hold" grpId="0" nodeType="withEffect">
                                  <p:stCondLst>
                                    <p:cond delay="300"/>
                                  </p:stCondLst>
                                  <p:childTnLst>
                                    <p:set>
                                      <p:cBhvr>
                                        <p:cTn id="58" dur="1" fill="hold">
                                          <p:stCondLst>
                                            <p:cond delay="0"/>
                                          </p:stCondLst>
                                        </p:cTn>
                                        <p:tgtEl>
                                          <p:spTgt spid="14"/>
                                        </p:tgtEl>
                                        <p:attrNameLst>
                                          <p:attrName>style.visibility</p:attrName>
                                        </p:attrNameLst>
                                      </p:cBhvr>
                                      <p:to>
                                        <p:strVal val="visible"/>
                                      </p:to>
                                    </p:set>
                                    <p:animEffect transition="in" filter="wipe(left)">
                                      <p:cBhvr>
                                        <p:cTn id="59" dur="500"/>
                                        <p:tgtEl>
                                          <p:spTgt spid="14"/>
                                        </p:tgtEl>
                                      </p:cBhvr>
                                    </p:animEffect>
                                  </p:childTnLst>
                                </p:cTn>
                              </p:par>
                            </p:childTnLst>
                          </p:cTn>
                        </p:par>
                        <p:par>
                          <p:cTn id="60" fill="hold">
                            <p:stCondLst>
                              <p:cond delay="3620"/>
                            </p:stCondLst>
                            <p:childTnLst>
                              <p:par>
                                <p:cTn id="61" presetID="31" presetClass="entr" presetSubtype="0" fill="hold" grpId="0" nodeType="after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p:cTn id="63" dur="400" fill="hold"/>
                                        <p:tgtEl>
                                          <p:spTgt spid="16"/>
                                        </p:tgtEl>
                                        <p:attrNameLst>
                                          <p:attrName>ppt_w</p:attrName>
                                        </p:attrNameLst>
                                      </p:cBhvr>
                                      <p:tavLst>
                                        <p:tav tm="0">
                                          <p:val>
                                            <p:fltVal val="0"/>
                                          </p:val>
                                        </p:tav>
                                        <p:tav tm="100000">
                                          <p:val>
                                            <p:strVal val="#ppt_w"/>
                                          </p:val>
                                        </p:tav>
                                      </p:tavLst>
                                    </p:anim>
                                    <p:anim calcmode="lin" valueType="num">
                                      <p:cBhvr>
                                        <p:cTn id="64" dur="400" fill="hold"/>
                                        <p:tgtEl>
                                          <p:spTgt spid="16"/>
                                        </p:tgtEl>
                                        <p:attrNameLst>
                                          <p:attrName>ppt_h</p:attrName>
                                        </p:attrNameLst>
                                      </p:cBhvr>
                                      <p:tavLst>
                                        <p:tav tm="0">
                                          <p:val>
                                            <p:fltVal val="0"/>
                                          </p:val>
                                        </p:tav>
                                        <p:tav tm="100000">
                                          <p:val>
                                            <p:strVal val="#ppt_h"/>
                                          </p:val>
                                        </p:tav>
                                      </p:tavLst>
                                    </p:anim>
                                    <p:anim calcmode="lin" valueType="num">
                                      <p:cBhvr>
                                        <p:cTn id="65" dur="400" fill="hold"/>
                                        <p:tgtEl>
                                          <p:spTgt spid="16"/>
                                        </p:tgtEl>
                                        <p:attrNameLst>
                                          <p:attrName>style.rotation</p:attrName>
                                        </p:attrNameLst>
                                      </p:cBhvr>
                                      <p:tavLst>
                                        <p:tav tm="0">
                                          <p:val>
                                            <p:fltVal val="90"/>
                                          </p:val>
                                        </p:tav>
                                        <p:tav tm="100000">
                                          <p:val>
                                            <p:fltVal val="0"/>
                                          </p:val>
                                        </p:tav>
                                      </p:tavLst>
                                    </p:anim>
                                    <p:animEffect transition="in" filter="fade">
                                      <p:cBhvr>
                                        <p:cTn id="66" dur="400"/>
                                        <p:tgtEl>
                                          <p:spTgt spid="16"/>
                                        </p:tgtEl>
                                      </p:cBhvr>
                                    </p:animEffect>
                                  </p:childTnLst>
                                </p:cTn>
                              </p:par>
                            </p:childTnLst>
                          </p:cTn>
                        </p:par>
                        <p:par>
                          <p:cTn id="67" fill="hold">
                            <p:stCondLst>
                              <p:cond delay="4020"/>
                            </p:stCondLst>
                            <p:childTnLst>
                              <p:par>
                                <p:cTn id="68" presetID="16" presetClass="entr" presetSubtype="42" fill="hold" nodeType="afterEffect">
                                  <p:stCondLst>
                                    <p:cond delay="0"/>
                                  </p:stCondLst>
                                  <p:childTnLst>
                                    <p:set>
                                      <p:cBhvr>
                                        <p:cTn id="69" dur="1" fill="hold">
                                          <p:stCondLst>
                                            <p:cond delay="0"/>
                                          </p:stCondLst>
                                        </p:cTn>
                                        <p:tgtEl>
                                          <p:spTgt spid="21"/>
                                        </p:tgtEl>
                                        <p:attrNameLst>
                                          <p:attrName>style.visibility</p:attrName>
                                        </p:attrNameLst>
                                      </p:cBhvr>
                                      <p:to>
                                        <p:strVal val="visible"/>
                                      </p:to>
                                    </p:set>
                                    <p:animEffect transition="in" filter="barn(outHorizontal)">
                                      <p:cBhvr>
                                        <p:cTn id="70" dur="500"/>
                                        <p:tgtEl>
                                          <p:spTgt spid="21"/>
                                        </p:tgtEl>
                                      </p:cBhvr>
                                    </p:animEffect>
                                  </p:childTnLst>
                                </p:cTn>
                              </p:par>
                            </p:childTnLst>
                          </p:cTn>
                        </p:par>
                        <p:par>
                          <p:cTn id="71" fill="hold">
                            <p:stCondLst>
                              <p:cond delay="4520"/>
                            </p:stCondLst>
                            <p:childTnLst>
                              <p:par>
                                <p:cTn id="72" presetID="2" presetClass="entr" presetSubtype="6" fill="hold" grpId="0" nodeType="afterEffect">
                                  <p:stCondLst>
                                    <p:cond delay="0"/>
                                  </p:stCondLst>
                                  <p:childTnLst>
                                    <p:set>
                                      <p:cBhvr>
                                        <p:cTn id="73" dur="1" fill="hold">
                                          <p:stCondLst>
                                            <p:cond delay="0"/>
                                          </p:stCondLst>
                                        </p:cTn>
                                        <p:tgtEl>
                                          <p:spTgt spid="17"/>
                                        </p:tgtEl>
                                        <p:attrNameLst>
                                          <p:attrName>style.visibility</p:attrName>
                                        </p:attrNameLst>
                                      </p:cBhvr>
                                      <p:to>
                                        <p:strVal val="visible"/>
                                      </p:to>
                                    </p:set>
                                    <p:anim calcmode="lin" valueType="num">
                                      <p:cBhvr additive="base">
                                        <p:cTn id="74" dur="500" fill="hold"/>
                                        <p:tgtEl>
                                          <p:spTgt spid="17"/>
                                        </p:tgtEl>
                                        <p:attrNameLst>
                                          <p:attrName>ppt_x</p:attrName>
                                        </p:attrNameLst>
                                      </p:cBhvr>
                                      <p:tavLst>
                                        <p:tav tm="0">
                                          <p:val>
                                            <p:strVal val="1+#ppt_w/2"/>
                                          </p:val>
                                        </p:tav>
                                        <p:tav tm="100000">
                                          <p:val>
                                            <p:strVal val="#ppt_x"/>
                                          </p:val>
                                        </p:tav>
                                      </p:tavLst>
                                    </p:anim>
                                    <p:anim calcmode="lin" valueType="num">
                                      <p:cBhvr additive="base">
                                        <p:cTn id="75" dur="500" fill="hold"/>
                                        <p:tgtEl>
                                          <p:spTgt spid="17"/>
                                        </p:tgtEl>
                                        <p:attrNameLst>
                                          <p:attrName>ppt_y</p:attrName>
                                        </p:attrNameLst>
                                      </p:cBhvr>
                                      <p:tavLst>
                                        <p:tav tm="0">
                                          <p:val>
                                            <p:strVal val="1+#ppt_h/2"/>
                                          </p:val>
                                        </p:tav>
                                        <p:tav tm="100000">
                                          <p:val>
                                            <p:strVal val="#ppt_y"/>
                                          </p:val>
                                        </p:tav>
                                      </p:tavLst>
                                    </p:anim>
                                  </p:childTnLst>
                                </p:cTn>
                              </p:par>
                              <p:par>
                                <p:cTn id="76" presetID="2" presetClass="entr" presetSubtype="6" fill="hold" grpId="0" nodeType="withEffect">
                                  <p:stCondLst>
                                    <p:cond delay="100"/>
                                  </p:stCondLst>
                                  <p:childTnLst>
                                    <p:set>
                                      <p:cBhvr>
                                        <p:cTn id="77" dur="1" fill="hold">
                                          <p:stCondLst>
                                            <p:cond delay="0"/>
                                          </p:stCondLst>
                                        </p:cTn>
                                        <p:tgtEl>
                                          <p:spTgt spid="18"/>
                                        </p:tgtEl>
                                        <p:attrNameLst>
                                          <p:attrName>style.visibility</p:attrName>
                                        </p:attrNameLst>
                                      </p:cBhvr>
                                      <p:to>
                                        <p:strVal val="visible"/>
                                      </p:to>
                                    </p:set>
                                    <p:anim calcmode="lin" valueType="num">
                                      <p:cBhvr additive="base">
                                        <p:cTn id="78" dur="500" fill="hold"/>
                                        <p:tgtEl>
                                          <p:spTgt spid="18"/>
                                        </p:tgtEl>
                                        <p:attrNameLst>
                                          <p:attrName>ppt_x</p:attrName>
                                        </p:attrNameLst>
                                      </p:cBhvr>
                                      <p:tavLst>
                                        <p:tav tm="0">
                                          <p:val>
                                            <p:strVal val="1+#ppt_w/2"/>
                                          </p:val>
                                        </p:tav>
                                        <p:tav tm="100000">
                                          <p:val>
                                            <p:strVal val="#ppt_x"/>
                                          </p:val>
                                        </p:tav>
                                      </p:tavLst>
                                    </p:anim>
                                    <p:anim calcmode="lin" valueType="num">
                                      <p:cBhvr additive="base">
                                        <p:cTn id="79" dur="500" fill="hold"/>
                                        <p:tgtEl>
                                          <p:spTgt spid="18"/>
                                        </p:tgtEl>
                                        <p:attrNameLst>
                                          <p:attrName>ppt_y</p:attrName>
                                        </p:attrNameLst>
                                      </p:cBhvr>
                                      <p:tavLst>
                                        <p:tav tm="0">
                                          <p:val>
                                            <p:strVal val="1+#ppt_h/2"/>
                                          </p:val>
                                        </p:tav>
                                        <p:tav tm="100000">
                                          <p:val>
                                            <p:strVal val="#ppt_y"/>
                                          </p:val>
                                        </p:tav>
                                      </p:tavLst>
                                    </p:anim>
                                  </p:childTnLst>
                                </p:cTn>
                              </p:par>
                            </p:childTnLst>
                          </p:cTn>
                        </p:par>
                        <p:par>
                          <p:cTn id="80" fill="hold">
                            <p:stCondLst>
                              <p:cond delay="5120"/>
                            </p:stCondLst>
                            <p:childTnLst>
                              <p:par>
                                <p:cTn id="81" presetID="22" presetClass="entr" presetSubtype="8" fill="hold" grpId="0" nodeType="afterEffect">
                                  <p:stCondLst>
                                    <p:cond delay="0"/>
                                  </p:stCondLst>
                                  <p:childTnLst>
                                    <p:set>
                                      <p:cBhvr>
                                        <p:cTn id="82" dur="1" fill="hold">
                                          <p:stCondLst>
                                            <p:cond delay="0"/>
                                          </p:stCondLst>
                                        </p:cTn>
                                        <p:tgtEl>
                                          <p:spTgt spid="19"/>
                                        </p:tgtEl>
                                        <p:attrNameLst>
                                          <p:attrName>style.visibility</p:attrName>
                                        </p:attrNameLst>
                                      </p:cBhvr>
                                      <p:to>
                                        <p:strVal val="visible"/>
                                      </p:to>
                                    </p:set>
                                    <p:animEffect transition="in" filter="wipe(left)">
                                      <p:cBhvr>
                                        <p:cTn id="83" dur="500"/>
                                        <p:tgtEl>
                                          <p:spTgt spid="19"/>
                                        </p:tgtEl>
                                      </p:cBhvr>
                                    </p:animEffect>
                                  </p:childTnLst>
                                </p:cTn>
                              </p:par>
                              <p:par>
                                <p:cTn id="84" presetID="22" presetClass="entr" presetSubtype="8" fill="hold" grpId="0" nodeType="withEffect">
                                  <p:stCondLst>
                                    <p:cond delay="100"/>
                                  </p:stCondLst>
                                  <p:childTnLst>
                                    <p:set>
                                      <p:cBhvr>
                                        <p:cTn id="85" dur="1" fill="hold">
                                          <p:stCondLst>
                                            <p:cond delay="0"/>
                                          </p:stCondLst>
                                        </p:cTn>
                                        <p:tgtEl>
                                          <p:spTgt spid="20"/>
                                        </p:tgtEl>
                                        <p:attrNameLst>
                                          <p:attrName>style.visibility</p:attrName>
                                        </p:attrNameLst>
                                      </p:cBhvr>
                                      <p:to>
                                        <p:strVal val="visible"/>
                                      </p:to>
                                    </p:set>
                                    <p:animEffect transition="in" filter="wipe(left)">
                                      <p:cBhvr>
                                        <p:cTn id="86" dur="500"/>
                                        <p:tgtEl>
                                          <p:spTgt spid="20"/>
                                        </p:tgtEl>
                                      </p:cBhvr>
                                    </p:animEffect>
                                  </p:childTnLst>
                                </p:cTn>
                              </p:par>
                              <p:par>
                                <p:cTn id="87" presetID="2" presetClass="entr" presetSubtype="6" fill="hold" grpId="0" nodeType="withEffect">
                                  <p:stCondLst>
                                    <p:cond delay="300"/>
                                  </p:stCondLst>
                                  <p:childTnLst>
                                    <p:set>
                                      <p:cBhvr>
                                        <p:cTn id="88" dur="1" fill="hold">
                                          <p:stCondLst>
                                            <p:cond delay="0"/>
                                          </p:stCondLst>
                                        </p:cTn>
                                        <p:tgtEl>
                                          <p:spTgt spid="22"/>
                                        </p:tgtEl>
                                        <p:attrNameLst>
                                          <p:attrName>style.visibility</p:attrName>
                                        </p:attrNameLst>
                                      </p:cBhvr>
                                      <p:to>
                                        <p:strVal val="visible"/>
                                      </p:to>
                                    </p:set>
                                    <p:anim calcmode="lin" valueType="num">
                                      <p:cBhvr additive="base">
                                        <p:cTn id="89" dur="500" fill="hold"/>
                                        <p:tgtEl>
                                          <p:spTgt spid="22"/>
                                        </p:tgtEl>
                                        <p:attrNameLst>
                                          <p:attrName>ppt_x</p:attrName>
                                        </p:attrNameLst>
                                      </p:cBhvr>
                                      <p:tavLst>
                                        <p:tav tm="0">
                                          <p:val>
                                            <p:strVal val="1+#ppt_w/2"/>
                                          </p:val>
                                        </p:tav>
                                        <p:tav tm="100000">
                                          <p:val>
                                            <p:strVal val="#ppt_x"/>
                                          </p:val>
                                        </p:tav>
                                      </p:tavLst>
                                    </p:anim>
                                    <p:anim calcmode="lin" valueType="num">
                                      <p:cBhvr additive="base">
                                        <p:cTn id="90" dur="500" fill="hold"/>
                                        <p:tgtEl>
                                          <p:spTgt spid="22"/>
                                        </p:tgtEl>
                                        <p:attrNameLst>
                                          <p:attrName>ppt_y</p:attrName>
                                        </p:attrNameLst>
                                      </p:cBhvr>
                                      <p:tavLst>
                                        <p:tav tm="0">
                                          <p:val>
                                            <p:strVal val="1+#ppt_h/2"/>
                                          </p:val>
                                        </p:tav>
                                        <p:tav tm="100000">
                                          <p:val>
                                            <p:strVal val="#ppt_y"/>
                                          </p:val>
                                        </p:tav>
                                      </p:tavLst>
                                    </p:anim>
                                  </p:childTnLst>
                                </p:cTn>
                              </p:par>
                              <p:par>
                                <p:cTn id="91" presetID="22" presetClass="entr" presetSubtype="8" fill="hold" grpId="0" nodeType="withEffect">
                                  <p:stCondLst>
                                    <p:cond delay="300"/>
                                  </p:stCondLst>
                                  <p:childTnLst>
                                    <p:set>
                                      <p:cBhvr>
                                        <p:cTn id="92" dur="1" fill="hold">
                                          <p:stCondLst>
                                            <p:cond delay="0"/>
                                          </p:stCondLst>
                                        </p:cTn>
                                        <p:tgtEl>
                                          <p:spTgt spid="23"/>
                                        </p:tgtEl>
                                        <p:attrNameLst>
                                          <p:attrName>style.visibility</p:attrName>
                                        </p:attrNameLst>
                                      </p:cBhvr>
                                      <p:to>
                                        <p:strVal val="visible"/>
                                      </p:to>
                                    </p:set>
                                    <p:animEffect transition="in" filter="wipe(left)">
                                      <p:cBhvr>
                                        <p:cTn id="93" dur="500"/>
                                        <p:tgtEl>
                                          <p:spTgt spid="23"/>
                                        </p:tgtEl>
                                      </p:cBhvr>
                                    </p:animEffect>
                                  </p:childTnLst>
                                </p:cTn>
                              </p:par>
                            </p:childTnLst>
                          </p:cTn>
                        </p:par>
                        <p:par>
                          <p:cTn id="94" fill="hold">
                            <p:stCondLst>
                              <p:cond delay="5920"/>
                            </p:stCondLst>
                            <p:childTnLst>
                              <p:par>
                                <p:cTn id="95" presetID="31" presetClass="entr" presetSubtype="0" fill="hold" grpId="0" nodeType="afterEffect">
                                  <p:stCondLst>
                                    <p:cond delay="0"/>
                                  </p:stCondLst>
                                  <p:childTnLst>
                                    <p:set>
                                      <p:cBhvr>
                                        <p:cTn id="96" dur="1" fill="hold">
                                          <p:stCondLst>
                                            <p:cond delay="0"/>
                                          </p:stCondLst>
                                        </p:cTn>
                                        <p:tgtEl>
                                          <p:spTgt spid="24"/>
                                        </p:tgtEl>
                                        <p:attrNameLst>
                                          <p:attrName>style.visibility</p:attrName>
                                        </p:attrNameLst>
                                      </p:cBhvr>
                                      <p:to>
                                        <p:strVal val="visible"/>
                                      </p:to>
                                    </p:set>
                                    <p:anim calcmode="lin" valueType="num">
                                      <p:cBhvr>
                                        <p:cTn id="97" dur="400" fill="hold"/>
                                        <p:tgtEl>
                                          <p:spTgt spid="24"/>
                                        </p:tgtEl>
                                        <p:attrNameLst>
                                          <p:attrName>ppt_w</p:attrName>
                                        </p:attrNameLst>
                                      </p:cBhvr>
                                      <p:tavLst>
                                        <p:tav tm="0">
                                          <p:val>
                                            <p:fltVal val="0"/>
                                          </p:val>
                                        </p:tav>
                                        <p:tav tm="100000">
                                          <p:val>
                                            <p:strVal val="#ppt_w"/>
                                          </p:val>
                                        </p:tav>
                                      </p:tavLst>
                                    </p:anim>
                                    <p:anim calcmode="lin" valueType="num">
                                      <p:cBhvr>
                                        <p:cTn id="98" dur="400" fill="hold"/>
                                        <p:tgtEl>
                                          <p:spTgt spid="24"/>
                                        </p:tgtEl>
                                        <p:attrNameLst>
                                          <p:attrName>ppt_h</p:attrName>
                                        </p:attrNameLst>
                                      </p:cBhvr>
                                      <p:tavLst>
                                        <p:tav tm="0">
                                          <p:val>
                                            <p:fltVal val="0"/>
                                          </p:val>
                                        </p:tav>
                                        <p:tav tm="100000">
                                          <p:val>
                                            <p:strVal val="#ppt_h"/>
                                          </p:val>
                                        </p:tav>
                                      </p:tavLst>
                                    </p:anim>
                                    <p:anim calcmode="lin" valueType="num">
                                      <p:cBhvr>
                                        <p:cTn id="99" dur="400" fill="hold"/>
                                        <p:tgtEl>
                                          <p:spTgt spid="24"/>
                                        </p:tgtEl>
                                        <p:attrNameLst>
                                          <p:attrName>style.rotation</p:attrName>
                                        </p:attrNameLst>
                                      </p:cBhvr>
                                      <p:tavLst>
                                        <p:tav tm="0">
                                          <p:val>
                                            <p:fltVal val="90"/>
                                          </p:val>
                                        </p:tav>
                                        <p:tav tm="100000">
                                          <p:val>
                                            <p:fltVal val="0"/>
                                          </p:val>
                                        </p:tav>
                                      </p:tavLst>
                                    </p:anim>
                                    <p:animEffect transition="in" filter="fade">
                                      <p:cBhvr>
                                        <p:cTn id="100" dur="400"/>
                                        <p:tgtEl>
                                          <p:spTgt spid="24"/>
                                        </p:tgtEl>
                                      </p:cBhvr>
                                    </p:animEffect>
                                  </p:childTnLst>
                                </p:cTn>
                              </p:par>
                            </p:childTnLst>
                          </p:cTn>
                        </p:par>
                        <p:par>
                          <p:cTn id="101" fill="hold">
                            <p:stCondLst>
                              <p:cond delay="6320"/>
                            </p:stCondLst>
                            <p:childTnLst>
                              <p:par>
                                <p:cTn id="102" presetID="31" presetClass="entr" presetSubtype="0" fill="hold" grpId="0" nodeType="afterEffect">
                                  <p:stCondLst>
                                    <p:cond delay="0"/>
                                  </p:stCondLst>
                                  <p:childTnLst>
                                    <p:set>
                                      <p:cBhvr>
                                        <p:cTn id="103" dur="1" fill="hold">
                                          <p:stCondLst>
                                            <p:cond delay="0"/>
                                          </p:stCondLst>
                                        </p:cTn>
                                        <p:tgtEl>
                                          <p:spTgt spid="25"/>
                                        </p:tgtEl>
                                        <p:attrNameLst>
                                          <p:attrName>style.visibility</p:attrName>
                                        </p:attrNameLst>
                                      </p:cBhvr>
                                      <p:to>
                                        <p:strVal val="visible"/>
                                      </p:to>
                                    </p:set>
                                    <p:anim calcmode="lin" valueType="num">
                                      <p:cBhvr>
                                        <p:cTn id="104" dur="400" fill="hold"/>
                                        <p:tgtEl>
                                          <p:spTgt spid="25"/>
                                        </p:tgtEl>
                                        <p:attrNameLst>
                                          <p:attrName>ppt_w</p:attrName>
                                        </p:attrNameLst>
                                      </p:cBhvr>
                                      <p:tavLst>
                                        <p:tav tm="0">
                                          <p:val>
                                            <p:fltVal val="0"/>
                                          </p:val>
                                        </p:tav>
                                        <p:tav tm="100000">
                                          <p:val>
                                            <p:strVal val="#ppt_w"/>
                                          </p:val>
                                        </p:tav>
                                      </p:tavLst>
                                    </p:anim>
                                    <p:anim calcmode="lin" valueType="num">
                                      <p:cBhvr>
                                        <p:cTn id="105" dur="400" fill="hold"/>
                                        <p:tgtEl>
                                          <p:spTgt spid="25"/>
                                        </p:tgtEl>
                                        <p:attrNameLst>
                                          <p:attrName>ppt_h</p:attrName>
                                        </p:attrNameLst>
                                      </p:cBhvr>
                                      <p:tavLst>
                                        <p:tav tm="0">
                                          <p:val>
                                            <p:fltVal val="0"/>
                                          </p:val>
                                        </p:tav>
                                        <p:tav tm="100000">
                                          <p:val>
                                            <p:strVal val="#ppt_h"/>
                                          </p:val>
                                        </p:tav>
                                      </p:tavLst>
                                    </p:anim>
                                    <p:anim calcmode="lin" valueType="num">
                                      <p:cBhvr>
                                        <p:cTn id="106" dur="400" fill="hold"/>
                                        <p:tgtEl>
                                          <p:spTgt spid="25"/>
                                        </p:tgtEl>
                                        <p:attrNameLst>
                                          <p:attrName>style.rotation</p:attrName>
                                        </p:attrNameLst>
                                      </p:cBhvr>
                                      <p:tavLst>
                                        <p:tav tm="0">
                                          <p:val>
                                            <p:fltVal val="90"/>
                                          </p:val>
                                        </p:tav>
                                        <p:tav tm="100000">
                                          <p:val>
                                            <p:fltVal val="0"/>
                                          </p:val>
                                        </p:tav>
                                      </p:tavLst>
                                    </p:anim>
                                    <p:animEffect transition="in" filter="fade">
                                      <p:cBhvr>
                                        <p:cTn id="107" dur="400"/>
                                        <p:tgtEl>
                                          <p:spTgt spid="25"/>
                                        </p:tgtEl>
                                      </p:cBhvr>
                                    </p:animEffect>
                                  </p:childTnLst>
                                </p:cTn>
                              </p:par>
                            </p:childTnLst>
                          </p:cTn>
                        </p:par>
                        <p:par>
                          <p:cTn id="108" fill="hold">
                            <p:stCondLst>
                              <p:cond delay="6720"/>
                            </p:stCondLst>
                            <p:childTnLst>
                              <p:par>
                                <p:cTn id="109" presetID="16" presetClass="entr" presetSubtype="42" fill="hold" nodeType="afterEffect">
                                  <p:stCondLst>
                                    <p:cond delay="0"/>
                                  </p:stCondLst>
                                  <p:childTnLst>
                                    <p:set>
                                      <p:cBhvr>
                                        <p:cTn id="110" dur="1" fill="hold">
                                          <p:stCondLst>
                                            <p:cond delay="0"/>
                                          </p:stCondLst>
                                        </p:cTn>
                                        <p:tgtEl>
                                          <p:spTgt spid="26"/>
                                        </p:tgtEl>
                                        <p:attrNameLst>
                                          <p:attrName>style.visibility</p:attrName>
                                        </p:attrNameLst>
                                      </p:cBhvr>
                                      <p:to>
                                        <p:strVal val="visible"/>
                                      </p:to>
                                    </p:set>
                                    <p:animEffect transition="in" filter="barn(outHorizontal)">
                                      <p:cBhvr>
                                        <p:cTn id="111" dur="6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autoUpdateAnimBg="0"/>
      <p:bldP spid="20483" grpId="0" animBg="1"/>
      <p:bldP spid="6" grpId="0" animBg="1" autoUpdateAnimBg="0"/>
      <p:bldP spid="7" grpId="0" animBg="1" autoUpdateAnimBg="0"/>
      <p:bldP spid="8" grpId="0" animBg="1" autoUpdateAnimBg="0"/>
      <p:bldP spid="9" grpId="0" animBg="1" autoUpdateAnimBg="0"/>
      <p:bldP spid="10" grpId="0" autoUpdateAnimBg="0"/>
      <p:bldP spid="11" grpId="0" autoUpdateAnimBg="0"/>
      <p:bldP spid="12" grpId="0" autoUpdateAnimBg="0"/>
      <p:bldP spid="13" grpId="0" animBg="1" autoUpdateAnimBg="0"/>
      <p:bldP spid="14" grpId="0" autoUpdateAnimBg="0"/>
      <p:bldP spid="16" grpId="0" animBg="1" autoUpdateAnimBg="0"/>
      <p:bldP spid="17" grpId="0" animBg="1" autoUpdateAnimBg="0"/>
      <p:bldP spid="18" grpId="0" animBg="1" autoUpdateAnimBg="0"/>
      <p:bldP spid="19" grpId="0" autoUpdateAnimBg="0"/>
      <p:bldP spid="20" grpId="0" autoUpdateAnimBg="0"/>
      <p:bldP spid="22" grpId="0" animBg="1" autoUpdateAnimBg="0"/>
      <p:bldP spid="23" grpId="0" autoUpdateAnimBg="0"/>
      <p:bldP spid="24" grpId="0" animBg="1"/>
      <p:bldP spid="2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Box 27"/>
          <p:cNvSpPr txBox="1">
            <a:spLocks noChangeArrowheads="1"/>
          </p:cNvSpPr>
          <p:nvPr/>
        </p:nvSpPr>
        <p:spPr bwMode="auto">
          <a:xfrm>
            <a:off x="1012825" y="176213"/>
            <a:ext cx="3191899"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3.2 </a:t>
            </a:r>
            <a:r>
              <a:rPr lang="zh-CN" altLang="en-US" sz="3000" b="1" dirty="0" smtClean="0">
                <a:solidFill>
                  <a:schemeClr val="accent1"/>
                </a:solidFill>
                <a:latin typeface="微软雅黑" pitchFamily="34" charset="-122"/>
                <a:ea typeface="微软雅黑" pitchFamily="34" charset="-122"/>
              </a:rPr>
              <a:t>系统功能需求</a:t>
            </a:r>
            <a:endParaRPr lang="zh-CN" altLang="en-US" sz="3000" b="1" dirty="0">
              <a:solidFill>
                <a:schemeClr val="accent1"/>
              </a:solidFill>
              <a:latin typeface="微软雅黑" pitchFamily="34" charset="-122"/>
              <a:ea typeface="微软雅黑" pitchFamily="34" charset="-122"/>
            </a:endParaRPr>
          </a:p>
        </p:txBody>
      </p:sp>
      <p:sp>
        <p:nvSpPr>
          <p:cNvPr id="20483"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round/>
            <a:headEnd/>
            <a:tailEnd/>
          </a:ln>
        </p:spPr>
        <p:txBody>
          <a:bodyPr/>
          <a:lstStyle/>
          <a:p>
            <a:endParaRPr lang="zh-CN" altLang="en-US"/>
          </a:p>
        </p:txBody>
      </p:sp>
      <p:grpSp>
        <p:nvGrpSpPr>
          <p:cNvPr id="6" name="组合 5"/>
          <p:cNvGrpSpPr/>
          <p:nvPr/>
        </p:nvGrpSpPr>
        <p:grpSpPr>
          <a:xfrm>
            <a:off x="361218" y="994666"/>
            <a:ext cx="10814504" cy="461665"/>
            <a:chOff x="695325" y="1013859"/>
            <a:chExt cx="10814504" cy="461665"/>
          </a:xfrm>
          <a:solidFill>
            <a:srgbClr val="006BBC"/>
          </a:solidFill>
        </p:grpSpPr>
        <p:sp>
          <p:nvSpPr>
            <p:cNvPr id="7" name="矩形 6"/>
            <p:cNvSpPr/>
            <p:nvPr/>
          </p:nvSpPr>
          <p:spPr>
            <a:xfrm>
              <a:off x="695325" y="1013859"/>
              <a:ext cx="2154757" cy="461665"/>
            </a:xfrm>
            <a:prstGeom prst="rect">
              <a:avLst/>
            </a:prstGeom>
            <a:grpFill/>
            <a:ln>
              <a:solidFill>
                <a:srgbClr val="006BBC"/>
              </a:solidFill>
            </a:ln>
          </p:spPr>
          <p:txBody>
            <a:bodyPr wrap="none">
              <a:spAutoFit/>
            </a:bodyPr>
            <a:lstStyle/>
            <a:p>
              <a:r>
                <a:rPr lang="zh-CN" altLang="en-US" sz="2400" b="1" dirty="0" smtClean="0">
                  <a:solidFill>
                    <a:srgbClr val="F8F8F8"/>
                  </a:solidFill>
                  <a:latin typeface="+mj-ea"/>
                  <a:ea typeface="+mj-ea"/>
                </a:rPr>
                <a:t>考生报名模块</a:t>
              </a:r>
              <a:r>
                <a:rPr lang="en-US" altLang="zh-CN" sz="2400" b="1" dirty="0" smtClean="0">
                  <a:solidFill>
                    <a:srgbClr val="F8F8F8"/>
                  </a:solidFill>
                  <a:latin typeface="+mj-ea"/>
                  <a:ea typeface="+mj-ea"/>
                </a:rPr>
                <a:t>:</a:t>
              </a:r>
              <a:endParaRPr lang="zh-CN" altLang="en-US" sz="2400" b="1" dirty="0">
                <a:solidFill>
                  <a:srgbClr val="F8F8F8"/>
                </a:solidFill>
                <a:latin typeface="+mj-ea"/>
                <a:ea typeface="+mj-ea"/>
              </a:endParaRPr>
            </a:p>
          </p:txBody>
        </p:sp>
        <p:cxnSp>
          <p:nvCxnSpPr>
            <p:cNvPr id="8" name="直接连接符 7"/>
            <p:cNvCxnSpPr/>
            <p:nvPr/>
          </p:nvCxnSpPr>
          <p:spPr>
            <a:xfrm>
              <a:off x="695325" y="1475524"/>
              <a:ext cx="10814504" cy="0"/>
            </a:xfrm>
            <a:prstGeom prst="line">
              <a:avLst/>
            </a:prstGeom>
            <a:grpFill/>
            <a:ln>
              <a:solidFill>
                <a:srgbClr val="006BBC"/>
              </a:solidFill>
            </a:ln>
          </p:spPr>
          <p:style>
            <a:lnRef idx="1">
              <a:schemeClr val="accent1"/>
            </a:lnRef>
            <a:fillRef idx="0">
              <a:schemeClr val="accent1"/>
            </a:fillRef>
            <a:effectRef idx="0">
              <a:schemeClr val="accent1"/>
            </a:effectRef>
            <a:fontRef idx="minor">
              <a:schemeClr val="tx1"/>
            </a:fontRef>
          </p:style>
        </p:cxnSp>
      </p:grpSp>
      <p:sp>
        <p:nvSpPr>
          <p:cNvPr id="9" name="矩形 8"/>
          <p:cNvSpPr/>
          <p:nvPr/>
        </p:nvSpPr>
        <p:spPr>
          <a:xfrm>
            <a:off x="278091" y="1497257"/>
            <a:ext cx="10814505" cy="1131079"/>
          </a:xfrm>
          <a:prstGeom prst="rect">
            <a:avLst/>
          </a:prstGeom>
        </p:spPr>
        <p:txBody>
          <a:bodyPr wrap="square">
            <a:spAutoFit/>
          </a:bodyPr>
          <a:lstStyle/>
          <a:p>
            <a:pPr marL="285750" indent="-285750">
              <a:lnSpc>
                <a:spcPct val="125000"/>
              </a:lnSpc>
              <a:buFont typeface="Wingdings" panose="05000000000000000000" pitchFamily="2" charset="2"/>
              <a:buChar char="n"/>
            </a:pPr>
            <a:r>
              <a:rPr lang="zh-CN" altLang="en-US" b="1" dirty="0" smtClean="0">
                <a:solidFill>
                  <a:srgbClr val="363636"/>
                </a:solidFill>
                <a:latin typeface="+mn-ea"/>
                <a:ea typeface="+mn-ea"/>
              </a:rPr>
              <a:t>填写考生生源基本信息和报考信息，调剂考生可以选择调剂志愿并申请调剂；</a:t>
            </a:r>
            <a:endParaRPr lang="en-US" altLang="zh-CN" b="1" dirty="0" smtClean="0">
              <a:solidFill>
                <a:srgbClr val="363636"/>
              </a:solidFill>
              <a:latin typeface="+mn-ea"/>
              <a:ea typeface="+mn-ea"/>
            </a:endParaRPr>
          </a:p>
          <a:p>
            <a:pPr marL="285750" indent="-285750">
              <a:lnSpc>
                <a:spcPct val="125000"/>
              </a:lnSpc>
              <a:buFont typeface="Wingdings" panose="05000000000000000000" pitchFamily="2" charset="2"/>
              <a:buChar char="n"/>
            </a:pPr>
            <a:r>
              <a:rPr lang="zh-CN" altLang="en-US" b="1" dirty="0" smtClean="0">
                <a:solidFill>
                  <a:srgbClr val="363636"/>
                </a:solidFill>
                <a:latin typeface="+mn-ea"/>
                <a:ea typeface="+mn-ea"/>
              </a:rPr>
              <a:t>查看研究生招考工作相关公告信息、学科及导师介绍信息；</a:t>
            </a:r>
            <a:endParaRPr lang="en-US" altLang="zh-CN" b="1" dirty="0" smtClean="0">
              <a:solidFill>
                <a:srgbClr val="363636"/>
              </a:solidFill>
              <a:latin typeface="+mn-ea"/>
              <a:ea typeface="+mn-ea"/>
            </a:endParaRPr>
          </a:p>
          <a:p>
            <a:pPr marL="285750" indent="-285750">
              <a:lnSpc>
                <a:spcPct val="125000"/>
              </a:lnSpc>
              <a:buFont typeface="Wingdings" panose="05000000000000000000" pitchFamily="2" charset="2"/>
              <a:buChar char="n"/>
            </a:pPr>
            <a:r>
              <a:rPr lang="zh-CN" altLang="en-US" b="1" dirty="0" smtClean="0">
                <a:solidFill>
                  <a:srgbClr val="363636"/>
                </a:solidFill>
                <a:latin typeface="+mn-ea"/>
                <a:ea typeface="+mn-ea"/>
              </a:rPr>
              <a:t>查看招生复试的流程信息、复试成绩及录取结果。</a:t>
            </a:r>
            <a:endParaRPr lang="zh-CN" altLang="en-US" b="1" dirty="0">
              <a:solidFill>
                <a:srgbClr val="363636"/>
              </a:solidFill>
              <a:latin typeface="+mn-ea"/>
              <a:ea typeface="+mn-ea"/>
            </a:endParaRPr>
          </a:p>
        </p:txBody>
      </p:sp>
      <p:grpSp>
        <p:nvGrpSpPr>
          <p:cNvPr id="10" name="组合 9"/>
          <p:cNvGrpSpPr/>
          <p:nvPr/>
        </p:nvGrpSpPr>
        <p:grpSpPr>
          <a:xfrm>
            <a:off x="326049" y="2964143"/>
            <a:ext cx="10814504" cy="461665"/>
            <a:chOff x="695325" y="1013859"/>
            <a:chExt cx="10814504" cy="461665"/>
          </a:xfrm>
          <a:solidFill>
            <a:srgbClr val="006BBC"/>
          </a:solidFill>
        </p:grpSpPr>
        <p:sp>
          <p:nvSpPr>
            <p:cNvPr id="11" name="矩形 10"/>
            <p:cNvSpPr/>
            <p:nvPr/>
          </p:nvSpPr>
          <p:spPr>
            <a:xfrm>
              <a:off x="695325" y="1013859"/>
              <a:ext cx="2770310" cy="461665"/>
            </a:xfrm>
            <a:prstGeom prst="rect">
              <a:avLst/>
            </a:prstGeom>
            <a:grpFill/>
            <a:ln>
              <a:solidFill>
                <a:srgbClr val="006BBC"/>
              </a:solidFill>
            </a:ln>
          </p:spPr>
          <p:txBody>
            <a:bodyPr wrap="none">
              <a:spAutoFit/>
            </a:bodyPr>
            <a:lstStyle/>
            <a:p>
              <a:r>
                <a:rPr lang="zh-CN" altLang="en-US" sz="2400" b="1" dirty="0" smtClean="0">
                  <a:solidFill>
                    <a:srgbClr val="F8F8F8"/>
                  </a:solidFill>
                  <a:latin typeface="+mj-ea"/>
                  <a:ea typeface="+mj-ea"/>
                </a:rPr>
                <a:t>考生信息管理模块</a:t>
              </a:r>
              <a:r>
                <a:rPr lang="en-US" altLang="zh-CN" sz="2400" b="1" dirty="0" smtClean="0">
                  <a:solidFill>
                    <a:srgbClr val="F8F8F8"/>
                  </a:solidFill>
                  <a:latin typeface="+mj-ea"/>
                  <a:ea typeface="+mj-ea"/>
                </a:rPr>
                <a:t>:</a:t>
              </a:r>
              <a:endParaRPr lang="zh-CN" altLang="en-US" sz="2400" b="1" dirty="0">
                <a:solidFill>
                  <a:srgbClr val="F8F8F8"/>
                </a:solidFill>
                <a:latin typeface="+mj-ea"/>
                <a:ea typeface="+mj-ea"/>
              </a:endParaRPr>
            </a:p>
          </p:txBody>
        </p:sp>
        <p:cxnSp>
          <p:nvCxnSpPr>
            <p:cNvPr id="12" name="直接连接符 11"/>
            <p:cNvCxnSpPr/>
            <p:nvPr/>
          </p:nvCxnSpPr>
          <p:spPr>
            <a:xfrm>
              <a:off x="695325" y="1475524"/>
              <a:ext cx="10814504" cy="0"/>
            </a:xfrm>
            <a:prstGeom prst="line">
              <a:avLst/>
            </a:prstGeom>
            <a:grpFill/>
            <a:ln>
              <a:solidFill>
                <a:srgbClr val="006BBC"/>
              </a:solidFill>
            </a:ln>
          </p:spPr>
        </p:cxnSp>
      </p:grpSp>
      <p:sp>
        <p:nvSpPr>
          <p:cNvPr id="13" name="矩形 12"/>
          <p:cNvSpPr/>
          <p:nvPr/>
        </p:nvSpPr>
        <p:spPr>
          <a:xfrm>
            <a:off x="242922" y="3466734"/>
            <a:ext cx="10814505" cy="1131079"/>
          </a:xfrm>
          <a:prstGeom prst="rect">
            <a:avLst/>
          </a:prstGeom>
        </p:spPr>
        <p:txBody>
          <a:bodyPr wrap="square">
            <a:spAutoFit/>
          </a:bodyPr>
          <a:lstStyle/>
          <a:p>
            <a:pPr marL="285750" indent="-285750">
              <a:lnSpc>
                <a:spcPct val="125000"/>
              </a:lnSpc>
              <a:buFont typeface="Wingdings" panose="05000000000000000000" pitchFamily="2" charset="2"/>
              <a:buChar char="n"/>
            </a:pPr>
            <a:r>
              <a:rPr lang="zh-CN" altLang="en-US" b="1" dirty="0" smtClean="0">
                <a:solidFill>
                  <a:srgbClr val="363636"/>
                </a:solidFill>
                <a:latin typeface="+mn-ea"/>
                <a:ea typeface="+mn-ea"/>
              </a:rPr>
              <a:t>该模块为管理员提供了常用的信息管理功能，包括一志愿考生信息的导入、查看以及审核功能；</a:t>
            </a:r>
            <a:endParaRPr lang="en-US" altLang="zh-CN" b="1" dirty="0" smtClean="0">
              <a:solidFill>
                <a:srgbClr val="363636"/>
              </a:solidFill>
              <a:latin typeface="+mn-ea"/>
              <a:ea typeface="+mn-ea"/>
            </a:endParaRPr>
          </a:p>
          <a:p>
            <a:pPr marL="285750" indent="-285750">
              <a:lnSpc>
                <a:spcPct val="125000"/>
              </a:lnSpc>
              <a:buFont typeface="Wingdings" panose="05000000000000000000" pitchFamily="2" charset="2"/>
              <a:buChar char="n"/>
            </a:pPr>
            <a:r>
              <a:rPr lang="zh-CN" altLang="en-US" b="1" dirty="0" smtClean="0">
                <a:solidFill>
                  <a:srgbClr val="363636"/>
                </a:solidFill>
                <a:latin typeface="+mn-ea"/>
                <a:ea typeface="+mn-ea"/>
              </a:rPr>
              <a:t>该模块的审核功能包括对考生信息的线上审核和考生身份证件的线下审核；</a:t>
            </a:r>
            <a:endParaRPr lang="en-US" altLang="zh-CN" b="1" dirty="0" smtClean="0">
              <a:solidFill>
                <a:srgbClr val="363636"/>
              </a:solidFill>
              <a:latin typeface="+mn-ea"/>
              <a:ea typeface="+mn-ea"/>
            </a:endParaRPr>
          </a:p>
          <a:p>
            <a:pPr marL="285750" indent="-285750">
              <a:lnSpc>
                <a:spcPct val="125000"/>
              </a:lnSpc>
              <a:buFont typeface="Wingdings" panose="05000000000000000000" pitchFamily="2" charset="2"/>
              <a:buChar char="n"/>
            </a:pPr>
            <a:r>
              <a:rPr lang="zh-CN" altLang="en-US" b="1" dirty="0" smtClean="0">
                <a:solidFill>
                  <a:srgbClr val="363636"/>
                </a:solidFill>
                <a:latin typeface="+mn-ea"/>
                <a:ea typeface="+mn-ea"/>
              </a:rPr>
              <a:t>对于符合研究生复试条件的考生进行消息通知。</a:t>
            </a:r>
            <a:endParaRPr lang="zh-CN" altLang="en-US" b="1" dirty="0">
              <a:solidFill>
                <a:srgbClr val="363636"/>
              </a:solidFill>
              <a:latin typeface="+mn-ea"/>
              <a:ea typeface="+mn-ea"/>
            </a:endParaRPr>
          </a:p>
        </p:txBody>
      </p:sp>
      <p:grpSp>
        <p:nvGrpSpPr>
          <p:cNvPr id="14" name="组合 13"/>
          <p:cNvGrpSpPr/>
          <p:nvPr/>
        </p:nvGrpSpPr>
        <p:grpSpPr>
          <a:xfrm>
            <a:off x="343634" y="4810527"/>
            <a:ext cx="10814504" cy="461665"/>
            <a:chOff x="695325" y="1013859"/>
            <a:chExt cx="10814504" cy="461665"/>
          </a:xfrm>
        </p:grpSpPr>
        <p:sp>
          <p:nvSpPr>
            <p:cNvPr id="15" name="矩形 14"/>
            <p:cNvSpPr/>
            <p:nvPr/>
          </p:nvSpPr>
          <p:spPr>
            <a:xfrm>
              <a:off x="695325" y="1013859"/>
              <a:ext cx="2154757"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消息通知模块</a:t>
              </a:r>
              <a:r>
                <a:rPr lang="en-US" altLang="zh-CN" sz="2400" b="1" dirty="0" smtClean="0">
                  <a:solidFill>
                    <a:srgbClr val="F8F8F8"/>
                  </a:solidFill>
                  <a:latin typeface="+mn-ea"/>
                  <a:ea typeface="+mn-ea"/>
                </a:rPr>
                <a:t>:</a:t>
              </a:r>
              <a:endParaRPr lang="zh-CN" altLang="en-US" sz="2400" b="1" dirty="0">
                <a:solidFill>
                  <a:srgbClr val="F8F8F8"/>
                </a:solidFill>
                <a:latin typeface="+mn-ea"/>
                <a:ea typeface="+mn-ea"/>
              </a:endParaRPr>
            </a:p>
          </p:txBody>
        </p:sp>
        <p:cxnSp>
          <p:nvCxnSpPr>
            <p:cNvPr id="16" name="直接连接符 15"/>
            <p:cNvCxnSpPr/>
            <p:nvPr/>
          </p:nvCxnSpPr>
          <p:spPr>
            <a:xfrm>
              <a:off x="695325" y="1475524"/>
              <a:ext cx="10814504" cy="0"/>
            </a:xfrm>
            <a:prstGeom prst="line">
              <a:avLst/>
            </a:prstGeom>
            <a:ln>
              <a:solidFill>
                <a:srgbClr val="006BBC"/>
              </a:solidFill>
            </a:ln>
          </p:spPr>
          <p:style>
            <a:lnRef idx="1">
              <a:schemeClr val="accent1"/>
            </a:lnRef>
            <a:fillRef idx="0">
              <a:schemeClr val="accent1"/>
            </a:fillRef>
            <a:effectRef idx="0">
              <a:schemeClr val="accent1"/>
            </a:effectRef>
            <a:fontRef idx="minor">
              <a:schemeClr val="tx1"/>
            </a:fontRef>
          </p:style>
        </p:cxnSp>
      </p:grpSp>
      <p:sp>
        <p:nvSpPr>
          <p:cNvPr id="17" name="矩形 16"/>
          <p:cNvSpPr/>
          <p:nvPr/>
        </p:nvSpPr>
        <p:spPr>
          <a:xfrm>
            <a:off x="260507" y="5313118"/>
            <a:ext cx="10814505" cy="1131079"/>
          </a:xfrm>
          <a:prstGeom prst="rect">
            <a:avLst/>
          </a:prstGeom>
        </p:spPr>
        <p:txBody>
          <a:bodyPr wrap="square">
            <a:spAutoFit/>
          </a:bodyPr>
          <a:lstStyle/>
          <a:p>
            <a:pPr marL="285750" indent="-285750">
              <a:lnSpc>
                <a:spcPct val="125000"/>
              </a:lnSpc>
              <a:buFont typeface="Wingdings" panose="05000000000000000000" pitchFamily="2" charset="2"/>
              <a:buChar char="n"/>
            </a:pPr>
            <a:r>
              <a:rPr lang="zh-CN" altLang="en-US" b="1" dirty="0" smtClean="0">
                <a:solidFill>
                  <a:srgbClr val="363636"/>
                </a:solidFill>
                <a:latin typeface="+mn-ea"/>
                <a:ea typeface="+mn-ea"/>
              </a:rPr>
              <a:t>消息通知模块为管理员提供了便捷的消息通知方式，管理员可以在管理员平台对考生发起批量的短信的通知，并通过消息确认机制确保考生收到消息；</a:t>
            </a:r>
            <a:endParaRPr lang="en-US" altLang="zh-CN" b="1" dirty="0" smtClean="0">
              <a:solidFill>
                <a:srgbClr val="363636"/>
              </a:solidFill>
              <a:latin typeface="+mn-ea"/>
              <a:ea typeface="+mn-ea"/>
            </a:endParaRPr>
          </a:p>
          <a:p>
            <a:pPr marL="285750" indent="-285750">
              <a:lnSpc>
                <a:spcPct val="125000"/>
              </a:lnSpc>
              <a:buFont typeface="Wingdings" panose="05000000000000000000" pitchFamily="2" charset="2"/>
              <a:buChar char="n"/>
            </a:pPr>
            <a:r>
              <a:rPr lang="zh-CN" altLang="en-US" b="1" dirty="0" smtClean="0">
                <a:solidFill>
                  <a:srgbClr val="363636"/>
                </a:solidFill>
                <a:latin typeface="+mn-ea"/>
                <a:ea typeface="+mn-ea"/>
              </a:rPr>
              <a:t>消息通知模块提供包括电话语音、短信、邮件等消息传递方式。</a:t>
            </a:r>
            <a:endParaRPr lang="zh-CN" altLang="en-US" b="1" dirty="0">
              <a:solidFill>
                <a:srgbClr val="363636"/>
              </a:solidFill>
              <a:latin typeface="+mn-ea"/>
              <a:ea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0483"/>
                                        </p:tgtEl>
                                        <p:attrNameLst>
                                          <p:attrName>style.visibility</p:attrName>
                                        </p:attrNameLst>
                                      </p:cBhvr>
                                      <p:to>
                                        <p:strVal val="visible"/>
                                      </p:to>
                                    </p:set>
                                    <p:anim calcmode="lin" valueType="num">
                                      <p:cBhvr>
                                        <p:cTn id="7" dur="300" fill="hold"/>
                                        <p:tgtEl>
                                          <p:spTgt spid="20483"/>
                                        </p:tgtEl>
                                        <p:attrNameLst>
                                          <p:attrName>ppt_w</p:attrName>
                                        </p:attrNameLst>
                                      </p:cBhvr>
                                      <p:tavLst>
                                        <p:tav tm="0">
                                          <p:val>
                                            <p:fltVal val="0"/>
                                          </p:val>
                                        </p:tav>
                                        <p:tav tm="100000">
                                          <p:val>
                                            <p:strVal val="#ppt_w"/>
                                          </p:val>
                                        </p:tav>
                                      </p:tavLst>
                                    </p:anim>
                                    <p:anim calcmode="lin" valueType="num">
                                      <p:cBhvr>
                                        <p:cTn id="8" dur="300" fill="hold"/>
                                        <p:tgtEl>
                                          <p:spTgt spid="20483"/>
                                        </p:tgtEl>
                                        <p:attrNameLst>
                                          <p:attrName>ppt_h</p:attrName>
                                        </p:attrNameLst>
                                      </p:cBhvr>
                                      <p:tavLst>
                                        <p:tav tm="0">
                                          <p:val>
                                            <p:fltVal val="0"/>
                                          </p:val>
                                        </p:tav>
                                        <p:tav tm="100000">
                                          <p:val>
                                            <p:strVal val="#ppt_h"/>
                                          </p:val>
                                        </p:tav>
                                      </p:tavLst>
                                    </p:anim>
                                    <p:anim calcmode="lin" valueType="num">
                                      <p:cBhvr>
                                        <p:cTn id="9" dur="300" fill="hold"/>
                                        <p:tgtEl>
                                          <p:spTgt spid="20483"/>
                                        </p:tgtEl>
                                        <p:attrNameLst>
                                          <p:attrName>style.rotation</p:attrName>
                                        </p:attrNameLst>
                                      </p:cBhvr>
                                      <p:tavLst>
                                        <p:tav tm="0">
                                          <p:val>
                                            <p:fltVal val="90"/>
                                          </p:val>
                                        </p:tav>
                                        <p:tav tm="100000">
                                          <p:val>
                                            <p:fltVal val="0"/>
                                          </p:val>
                                        </p:tav>
                                      </p:tavLst>
                                    </p:anim>
                                    <p:animEffect transition="in" filter="fade">
                                      <p:cBhvr>
                                        <p:cTn id="10" dur="300"/>
                                        <p:tgtEl>
                                          <p:spTgt spid="20483"/>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0482"/>
                                        </p:tgtEl>
                                        <p:attrNameLst>
                                          <p:attrName>style.visibility</p:attrName>
                                        </p:attrNameLst>
                                      </p:cBhvr>
                                      <p:to>
                                        <p:strVal val="visible"/>
                                      </p:to>
                                    </p:set>
                                    <p:anim calcmode="lin" valueType="num">
                                      <p:cBhvr>
                                        <p:cTn id="14" dur="400" fill="hold"/>
                                        <p:tgtEl>
                                          <p:spTgt spid="2048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0482"/>
                                        </p:tgtEl>
                                        <p:attrNameLst>
                                          <p:attrName>ppt_y</p:attrName>
                                        </p:attrNameLst>
                                      </p:cBhvr>
                                      <p:tavLst>
                                        <p:tav tm="0">
                                          <p:val>
                                            <p:strVal val="#ppt_y"/>
                                          </p:val>
                                        </p:tav>
                                        <p:tav tm="100000">
                                          <p:val>
                                            <p:strVal val="#ppt_y"/>
                                          </p:val>
                                        </p:tav>
                                      </p:tavLst>
                                    </p:anim>
                                    <p:anim calcmode="lin" valueType="num">
                                      <p:cBhvr>
                                        <p:cTn id="16" dur="400" fill="hold"/>
                                        <p:tgtEl>
                                          <p:spTgt spid="2048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048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0482"/>
                                        </p:tgtEl>
                                      </p:cBhvr>
                                    </p:animEffect>
                                  </p:childTnLst>
                                </p:cTn>
                              </p:par>
                              <p:par>
                                <p:cTn id="19" presetID="22" presetClass="entr" presetSubtype="8"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left)">
                                      <p:cBhvr>
                                        <p:cTn id="21" dur="500"/>
                                        <p:tgtEl>
                                          <p:spTgt spid="6"/>
                                        </p:tgtEl>
                                      </p:cBhvr>
                                    </p:animEffect>
                                  </p:childTnLst>
                                </p:cTn>
                              </p:par>
                              <p:par>
                                <p:cTn id="22" presetID="22" presetClass="entr" presetSubtype="8"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left)">
                                      <p:cBhvr>
                                        <p:cTn id="24" dur="500"/>
                                        <p:tgtEl>
                                          <p:spTgt spid="10"/>
                                        </p:tgtEl>
                                      </p:cBhvr>
                                    </p:animEffect>
                                  </p:childTnLst>
                                </p:cTn>
                              </p:par>
                              <p:par>
                                <p:cTn id="25" presetID="22" presetClass="entr" presetSubtype="8"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autoUpdateAnimBg="0"/>
      <p:bldP spid="2048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Box 27"/>
          <p:cNvSpPr txBox="1">
            <a:spLocks noChangeArrowheads="1"/>
          </p:cNvSpPr>
          <p:nvPr/>
        </p:nvSpPr>
        <p:spPr bwMode="auto">
          <a:xfrm>
            <a:off x="1012825" y="176213"/>
            <a:ext cx="3191899"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3.2 </a:t>
            </a:r>
            <a:r>
              <a:rPr lang="zh-CN" altLang="en-US" sz="3000" b="1" dirty="0" smtClean="0">
                <a:solidFill>
                  <a:schemeClr val="accent1"/>
                </a:solidFill>
                <a:latin typeface="微软雅黑" pitchFamily="34" charset="-122"/>
                <a:ea typeface="微软雅黑" pitchFamily="34" charset="-122"/>
              </a:rPr>
              <a:t>系统功能需求</a:t>
            </a:r>
            <a:endParaRPr lang="zh-CN" altLang="en-US" sz="3000" b="1" dirty="0">
              <a:solidFill>
                <a:schemeClr val="accent1"/>
              </a:solidFill>
              <a:latin typeface="微软雅黑" pitchFamily="34" charset="-122"/>
              <a:ea typeface="微软雅黑" pitchFamily="34" charset="-122"/>
            </a:endParaRPr>
          </a:p>
        </p:txBody>
      </p:sp>
      <p:sp>
        <p:nvSpPr>
          <p:cNvPr id="20483"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round/>
            <a:headEnd/>
            <a:tailEnd/>
          </a:ln>
        </p:spPr>
        <p:txBody>
          <a:bodyPr/>
          <a:lstStyle/>
          <a:p>
            <a:endParaRPr lang="zh-CN" altLang="en-US"/>
          </a:p>
        </p:txBody>
      </p:sp>
      <p:grpSp>
        <p:nvGrpSpPr>
          <p:cNvPr id="18" name="组合 24"/>
          <p:cNvGrpSpPr/>
          <p:nvPr/>
        </p:nvGrpSpPr>
        <p:grpSpPr>
          <a:xfrm>
            <a:off x="361218" y="1518541"/>
            <a:ext cx="10814504" cy="461665"/>
            <a:chOff x="695325" y="1013859"/>
            <a:chExt cx="10814504" cy="461665"/>
          </a:xfrm>
          <a:solidFill>
            <a:srgbClr val="006BBC"/>
          </a:solidFill>
        </p:grpSpPr>
        <p:sp>
          <p:nvSpPr>
            <p:cNvPr id="19" name="矩形 18"/>
            <p:cNvSpPr/>
            <p:nvPr/>
          </p:nvSpPr>
          <p:spPr>
            <a:xfrm>
              <a:off x="695325" y="1013859"/>
              <a:ext cx="2154757" cy="461665"/>
            </a:xfrm>
            <a:prstGeom prst="rect">
              <a:avLst/>
            </a:prstGeom>
            <a:grpFill/>
            <a:ln>
              <a:solidFill>
                <a:srgbClr val="006BBC"/>
              </a:solidFill>
            </a:ln>
          </p:spPr>
          <p:txBody>
            <a:bodyPr wrap="none">
              <a:spAutoFit/>
            </a:bodyPr>
            <a:lstStyle/>
            <a:p>
              <a:r>
                <a:rPr lang="zh-CN" altLang="en-US" sz="2400" b="1" dirty="0" smtClean="0">
                  <a:solidFill>
                    <a:srgbClr val="F8F8F8"/>
                  </a:solidFill>
                  <a:latin typeface="+mn-ea"/>
                  <a:ea typeface="+mn-ea"/>
                </a:rPr>
                <a:t>报表统计模块</a:t>
              </a:r>
              <a:r>
                <a:rPr lang="en-US" altLang="zh-CN" sz="2400" b="1" dirty="0" smtClean="0">
                  <a:solidFill>
                    <a:srgbClr val="F8F8F8"/>
                  </a:solidFill>
                  <a:latin typeface="+mn-ea"/>
                  <a:ea typeface="+mn-ea"/>
                </a:rPr>
                <a:t>:</a:t>
              </a:r>
              <a:endParaRPr lang="zh-CN" altLang="en-US" sz="2400" b="1" dirty="0">
                <a:solidFill>
                  <a:srgbClr val="F8F8F8"/>
                </a:solidFill>
                <a:latin typeface="+mn-ea"/>
                <a:ea typeface="+mn-ea"/>
              </a:endParaRPr>
            </a:p>
          </p:txBody>
        </p:sp>
        <p:cxnSp>
          <p:nvCxnSpPr>
            <p:cNvPr id="20" name="直接连接符 19"/>
            <p:cNvCxnSpPr/>
            <p:nvPr/>
          </p:nvCxnSpPr>
          <p:spPr>
            <a:xfrm>
              <a:off x="695325" y="1475524"/>
              <a:ext cx="10814504" cy="0"/>
            </a:xfrm>
            <a:prstGeom prst="line">
              <a:avLst/>
            </a:prstGeom>
            <a:grpFill/>
            <a:ln>
              <a:solidFill>
                <a:srgbClr val="006BBC"/>
              </a:solidFill>
            </a:ln>
          </p:spPr>
          <p:style>
            <a:lnRef idx="1">
              <a:schemeClr val="accent1"/>
            </a:lnRef>
            <a:fillRef idx="0">
              <a:schemeClr val="accent1"/>
            </a:fillRef>
            <a:effectRef idx="0">
              <a:schemeClr val="accent1"/>
            </a:effectRef>
            <a:fontRef idx="minor">
              <a:schemeClr val="tx1"/>
            </a:fontRef>
          </p:style>
        </p:cxnSp>
      </p:grpSp>
      <p:sp>
        <p:nvSpPr>
          <p:cNvPr id="21" name="矩形 20"/>
          <p:cNvSpPr/>
          <p:nvPr/>
        </p:nvSpPr>
        <p:spPr>
          <a:xfrm>
            <a:off x="278091" y="2021132"/>
            <a:ext cx="10814505" cy="438582"/>
          </a:xfrm>
          <a:prstGeom prst="rect">
            <a:avLst/>
          </a:prstGeom>
        </p:spPr>
        <p:txBody>
          <a:bodyPr wrap="square">
            <a:spAutoFit/>
          </a:bodyPr>
          <a:lstStyle/>
          <a:p>
            <a:pPr marL="285750" indent="-285750">
              <a:lnSpc>
                <a:spcPct val="125000"/>
              </a:lnSpc>
              <a:buFont typeface="Wingdings" panose="05000000000000000000" pitchFamily="2" charset="2"/>
              <a:buChar char="n"/>
            </a:pPr>
            <a:r>
              <a:rPr lang="zh-CN" altLang="en-US" b="1" dirty="0" smtClean="0">
                <a:solidFill>
                  <a:schemeClr val="accent1"/>
                </a:solidFill>
                <a:latin typeface="+mn-ea"/>
                <a:ea typeface="+mn-ea"/>
              </a:rPr>
              <a:t>报表统计为管理员提供便捷的报表管理与生成方式，对于成绩信息、考生信息的处理提供极大便利。</a:t>
            </a:r>
            <a:endParaRPr lang="en-US" altLang="zh-CN" b="1" dirty="0" smtClean="0">
              <a:solidFill>
                <a:schemeClr val="accent1"/>
              </a:solidFill>
              <a:latin typeface="+mn-ea"/>
              <a:ea typeface="+mn-ea"/>
            </a:endParaRPr>
          </a:p>
        </p:txBody>
      </p:sp>
      <p:grpSp>
        <p:nvGrpSpPr>
          <p:cNvPr id="22" name="组合 40"/>
          <p:cNvGrpSpPr/>
          <p:nvPr/>
        </p:nvGrpSpPr>
        <p:grpSpPr>
          <a:xfrm>
            <a:off x="326049" y="3496063"/>
            <a:ext cx="10814504" cy="461665"/>
            <a:chOff x="695325" y="1013859"/>
            <a:chExt cx="10814504" cy="461665"/>
          </a:xfrm>
        </p:grpSpPr>
        <p:sp>
          <p:nvSpPr>
            <p:cNvPr id="23" name="矩形 22"/>
            <p:cNvSpPr/>
            <p:nvPr/>
          </p:nvSpPr>
          <p:spPr>
            <a:xfrm>
              <a:off x="695325" y="1013859"/>
              <a:ext cx="2770310"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复试信息管理模块</a:t>
              </a:r>
              <a:r>
                <a:rPr lang="en-US" altLang="zh-CN" sz="2400" b="1" dirty="0" smtClean="0">
                  <a:solidFill>
                    <a:srgbClr val="F8F8F8"/>
                  </a:solidFill>
                  <a:latin typeface="+mn-ea"/>
                  <a:ea typeface="+mn-ea"/>
                </a:rPr>
                <a:t>:</a:t>
              </a:r>
              <a:endParaRPr lang="zh-CN" altLang="en-US" sz="2400" b="1" dirty="0">
                <a:solidFill>
                  <a:srgbClr val="F8F8F8"/>
                </a:solidFill>
                <a:latin typeface="+mn-ea"/>
                <a:ea typeface="+mn-ea"/>
              </a:endParaRPr>
            </a:p>
          </p:txBody>
        </p:sp>
        <p:cxnSp>
          <p:nvCxnSpPr>
            <p:cNvPr id="24" name="直接连接符 23"/>
            <p:cNvCxnSpPr/>
            <p:nvPr/>
          </p:nvCxnSpPr>
          <p:spPr>
            <a:xfrm>
              <a:off x="695325" y="1475524"/>
              <a:ext cx="10814504" cy="0"/>
            </a:xfrm>
            <a:prstGeom prst="line">
              <a:avLst/>
            </a:prstGeom>
            <a:ln>
              <a:solidFill>
                <a:srgbClr val="006BBC"/>
              </a:solidFill>
            </a:ln>
          </p:spPr>
          <p:style>
            <a:lnRef idx="1">
              <a:schemeClr val="accent1"/>
            </a:lnRef>
            <a:fillRef idx="0">
              <a:schemeClr val="accent1"/>
            </a:fillRef>
            <a:effectRef idx="0">
              <a:schemeClr val="accent1"/>
            </a:effectRef>
            <a:fontRef idx="minor">
              <a:schemeClr val="tx1"/>
            </a:fontRef>
          </p:style>
        </p:cxnSp>
      </p:grpSp>
      <p:sp>
        <p:nvSpPr>
          <p:cNvPr id="25" name="矩形 24"/>
          <p:cNvSpPr/>
          <p:nvPr/>
        </p:nvSpPr>
        <p:spPr>
          <a:xfrm>
            <a:off x="242922" y="3998654"/>
            <a:ext cx="10814505" cy="784830"/>
          </a:xfrm>
          <a:prstGeom prst="rect">
            <a:avLst/>
          </a:prstGeom>
        </p:spPr>
        <p:txBody>
          <a:bodyPr wrap="square">
            <a:spAutoFit/>
          </a:bodyPr>
          <a:lstStyle/>
          <a:p>
            <a:pPr marL="285750" indent="-285750">
              <a:lnSpc>
                <a:spcPct val="125000"/>
              </a:lnSpc>
              <a:buFont typeface="Wingdings" panose="05000000000000000000" pitchFamily="2" charset="2"/>
              <a:buChar char="n"/>
            </a:pPr>
            <a:r>
              <a:rPr lang="zh-CN" altLang="en-US" b="1" dirty="0" smtClean="0">
                <a:solidFill>
                  <a:schemeClr val="accent1"/>
                </a:solidFill>
                <a:latin typeface="+mn-ea"/>
                <a:ea typeface="+mn-ea"/>
              </a:rPr>
              <a:t>复试信息的管理包括考试科目管理、复试教师组管理和复试计分方案管理；</a:t>
            </a:r>
            <a:endParaRPr lang="en-US" altLang="zh-CN" b="1" dirty="0" smtClean="0">
              <a:solidFill>
                <a:schemeClr val="accent1"/>
              </a:solidFill>
              <a:latin typeface="+mn-ea"/>
              <a:ea typeface="+mn-ea"/>
            </a:endParaRPr>
          </a:p>
          <a:p>
            <a:pPr marL="285750" indent="-285750">
              <a:lnSpc>
                <a:spcPct val="125000"/>
              </a:lnSpc>
              <a:buFont typeface="Wingdings" panose="05000000000000000000" pitchFamily="2" charset="2"/>
              <a:buChar char="n"/>
            </a:pPr>
            <a:r>
              <a:rPr lang="zh-CN" altLang="en-US" b="1" dirty="0" smtClean="0">
                <a:solidFill>
                  <a:schemeClr val="accent1"/>
                </a:solidFill>
                <a:latin typeface="+mn-ea"/>
                <a:ea typeface="+mn-ea"/>
              </a:rPr>
              <a:t>这些信息的收集与统计为报表的生成提供来源渠道。</a:t>
            </a:r>
            <a:endParaRPr lang="en-US" altLang="zh-CN" b="1" dirty="0" smtClean="0">
              <a:solidFill>
                <a:schemeClr val="accent1"/>
              </a:solidFill>
              <a:latin typeface="+mn-ea"/>
              <a:ea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0483"/>
                                        </p:tgtEl>
                                        <p:attrNameLst>
                                          <p:attrName>style.visibility</p:attrName>
                                        </p:attrNameLst>
                                      </p:cBhvr>
                                      <p:to>
                                        <p:strVal val="visible"/>
                                      </p:to>
                                    </p:set>
                                    <p:anim calcmode="lin" valueType="num">
                                      <p:cBhvr>
                                        <p:cTn id="7" dur="300" fill="hold"/>
                                        <p:tgtEl>
                                          <p:spTgt spid="20483"/>
                                        </p:tgtEl>
                                        <p:attrNameLst>
                                          <p:attrName>ppt_w</p:attrName>
                                        </p:attrNameLst>
                                      </p:cBhvr>
                                      <p:tavLst>
                                        <p:tav tm="0">
                                          <p:val>
                                            <p:fltVal val="0"/>
                                          </p:val>
                                        </p:tav>
                                        <p:tav tm="100000">
                                          <p:val>
                                            <p:strVal val="#ppt_w"/>
                                          </p:val>
                                        </p:tav>
                                      </p:tavLst>
                                    </p:anim>
                                    <p:anim calcmode="lin" valueType="num">
                                      <p:cBhvr>
                                        <p:cTn id="8" dur="300" fill="hold"/>
                                        <p:tgtEl>
                                          <p:spTgt spid="20483"/>
                                        </p:tgtEl>
                                        <p:attrNameLst>
                                          <p:attrName>ppt_h</p:attrName>
                                        </p:attrNameLst>
                                      </p:cBhvr>
                                      <p:tavLst>
                                        <p:tav tm="0">
                                          <p:val>
                                            <p:fltVal val="0"/>
                                          </p:val>
                                        </p:tav>
                                        <p:tav tm="100000">
                                          <p:val>
                                            <p:strVal val="#ppt_h"/>
                                          </p:val>
                                        </p:tav>
                                      </p:tavLst>
                                    </p:anim>
                                    <p:anim calcmode="lin" valueType="num">
                                      <p:cBhvr>
                                        <p:cTn id="9" dur="300" fill="hold"/>
                                        <p:tgtEl>
                                          <p:spTgt spid="20483"/>
                                        </p:tgtEl>
                                        <p:attrNameLst>
                                          <p:attrName>style.rotation</p:attrName>
                                        </p:attrNameLst>
                                      </p:cBhvr>
                                      <p:tavLst>
                                        <p:tav tm="0">
                                          <p:val>
                                            <p:fltVal val="90"/>
                                          </p:val>
                                        </p:tav>
                                        <p:tav tm="100000">
                                          <p:val>
                                            <p:fltVal val="0"/>
                                          </p:val>
                                        </p:tav>
                                      </p:tavLst>
                                    </p:anim>
                                    <p:animEffect transition="in" filter="fade">
                                      <p:cBhvr>
                                        <p:cTn id="10" dur="300"/>
                                        <p:tgtEl>
                                          <p:spTgt spid="20483"/>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0482"/>
                                        </p:tgtEl>
                                        <p:attrNameLst>
                                          <p:attrName>style.visibility</p:attrName>
                                        </p:attrNameLst>
                                      </p:cBhvr>
                                      <p:to>
                                        <p:strVal val="visible"/>
                                      </p:to>
                                    </p:set>
                                    <p:anim calcmode="lin" valueType="num">
                                      <p:cBhvr>
                                        <p:cTn id="14" dur="400" fill="hold"/>
                                        <p:tgtEl>
                                          <p:spTgt spid="2048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0482"/>
                                        </p:tgtEl>
                                        <p:attrNameLst>
                                          <p:attrName>ppt_y</p:attrName>
                                        </p:attrNameLst>
                                      </p:cBhvr>
                                      <p:tavLst>
                                        <p:tav tm="0">
                                          <p:val>
                                            <p:strVal val="#ppt_y"/>
                                          </p:val>
                                        </p:tav>
                                        <p:tav tm="100000">
                                          <p:val>
                                            <p:strVal val="#ppt_y"/>
                                          </p:val>
                                        </p:tav>
                                      </p:tavLst>
                                    </p:anim>
                                    <p:anim calcmode="lin" valueType="num">
                                      <p:cBhvr>
                                        <p:cTn id="16" dur="400" fill="hold"/>
                                        <p:tgtEl>
                                          <p:spTgt spid="2048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048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0482"/>
                                        </p:tgtEl>
                                      </p:cBhvr>
                                    </p:animEffect>
                                  </p:childTnLst>
                                </p:cTn>
                              </p:par>
                              <p:par>
                                <p:cTn id="19" presetID="22" presetClass="entr" presetSubtype="8"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wipe(left)">
                                      <p:cBhvr>
                                        <p:cTn id="21" dur="500"/>
                                        <p:tgtEl>
                                          <p:spTgt spid="18"/>
                                        </p:tgtEl>
                                      </p:cBhvr>
                                    </p:animEffect>
                                  </p:childTnLst>
                                </p:cTn>
                              </p:par>
                              <p:par>
                                <p:cTn id="22" presetID="22" presetClass="entr" presetSubtype="8" fill="hold" nodeType="with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wipe(left)">
                                      <p:cBhvr>
                                        <p:cTn id="2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autoUpdateAnimBg="0"/>
      <p:bldP spid="2048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Box 27"/>
          <p:cNvSpPr txBox="1">
            <a:spLocks noChangeArrowheads="1"/>
          </p:cNvSpPr>
          <p:nvPr/>
        </p:nvSpPr>
        <p:spPr bwMode="auto">
          <a:xfrm>
            <a:off x="1012825" y="176213"/>
            <a:ext cx="3191899"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3.3 </a:t>
            </a:r>
            <a:r>
              <a:rPr lang="zh-CN" altLang="en-US" sz="3000" b="1" dirty="0" smtClean="0">
                <a:solidFill>
                  <a:schemeClr val="accent1"/>
                </a:solidFill>
                <a:latin typeface="微软雅黑" pitchFamily="34" charset="-122"/>
                <a:ea typeface="微软雅黑" pitchFamily="34" charset="-122"/>
              </a:rPr>
              <a:t>系统性能需求</a:t>
            </a:r>
            <a:endParaRPr lang="zh-CN" altLang="en-US" sz="3000" b="1" dirty="0">
              <a:solidFill>
                <a:schemeClr val="accent1"/>
              </a:solidFill>
              <a:latin typeface="微软雅黑" pitchFamily="34" charset="-122"/>
              <a:ea typeface="微软雅黑" pitchFamily="34" charset="-122"/>
            </a:endParaRPr>
          </a:p>
        </p:txBody>
      </p:sp>
      <p:sp>
        <p:nvSpPr>
          <p:cNvPr id="20483"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round/>
            <a:headEnd/>
            <a:tailEnd/>
          </a:ln>
        </p:spPr>
        <p:txBody>
          <a:bodyPr/>
          <a:lstStyle/>
          <a:p>
            <a:endParaRPr lang="zh-CN" altLang="en-US"/>
          </a:p>
        </p:txBody>
      </p:sp>
      <p:sp>
        <p:nvSpPr>
          <p:cNvPr id="35" name="Freeform 10"/>
          <p:cNvSpPr>
            <a:spLocks/>
          </p:cNvSpPr>
          <p:nvPr/>
        </p:nvSpPr>
        <p:spPr bwMode="auto">
          <a:xfrm>
            <a:off x="7932738" y="1633538"/>
            <a:ext cx="388937" cy="388937"/>
          </a:xfrm>
          <a:custGeom>
            <a:avLst/>
            <a:gdLst>
              <a:gd name="T0" fmla="*/ 2147483646 w 477"/>
              <a:gd name="T1" fmla="*/ 0 h 476"/>
              <a:gd name="T2" fmla="*/ 2147483646 w 477"/>
              <a:gd name="T3" fmla="*/ 2147483646 h 476"/>
              <a:gd name="T4" fmla="*/ 2147483646 w 477"/>
              <a:gd name="T5" fmla="*/ 2147483646 h 476"/>
              <a:gd name="T6" fmla="*/ 2147483646 w 477"/>
              <a:gd name="T7" fmla="*/ 2147483646 h 476"/>
              <a:gd name="T8" fmla="*/ 0 w 477"/>
              <a:gd name="T9" fmla="*/ 2147483646 h 476"/>
              <a:gd name="T10" fmla="*/ 2147483646 w 477"/>
              <a:gd name="T11" fmla="*/ 2147483646 h 476"/>
              <a:gd name="T12" fmla="*/ 2147483646 w 477"/>
              <a:gd name="T13" fmla="*/ 0 h 47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77" h="476">
                <a:moveTo>
                  <a:pt x="477" y="0"/>
                </a:moveTo>
                <a:lnTo>
                  <a:pt x="413" y="238"/>
                </a:lnTo>
                <a:lnTo>
                  <a:pt x="349" y="476"/>
                </a:lnTo>
                <a:lnTo>
                  <a:pt x="175" y="302"/>
                </a:lnTo>
                <a:lnTo>
                  <a:pt x="0" y="127"/>
                </a:lnTo>
                <a:lnTo>
                  <a:pt x="239" y="63"/>
                </a:lnTo>
                <a:lnTo>
                  <a:pt x="477" y="0"/>
                </a:lnTo>
                <a:close/>
              </a:path>
            </a:pathLst>
          </a:custGeom>
          <a:solidFill>
            <a:srgbClr val="113E6A"/>
          </a:solidFill>
          <a:ln w="9525">
            <a:noFill/>
            <a:round/>
            <a:headEnd/>
            <a:tailEnd/>
          </a:ln>
        </p:spPr>
        <p:txBody>
          <a:bodyPr/>
          <a:lstStyle/>
          <a:p>
            <a:endParaRPr lang="zh-CN" altLang="en-US"/>
          </a:p>
        </p:txBody>
      </p:sp>
      <p:sp>
        <p:nvSpPr>
          <p:cNvPr id="36" name="Freeform 11"/>
          <p:cNvSpPr>
            <a:spLocks/>
          </p:cNvSpPr>
          <p:nvPr/>
        </p:nvSpPr>
        <p:spPr bwMode="auto">
          <a:xfrm>
            <a:off x="4119563" y="1633538"/>
            <a:ext cx="388937" cy="388937"/>
          </a:xfrm>
          <a:custGeom>
            <a:avLst/>
            <a:gdLst>
              <a:gd name="T0" fmla="*/ 0 w 476"/>
              <a:gd name="T1" fmla="*/ 0 h 476"/>
              <a:gd name="T2" fmla="*/ 2147483646 w 476"/>
              <a:gd name="T3" fmla="*/ 2147483646 h 476"/>
              <a:gd name="T4" fmla="*/ 2147483646 w 476"/>
              <a:gd name="T5" fmla="*/ 2147483646 h 476"/>
              <a:gd name="T6" fmla="*/ 2147483646 w 476"/>
              <a:gd name="T7" fmla="*/ 2147483646 h 476"/>
              <a:gd name="T8" fmla="*/ 2147483646 w 476"/>
              <a:gd name="T9" fmla="*/ 2147483646 h 476"/>
              <a:gd name="T10" fmla="*/ 2147483646 w 476"/>
              <a:gd name="T11" fmla="*/ 2147483646 h 476"/>
              <a:gd name="T12" fmla="*/ 0 w 476"/>
              <a:gd name="T13" fmla="*/ 0 h 47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76" h="476">
                <a:moveTo>
                  <a:pt x="0" y="0"/>
                </a:moveTo>
                <a:lnTo>
                  <a:pt x="63" y="238"/>
                </a:lnTo>
                <a:lnTo>
                  <a:pt x="127" y="476"/>
                </a:lnTo>
                <a:lnTo>
                  <a:pt x="302" y="302"/>
                </a:lnTo>
                <a:lnTo>
                  <a:pt x="476" y="127"/>
                </a:lnTo>
                <a:lnTo>
                  <a:pt x="238" y="63"/>
                </a:lnTo>
                <a:lnTo>
                  <a:pt x="0" y="0"/>
                </a:lnTo>
                <a:close/>
              </a:path>
            </a:pathLst>
          </a:custGeom>
          <a:solidFill>
            <a:srgbClr val="113E6A"/>
          </a:solidFill>
          <a:ln w="9525">
            <a:noFill/>
            <a:round/>
            <a:headEnd/>
            <a:tailEnd/>
          </a:ln>
        </p:spPr>
        <p:txBody>
          <a:bodyPr/>
          <a:lstStyle/>
          <a:p>
            <a:endParaRPr lang="zh-CN" altLang="en-US"/>
          </a:p>
        </p:txBody>
      </p:sp>
      <p:sp>
        <p:nvSpPr>
          <p:cNvPr id="37" name="Freeform 12"/>
          <p:cNvSpPr>
            <a:spLocks/>
          </p:cNvSpPr>
          <p:nvPr/>
        </p:nvSpPr>
        <p:spPr bwMode="auto">
          <a:xfrm>
            <a:off x="4138613" y="5260975"/>
            <a:ext cx="388937" cy="387350"/>
          </a:xfrm>
          <a:custGeom>
            <a:avLst/>
            <a:gdLst>
              <a:gd name="T0" fmla="*/ 2147483646 w 477"/>
              <a:gd name="T1" fmla="*/ 0 h 476"/>
              <a:gd name="T2" fmla="*/ 2147483646 w 477"/>
              <a:gd name="T3" fmla="*/ 2147483646 h 476"/>
              <a:gd name="T4" fmla="*/ 0 w 477"/>
              <a:gd name="T5" fmla="*/ 2147483646 h 476"/>
              <a:gd name="T6" fmla="*/ 2147483646 w 477"/>
              <a:gd name="T7" fmla="*/ 2147483646 h 476"/>
              <a:gd name="T8" fmla="*/ 2147483646 w 477"/>
              <a:gd name="T9" fmla="*/ 2147483646 h 476"/>
              <a:gd name="T10" fmla="*/ 2147483646 w 477"/>
              <a:gd name="T11" fmla="*/ 2147483646 h 476"/>
              <a:gd name="T12" fmla="*/ 2147483646 w 477"/>
              <a:gd name="T13" fmla="*/ 0 h 47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77" h="476">
                <a:moveTo>
                  <a:pt x="128" y="0"/>
                </a:moveTo>
                <a:lnTo>
                  <a:pt x="64" y="238"/>
                </a:lnTo>
                <a:lnTo>
                  <a:pt x="0" y="476"/>
                </a:lnTo>
                <a:lnTo>
                  <a:pt x="238" y="413"/>
                </a:lnTo>
                <a:lnTo>
                  <a:pt x="477" y="349"/>
                </a:lnTo>
                <a:lnTo>
                  <a:pt x="302" y="174"/>
                </a:lnTo>
                <a:lnTo>
                  <a:pt x="128" y="0"/>
                </a:lnTo>
                <a:close/>
              </a:path>
            </a:pathLst>
          </a:custGeom>
          <a:solidFill>
            <a:srgbClr val="113E6A"/>
          </a:solidFill>
          <a:ln w="9525">
            <a:noFill/>
            <a:round/>
            <a:headEnd/>
            <a:tailEnd/>
          </a:ln>
        </p:spPr>
        <p:txBody>
          <a:bodyPr/>
          <a:lstStyle/>
          <a:p>
            <a:endParaRPr lang="zh-CN" altLang="en-US"/>
          </a:p>
        </p:txBody>
      </p:sp>
      <p:sp>
        <p:nvSpPr>
          <p:cNvPr id="38" name="Freeform 13"/>
          <p:cNvSpPr>
            <a:spLocks/>
          </p:cNvSpPr>
          <p:nvPr/>
        </p:nvSpPr>
        <p:spPr bwMode="auto">
          <a:xfrm>
            <a:off x="7915275" y="5260975"/>
            <a:ext cx="387350" cy="387350"/>
          </a:xfrm>
          <a:custGeom>
            <a:avLst/>
            <a:gdLst>
              <a:gd name="T0" fmla="*/ 2147483646 w 477"/>
              <a:gd name="T1" fmla="*/ 0 h 476"/>
              <a:gd name="T2" fmla="*/ 2147483646 w 477"/>
              <a:gd name="T3" fmla="*/ 2147483646 h 476"/>
              <a:gd name="T4" fmla="*/ 2147483646 w 477"/>
              <a:gd name="T5" fmla="*/ 2147483646 h 476"/>
              <a:gd name="T6" fmla="*/ 2147483646 w 477"/>
              <a:gd name="T7" fmla="*/ 2147483646 h 476"/>
              <a:gd name="T8" fmla="*/ 0 w 477"/>
              <a:gd name="T9" fmla="*/ 2147483646 h 476"/>
              <a:gd name="T10" fmla="*/ 2147483646 w 477"/>
              <a:gd name="T11" fmla="*/ 2147483646 h 476"/>
              <a:gd name="T12" fmla="*/ 2147483646 w 477"/>
              <a:gd name="T13" fmla="*/ 0 h 47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77" h="476">
                <a:moveTo>
                  <a:pt x="349" y="0"/>
                </a:moveTo>
                <a:lnTo>
                  <a:pt x="413" y="238"/>
                </a:lnTo>
                <a:lnTo>
                  <a:pt x="477" y="476"/>
                </a:lnTo>
                <a:lnTo>
                  <a:pt x="238" y="413"/>
                </a:lnTo>
                <a:lnTo>
                  <a:pt x="0" y="349"/>
                </a:lnTo>
                <a:lnTo>
                  <a:pt x="175" y="174"/>
                </a:lnTo>
                <a:lnTo>
                  <a:pt x="349" y="0"/>
                </a:lnTo>
                <a:close/>
              </a:path>
            </a:pathLst>
          </a:custGeom>
          <a:solidFill>
            <a:srgbClr val="113E6A"/>
          </a:solidFill>
          <a:ln w="9525">
            <a:noFill/>
            <a:round/>
            <a:headEnd/>
            <a:tailEnd/>
          </a:ln>
        </p:spPr>
        <p:txBody>
          <a:bodyPr/>
          <a:lstStyle/>
          <a:p>
            <a:endParaRPr lang="zh-CN" altLang="en-US"/>
          </a:p>
        </p:txBody>
      </p:sp>
      <p:sp>
        <p:nvSpPr>
          <p:cNvPr id="39" name="TextBox 8"/>
          <p:cNvSpPr txBox="1">
            <a:spLocks noChangeArrowheads="1"/>
          </p:cNvSpPr>
          <p:nvPr/>
        </p:nvSpPr>
        <p:spPr bwMode="auto">
          <a:xfrm>
            <a:off x="5056188" y="3295650"/>
            <a:ext cx="2400300" cy="461665"/>
          </a:xfrm>
          <a:prstGeom prst="rect">
            <a:avLst/>
          </a:prstGeom>
          <a:noFill/>
          <a:ln w="9525">
            <a:noFill/>
            <a:miter lim="800000"/>
            <a:headEnd/>
            <a:tailEnd/>
          </a:ln>
        </p:spPr>
        <p:txBody>
          <a:bodyPr>
            <a:spAutoFit/>
          </a:bodyPr>
          <a:lstStyle/>
          <a:p>
            <a:pPr algn="ctr" eaLnBrk="1" hangingPunct="1"/>
            <a:r>
              <a:rPr lang="zh-CN" altLang="en-US" sz="2400" b="1" dirty="0" smtClean="0">
                <a:solidFill>
                  <a:schemeClr val="accent1"/>
                </a:solidFill>
                <a:latin typeface="微软雅黑" pitchFamily="34" charset="-122"/>
                <a:ea typeface="微软雅黑" pitchFamily="34" charset="-122"/>
              </a:rPr>
              <a:t>系统性能需求</a:t>
            </a:r>
            <a:endParaRPr lang="en-US" altLang="zh-CN" sz="2400" b="1" dirty="0">
              <a:solidFill>
                <a:schemeClr val="accent1"/>
              </a:solidFill>
              <a:latin typeface="微软雅黑" pitchFamily="34" charset="-122"/>
              <a:ea typeface="微软雅黑" pitchFamily="34" charset="-122"/>
            </a:endParaRPr>
          </a:p>
        </p:txBody>
      </p:sp>
      <p:sp>
        <p:nvSpPr>
          <p:cNvPr id="40" name="TextBox 9"/>
          <p:cNvSpPr txBox="1">
            <a:spLocks noChangeArrowheads="1"/>
          </p:cNvSpPr>
          <p:nvPr/>
        </p:nvSpPr>
        <p:spPr bwMode="auto">
          <a:xfrm>
            <a:off x="8612188" y="1228725"/>
            <a:ext cx="2398712" cy="400050"/>
          </a:xfrm>
          <a:prstGeom prst="rect">
            <a:avLst/>
          </a:prstGeom>
          <a:noFill/>
          <a:ln w="9525">
            <a:noFill/>
            <a:miter lim="800000"/>
            <a:headEnd/>
            <a:tailEnd/>
          </a:ln>
        </p:spPr>
        <p:txBody>
          <a:bodyPr>
            <a:spAutoFit/>
          </a:bodyPr>
          <a:lstStyle/>
          <a:p>
            <a:pPr eaLnBrk="1" hangingPunct="1"/>
            <a:r>
              <a:rPr lang="zh-CN" altLang="en-US" sz="2000" b="1" dirty="0" smtClean="0">
                <a:solidFill>
                  <a:schemeClr val="accent1"/>
                </a:solidFill>
                <a:latin typeface="微软雅黑" pitchFamily="34" charset="-122"/>
                <a:ea typeface="微软雅黑" pitchFamily="34" charset="-122"/>
              </a:rPr>
              <a:t>时间特性</a:t>
            </a:r>
            <a:endParaRPr lang="en-US" altLang="zh-CN" sz="2000" b="1" dirty="0">
              <a:solidFill>
                <a:schemeClr val="accent1"/>
              </a:solidFill>
              <a:latin typeface="微软雅黑" pitchFamily="34" charset="-122"/>
              <a:ea typeface="微软雅黑" pitchFamily="34" charset="-122"/>
            </a:endParaRPr>
          </a:p>
        </p:txBody>
      </p:sp>
      <p:sp>
        <p:nvSpPr>
          <p:cNvPr id="41" name="TextBox 10"/>
          <p:cNvSpPr txBox="1">
            <a:spLocks noChangeArrowheads="1"/>
          </p:cNvSpPr>
          <p:nvPr/>
        </p:nvSpPr>
        <p:spPr bwMode="auto">
          <a:xfrm>
            <a:off x="8612188" y="1635125"/>
            <a:ext cx="3108325" cy="338554"/>
          </a:xfrm>
          <a:prstGeom prst="rect">
            <a:avLst/>
          </a:prstGeom>
          <a:noFill/>
          <a:ln w="9525">
            <a:noFill/>
            <a:miter lim="800000"/>
            <a:headEnd/>
            <a:tailEnd/>
          </a:ln>
        </p:spPr>
        <p:txBody>
          <a:bodyPr>
            <a:spAutoFit/>
          </a:bodyPr>
          <a:lstStyle/>
          <a:p>
            <a:pPr eaLnBrk="1" hangingPunct="1"/>
            <a:r>
              <a:rPr lang="zh-CN" altLang="en-US" sz="1600" dirty="0" smtClean="0">
                <a:solidFill>
                  <a:schemeClr val="accent1"/>
                </a:solidFill>
                <a:latin typeface="微软雅黑" pitchFamily="34" charset="-122"/>
                <a:ea typeface="微软雅黑" pitchFamily="34" charset="-122"/>
              </a:rPr>
              <a:t>足够快速的时间响应特性</a:t>
            </a:r>
            <a:endParaRPr lang="zh-CN" altLang="en-US" sz="1600" dirty="0">
              <a:solidFill>
                <a:schemeClr val="accent1"/>
              </a:solidFill>
              <a:latin typeface="微软雅黑" pitchFamily="34" charset="-122"/>
              <a:ea typeface="微软雅黑" pitchFamily="34" charset="-122"/>
            </a:endParaRPr>
          </a:p>
        </p:txBody>
      </p:sp>
      <p:sp>
        <p:nvSpPr>
          <p:cNvPr id="42" name="TextBox 11"/>
          <p:cNvSpPr txBox="1">
            <a:spLocks noChangeArrowheads="1"/>
          </p:cNvSpPr>
          <p:nvPr/>
        </p:nvSpPr>
        <p:spPr bwMode="auto">
          <a:xfrm>
            <a:off x="8612188" y="5062538"/>
            <a:ext cx="2398712" cy="400050"/>
          </a:xfrm>
          <a:prstGeom prst="rect">
            <a:avLst/>
          </a:prstGeom>
          <a:noFill/>
          <a:ln w="9525">
            <a:noFill/>
            <a:miter lim="800000"/>
            <a:headEnd/>
            <a:tailEnd/>
          </a:ln>
        </p:spPr>
        <p:txBody>
          <a:bodyPr>
            <a:spAutoFit/>
          </a:bodyPr>
          <a:lstStyle/>
          <a:p>
            <a:pPr eaLnBrk="1" hangingPunct="1"/>
            <a:r>
              <a:rPr lang="zh-CN" altLang="en-US" sz="2000" b="1" dirty="0" smtClean="0">
                <a:solidFill>
                  <a:schemeClr val="accent1"/>
                </a:solidFill>
                <a:latin typeface="微软雅黑" pitchFamily="34" charset="-122"/>
                <a:ea typeface="微软雅黑" pitchFamily="34" charset="-122"/>
              </a:rPr>
              <a:t>友好的用户界面</a:t>
            </a:r>
            <a:endParaRPr lang="en-US" altLang="zh-CN" sz="2000" b="1" dirty="0">
              <a:solidFill>
                <a:schemeClr val="accent1"/>
              </a:solidFill>
              <a:latin typeface="微软雅黑" pitchFamily="34" charset="-122"/>
              <a:ea typeface="微软雅黑" pitchFamily="34" charset="-122"/>
            </a:endParaRPr>
          </a:p>
        </p:txBody>
      </p:sp>
      <p:sp>
        <p:nvSpPr>
          <p:cNvPr id="43" name="TextBox 13"/>
          <p:cNvSpPr txBox="1">
            <a:spLocks noChangeArrowheads="1"/>
          </p:cNvSpPr>
          <p:nvPr/>
        </p:nvSpPr>
        <p:spPr bwMode="auto">
          <a:xfrm>
            <a:off x="8612188" y="5468938"/>
            <a:ext cx="3108325" cy="584775"/>
          </a:xfrm>
          <a:prstGeom prst="rect">
            <a:avLst/>
          </a:prstGeom>
          <a:noFill/>
          <a:ln w="9525">
            <a:noFill/>
            <a:miter lim="800000"/>
            <a:headEnd/>
            <a:tailEnd/>
          </a:ln>
        </p:spPr>
        <p:txBody>
          <a:bodyPr>
            <a:spAutoFit/>
          </a:bodyPr>
          <a:lstStyle/>
          <a:p>
            <a:pPr eaLnBrk="1" hangingPunct="1"/>
            <a:r>
              <a:rPr lang="zh-CN" altLang="en-US" sz="1600" dirty="0" smtClean="0">
                <a:solidFill>
                  <a:schemeClr val="accent1"/>
                </a:solidFill>
                <a:latin typeface="微软雅黑" pitchFamily="34" charset="-122"/>
                <a:ea typeface="微软雅黑" pitchFamily="34" charset="-122"/>
              </a:rPr>
              <a:t>简单明了的操作模式和友好的操作界面</a:t>
            </a:r>
            <a:endParaRPr lang="zh-CN" altLang="en-US" sz="1600" dirty="0">
              <a:solidFill>
                <a:schemeClr val="accent1"/>
              </a:solidFill>
              <a:latin typeface="微软雅黑" pitchFamily="34" charset="-122"/>
              <a:ea typeface="微软雅黑" pitchFamily="34" charset="-122"/>
            </a:endParaRPr>
          </a:p>
        </p:txBody>
      </p:sp>
      <p:sp>
        <p:nvSpPr>
          <p:cNvPr id="44" name="TextBox 14"/>
          <p:cNvSpPr txBox="1">
            <a:spLocks noChangeArrowheads="1"/>
          </p:cNvSpPr>
          <p:nvPr/>
        </p:nvSpPr>
        <p:spPr bwMode="auto">
          <a:xfrm>
            <a:off x="1284288" y="5062538"/>
            <a:ext cx="2398712" cy="400050"/>
          </a:xfrm>
          <a:prstGeom prst="rect">
            <a:avLst/>
          </a:prstGeom>
          <a:noFill/>
          <a:ln w="9525">
            <a:noFill/>
            <a:miter lim="800000"/>
            <a:headEnd/>
            <a:tailEnd/>
          </a:ln>
        </p:spPr>
        <p:txBody>
          <a:bodyPr>
            <a:spAutoFit/>
          </a:bodyPr>
          <a:lstStyle/>
          <a:p>
            <a:pPr algn="r" eaLnBrk="1" hangingPunct="1"/>
            <a:r>
              <a:rPr lang="zh-CN" altLang="en-US" sz="2000" b="1" dirty="0" smtClean="0">
                <a:solidFill>
                  <a:schemeClr val="accent1"/>
                </a:solidFill>
                <a:latin typeface="微软雅黑" pitchFamily="34" charset="-122"/>
                <a:ea typeface="微软雅黑" pitchFamily="34" charset="-122"/>
              </a:rPr>
              <a:t>可用性</a:t>
            </a:r>
            <a:endParaRPr lang="en-US" altLang="zh-CN" sz="2000" b="1" dirty="0">
              <a:solidFill>
                <a:schemeClr val="accent1"/>
              </a:solidFill>
              <a:latin typeface="微软雅黑" pitchFamily="34" charset="-122"/>
              <a:ea typeface="微软雅黑" pitchFamily="34" charset="-122"/>
            </a:endParaRPr>
          </a:p>
        </p:txBody>
      </p:sp>
      <p:sp>
        <p:nvSpPr>
          <p:cNvPr id="45" name="TextBox 15"/>
          <p:cNvSpPr txBox="1">
            <a:spLocks noChangeArrowheads="1"/>
          </p:cNvSpPr>
          <p:nvPr/>
        </p:nvSpPr>
        <p:spPr bwMode="auto">
          <a:xfrm>
            <a:off x="741363" y="5468938"/>
            <a:ext cx="3109912" cy="584775"/>
          </a:xfrm>
          <a:prstGeom prst="rect">
            <a:avLst/>
          </a:prstGeom>
          <a:noFill/>
          <a:ln w="9525">
            <a:noFill/>
            <a:miter lim="800000"/>
            <a:headEnd/>
            <a:tailEnd/>
          </a:ln>
        </p:spPr>
        <p:txBody>
          <a:bodyPr>
            <a:spAutoFit/>
          </a:bodyPr>
          <a:lstStyle/>
          <a:p>
            <a:pPr eaLnBrk="1" hangingPunct="1"/>
            <a:r>
              <a:rPr lang="zh-CN" altLang="en-US" sz="1600" dirty="0" smtClean="0">
                <a:solidFill>
                  <a:schemeClr val="accent1"/>
                </a:solidFill>
                <a:latin typeface="微软雅黑" pitchFamily="34" charset="-122"/>
                <a:ea typeface="微软雅黑" pitchFamily="34" charset="-122"/>
              </a:rPr>
              <a:t>完整顺畅的操作流程以及完备的信息提示弹窗</a:t>
            </a:r>
            <a:endParaRPr lang="zh-CN" altLang="en-US" sz="1600" dirty="0">
              <a:solidFill>
                <a:schemeClr val="accent1"/>
              </a:solidFill>
              <a:latin typeface="微软雅黑" pitchFamily="34" charset="-122"/>
              <a:ea typeface="微软雅黑" pitchFamily="34" charset="-122"/>
            </a:endParaRPr>
          </a:p>
        </p:txBody>
      </p:sp>
      <p:sp>
        <p:nvSpPr>
          <p:cNvPr id="46" name="TextBox 16"/>
          <p:cNvSpPr txBox="1">
            <a:spLocks noChangeArrowheads="1"/>
          </p:cNvSpPr>
          <p:nvPr/>
        </p:nvSpPr>
        <p:spPr bwMode="auto">
          <a:xfrm>
            <a:off x="1279525" y="1228725"/>
            <a:ext cx="2398713" cy="400050"/>
          </a:xfrm>
          <a:prstGeom prst="rect">
            <a:avLst/>
          </a:prstGeom>
          <a:noFill/>
          <a:ln w="9525">
            <a:noFill/>
            <a:miter lim="800000"/>
            <a:headEnd/>
            <a:tailEnd/>
          </a:ln>
        </p:spPr>
        <p:txBody>
          <a:bodyPr>
            <a:spAutoFit/>
          </a:bodyPr>
          <a:lstStyle/>
          <a:p>
            <a:pPr algn="r" eaLnBrk="1" hangingPunct="1"/>
            <a:r>
              <a:rPr lang="zh-CN" altLang="en-US" sz="2000" b="1" dirty="0" smtClean="0">
                <a:solidFill>
                  <a:schemeClr val="accent1"/>
                </a:solidFill>
                <a:latin typeface="微软雅黑" pitchFamily="34" charset="-122"/>
                <a:ea typeface="微软雅黑" pitchFamily="34" charset="-122"/>
              </a:rPr>
              <a:t>数据精确度</a:t>
            </a:r>
            <a:endParaRPr lang="en-US" altLang="zh-CN" sz="2000" b="1" dirty="0">
              <a:solidFill>
                <a:schemeClr val="accent1"/>
              </a:solidFill>
              <a:latin typeface="微软雅黑" pitchFamily="34" charset="-122"/>
              <a:ea typeface="微软雅黑" pitchFamily="34" charset="-122"/>
            </a:endParaRPr>
          </a:p>
        </p:txBody>
      </p:sp>
      <p:sp>
        <p:nvSpPr>
          <p:cNvPr id="47" name="TextBox 17"/>
          <p:cNvSpPr txBox="1">
            <a:spLocks noChangeArrowheads="1"/>
          </p:cNvSpPr>
          <p:nvPr/>
        </p:nvSpPr>
        <p:spPr bwMode="auto">
          <a:xfrm>
            <a:off x="736600" y="1635125"/>
            <a:ext cx="3109913" cy="584775"/>
          </a:xfrm>
          <a:prstGeom prst="rect">
            <a:avLst/>
          </a:prstGeom>
          <a:noFill/>
          <a:ln w="9525">
            <a:noFill/>
            <a:miter lim="800000"/>
            <a:headEnd/>
            <a:tailEnd/>
          </a:ln>
        </p:spPr>
        <p:txBody>
          <a:bodyPr>
            <a:spAutoFit/>
          </a:bodyPr>
          <a:lstStyle/>
          <a:p>
            <a:pPr eaLnBrk="1" hangingPunct="1"/>
            <a:r>
              <a:rPr lang="zh-CN" altLang="en-US" sz="1600" dirty="0" smtClean="0">
                <a:solidFill>
                  <a:schemeClr val="accent1"/>
                </a:solidFill>
                <a:latin typeface="微软雅黑" pitchFamily="34" charset="-122"/>
                <a:ea typeface="微软雅黑" pitchFamily="34" charset="-122"/>
              </a:rPr>
              <a:t>对身份证号、手机号、邮箱等关键信息进行数据校验</a:t>
            </a:r>
            <a:endParaRPr lang="zh-CN" altLang="en-US" sz="1600" dirty="0">
              <a:solidFill>
                <a:schemeClr val="accent1"/>
              </a:solidFill>
              <a:latin typeface="微软雅黑" pitchFamily="34" charset="-122"/>
              <a:ea typeface="微软雅黑" pitchFamily="34" charset="-122"/>
            </a:endParaRPr>
          </a:p>
        </p:txBody>
      </p:sp>
      <p:sp>
        <p:nvSpPr>
          <p:cNvPr id="48" name="Freeform 6"/>
          <p:cNvSpPr>
            <a:spLocks/>
          </p:cNvSpPr>
          <p:nvPr/>
        </p:nvSpPr>
        <p:spPr bwMode="auto">
          <a:xfrm>
            <a:off x="3871913" y="1268413"/>
            <a:ext cx="2311400" cy="2312987"/>
          </a:xfrm>
          <a:custGeom>
            <a:avLst/>
            <a:gdLst>
              <a:gd name="T0" fmla="*/ 0 w 2839"/>
              <a:gd name="T1" fmla="*/ 2147483646 h 2839"/>
              <a:gd name="T2" fmla="*/ 2147483646 w 2839"/>
              <a:gd name="T3" fmla="*/ 0 h 2839"/>
              <a:gd name="T4" fmla="*/ 2147483646 w 2839"/>
              <a:gd name="T5" fmla="*/ 2147483646 h 2839"/>
              <a:gd name="T6" fmla="*/ 2147483646 w 2839"/>
              <a:gd name="T7" fmla="*/ 2147483646 h 2839"/>
              <a:gd name="T8" fmla="*/ 0 w 2839"/>
              <a:gd name="T9" fmla="*/ 2147483646 h 283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39" h="2839">
                <a:moveTo>
                  <a:pt x="0" y="2839"/>
                </a:moveTo>
                <a:cubicBezTo>
                  <a:pt x="37" y="1288"/>
                  <a:pt x="1288" y="37"/>
                  <a:pt x="2839" y="0"/>
                </a:cubicBezTo>
                <a:lnTo>
                  <a:pt x="2839" y="872"/>
                </a:lnTo>
                <a:cubicBezTo>
                  <a:pt x="1770" y="909"/>
                  <a:pt x="909" y="1770"/>
                  <a:pt x="872" y="2839"/>
                </a:cubicBezTo>
                <a:lnTo>
                  <a:pt x="0" y="2839"/>
                </a:lnTo>
                <a:close/>
              </a:path>
            </a:pathLst>
          </a:custGeom>
          <a:solidFill>
            <a:srgbClr val="006BBC"/>
          </a:solidFill>
          <a:ln w="9525">
            <a:noFill/>
            <a:round/>
            <a:headEnd/>
            <a:tailEnd/>
          </a:ln>
        </p:spPr>
        <p:txBody>
          <a:bodyPr/>
          <a:lstStyle/>
          <a:p>
            <a:endParaRPr lang="zh-CN" altLang="en-US"/>
          </a:p>
        </p:txBody>
      </p:sp>
      <p:sp>
        <p:nvSpPr>
          <p:cNvPr id="49" name="Freeform 7"/>
          <p:cNvSpPr>
            <a:spLocks/>
          </p:cNvSpPr>
          <p:nvPr/>
        </p:nvSpPr>
        <p:spPr bwMode="auto">
          <a:xfrm>
            <a:off x="3871913" y="3697288"/>
            <a:ext cx="2311400" cy="2312987"/>
          </a:xfrm>
          <a:custGeom>
            <a:avLst/>
            <a:gdLst>
              <a:gd name="T0" fmla="*/ 2147483646 w 2839"/>
              <a:gd name="T1" fmla="*/ 2147483646 h 2839"/>
              <a:gd name="T2" fmla="*/ 0 w 2839"/>
              <a:gd name="T3" fmla="*/ 0 h 2839"/>
              <a:gd name="T4" fmla="*/ 2147483646 w 2839"/>
              <a:gd name="T5" fmla="*/ 0 h 2839"/>
              <a:gd name="T6" fmla="*/ 2147483646 w 2839"/>
              <a:gd name="T7" fmla="*/ 2147483646 h 2839"/>
              <a:gd name="T8" fmla="*/ 2147483646 w 2839"/>
              <a:gd name="T9" fmla="*/ 2147483646 h 283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39" h="2839">
                <a:moveTo>
                  <a:pt x="2839" y="2839"/>
                </a:moveTo>
                <a:cubicBezTo>
                  <a:pt x="1288" y="2802"/>
                  <a:pt x="37" y="1551"/>
                  <a:pt x="0" y="0"/>
                </a:cubicBezTo>
                <a:lnTo>
                  <a:pt x="872" y="0"/>
                </a:lnTo>
                <a:cubicBezTo>
                  <a:pt x="909" y="1069"/>
                  <a:pt x="1770" y="1930"/>
                  <a:pt x="2839" y="1967"/>
                </a:cubicBezTo>
                <a:lnTo>
                  <a:pt x="2839" y="2839"/>
                </a:lnTo>
                <a:close/>
              </a:path>
            </a:pathLst>
          </a:custGeom>
          <a:solidFill>
            <a:srgbClr val="113E6A"/>
          </a:solidFill>
          <a:ln w="9525">
            <a:noFill/>
            <a:round/>
            <a:headEnd/>
            <a:tailEnd/>
          </a:ln>
        </p:spPr>
        <p:txBody>
          <a:bodyPr/>
          <a:lstStyle/>
          <a:p>
            <a:endParaRPr lang="zh-CN" altLang="en-US"/>
          </a:p>
        </p:txBody>
      </p:sp>
      <p:sp>
        <p:nvSpPr>
          <p:cNvPr id="50" name="Freeform 8"/>
          <p:cNvSpPr>
            <a:spLocks/>
          </p:cNvSpPr>
          <p:nvPr/>
        </p:nvSpPr>
        <p:spPr bwMode="auto">
          <a:xfrm>
            <a:off x="6300788" y="3697288"/>
            <a:ext cx="2311400" cy="2312987"/>
          </a:xfrm>
          <a:custGeom>
            <a:avLst/>
            <a:gdLst>
              <a:gd name="T0" fmla="*/ 2147483646 w 2839"/>
              <a:gd name="T1" fmla="*/ 0 h 2839"/>
              <a:gd name="T2" fmla="*/ 0 w 2839"/>
              <a:gd name="T3" fmla="*/ 2147483646 h 2839"/>
              <a:gd name="T4" fmla="*/ 0 w 2839"/>
              <a:gd name="T5" fmla="*/ 2147483646 h 2839"/>
              <a:gd name="T6" fmla="*/ 2147483646 w 2839"/>
              <a:gd name="T7" fmla="*/ 0 h 2839"/>
              <a:gd name="T8" fmla="*/ 2147483646 w 2839"/>
              <a:gd name="T9" fmla="*/ 0 h 283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39" h="2839">
                <a:moveTo>
                  <a:pt x="2839" y="0"/>
                </a:moveTo>
                <a:cubicBezTo>
                  <a:pt x="2802" y="1551"/>
                  <a:pt x="1551" y="2802"/>
                  <a:pt x="0" y="2839"/>
                </a:cubicBezTo>
                <a:lnTo>
                  <a:pt x="0" y="1967"/>
                </a:lnTo>
                <a:cubicBezTo>
                  <a:pt x="1069" y="1930"/>
                  <a:pt x="1930" y="1069"/>
                  <a:pt x="1967" y="0"/>
                </a:cubicBezTo>
                <a:lnTo>
                  <a:pt x="2839" y="0"/>
                </a:lnTo>
                <a:close/>
              </a:path>
            </a:pathLst>
          </a:custGeom>
          <a:solidFill>
            <a:srgbClr val="006BBC"/>
          </a:solidFill>
          <a:ln w="9525">
            <a:noFill/>
            <a:round/>
            <a:headEnd/>
            <a:tailEnd/>
          </a:ln>
        </p:spPr>
        <p:txBody>
          <a:bodyPr/>
          <a:lstStyle/>
          <a:p>
            <a:endParaRPr lang="zh-CN" altLang="en-US"/>
          </a:p>
        </p:txBody>
      </p:sp>
      <p:sp>
        <p:nvSpPr>
          <p:cNvPr id="51" name="Freeform 9"/>
          <p:cNvSpPr>
            <a:spLocks/>
          </p:cNvSpPr>
          <p:nvPr/>
        </p:nvSpPr>
        <p:spPr bwMode="auto">
          <a:xfrm>
            <a:off x="6300788" y="1268413"/>
            <a:ext cx="2311400" cy="2312987"/>
          </a:xfrm>
          <a:custGeom>
            <a:avLst/>
            <a:gdLst>
              <a:gd name="T0" fmla="*/ 0 w 2839"/>
              <a:gd name="T1" fmla="*/ 0 h 2839"/>
              <a:gd name="T2" fmla="*/ 2147483646 w 2839"/>
              <a:gd name="T3" fmla="*/ 2147483646 h 2839"/>
              <a:gd name="T4" fmla="*/ 2147483646 w 2839"/>
              <a:gd name="T5" fmla="*/ 2147483646 h 2839"/>
              <a:gd name="T6" fmla="*/ 0 w 2839"/>
              <a:gd name="T7" fmla="*/ 2147483646 h 2839"/>
              <a:gd name="T8" fmla="*/ 0 w 2839"/>
              <a:gd name="T9" fmla="*/ 0 h 283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39" h="2839">
                <a:moveTo>
                  <a:pt x="0" y="0"/>
                </a:moveTo>
                <a:cubicBezTo>
                  <a:pt x="1551" y="37"/>
                  <a:pt x="2802" y="1288"/>
                  <a:pt x="2839" y="2839"/>
                </a:cubicBezTo>
                <a:lnTo>
                  <a:pt x="1967" y="2839"/>
                </a:lnTo>
                <a:cubicBezTo>
                  <a:pt x="1930" y="1770"/>
                  <a:pt x="1069" y="909"/>
                  <a:pt x="0" y="872"/>
                </a:cubicBezTo>
                <a:lnTo>
                  <a:pt x="0" y="0"/>
                </a:lnTo>
                <a:close/>
              </a:path>
            </a:pathLst>
          </a:custGeom>
          <a:solidFill>
            <a:srgbClr val="113E6A"/>
          </a:solidFill>
          <a:ln w="9525">
            <a:noFill/>
            <a:round/>
            <a:headEnd/>
            <a:tailEnd/>
          </a:ln>
        </p:spPr>
        <p:txBody>
          <a:bodyPr/>
          <a:lstStyle/>
          <a:p>
            <a:endParaRPr lang="zh-CN" altLang="en-US"/>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0483"/>
                                        </p:tgtEl>
                                        <p:attrNameLst>
                                          <p:attrName>style.visibility</p:attrName>
                                        </p:attrNameLst>
                                      </p:cBhvr>
                                      <p:to>
                                        <p:strVal val="visible"/>
                                      </p:to>
                                    </p:set>
                                    <p:anim calcmode="lin" valueType="num">
                                      <p:cBhvr>
                                        <p:cTn id="7" dur="300" fill="hold"/>
                                        <p:tgtEl>
                                          <p:spTgt spid="20483"/>
                                        </p:tgtEl>
                                        <p:attrNameLst>
                                          <p:attrName>ppt_w</p:attrName>
                                        </p:attrNameLst>
                                      </p:cBhvr>
                                      <p:tavLst>
                                        <p:tav tm="0">
                                          <p:val>
                                            <p:fltVal val="0"/>
                                          </p:val>
                                        </p:tav>
                                        <p:tav tm="100000">
                                          <p:val>
                                            <p:strVal val="#ppt_w"/>
                                          </p:val>
                                        </p:tav>
                                      </p:tavLst>
                                    </p:anim>
                                    <p:anim calcmode="lin" valueType="num">
                                      <p:cBhvr>
                                        <p:cTn id="8" dur="300" fill="hold"/>
                                        <p:tgtEl>
                                          <p:spTgt spid="20483"/>
                                        </p:tgtEl>
                                        <p:attrNameLst>
                                          <p:attrName>ppt_h</p:attrName>
                                        </p:attrNameLst>
                                      </p:cBhvr>
                                      <p:tavLst>
                                        <p:tav tm="0">
                                          <p:val>
                                            <p:fltVal val="0"/>
                                          </p:val>
                                        </p:tav>
                                        <p:tav tm="100000">
                                          <p:val>
                                            <p:strVal val="#ppt_h"/>
                                          </p:val>
                                        </p:tav>
                                      </p:tavLst>
                                    </p:anim>
                                    <p:anim calcmode="lin" valueType="num">
                                      <p:cBhvr>
                                        <p:cTn id="9" dur="300" fill="hold"/>
                                        <p:tgtEl>
                                          <p:spTgt spid="20483"/>
                                        </p:tgtEl>
                                        <p:attrNameLst>
                                          <p:attrName>style.rotation</p:attrName>
                                        </p:attrNameLst>
                                      </p:cBhvr>
                                      <p:tavLst>
                                        <p:tav tm="0">
                                          <p:val>
                                            <p:fltVal val="90"/>
                                          </p:val>
                                        </p:tav>
                                        <p:tav tm="100000">
                                          <p:val>
                                            <p:fltVal val="0"/>
                                          </p:val>
                                        </p:tav>
                                      </p:tavLst>
                                    </p:anim>
                                    <p:animEffect transition="in" filter="fade">
                                      <p:cBhvr>
                                        <p:cTn id="10" dur="300"/>
                                        <p:tgtEl>
                                          <p:spTgt spid="20483"/>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0482"/>
                                        </p:tgtEl>
                                        <p:attrNameLst>
                                          <p:attrName>style.visibility</p:attrName>
                                        </p:attrNameLst>
                                      </p:cBhvr>
                                      <p:to>
                                        <p:strVal val="visible"/>
                                      </p:to>
                                    </p:set>
                                    <p:anim calcmode="lin" valueType="num">
                                      <p:cBhvr>
                                        <p:cTn id="14" dur="400" fill="hold"/>
                                        <p:tgtEl>
                                          <p:spTgt spid="2048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0482"/>
                                        </p:tgtEl>
                                        <p:attrNameLst>
                                          <p:attrName>ppt_y</p:attrName>
                                        </p:attrNameLst>
                                      </p:cBhvr>
                                      <p:tavLst>
                                        <p:tav tm="0">
                                          <p:val>
                                            <p:strVal val="#ppt_y"/>
                                          </p:val>
                                        </p:tav>
                                        <p:tav tm="100000">
                                          <p:val>
                                            <p:strVal val="#ppt_y"/>
                                          </p:val>
                                        </p:tav>
                                      </p:tavLst>
                                    </p:anim>
                                    <p:anim calcmode="lin" valueType="num">
                                      <p:cBhvr>
                                        <p:cTn id="16" dur="400" fill="hold"/>
                                        <p:tgtEl>
                                          <p:spTgt spid="2048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048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0482"/>
                                        </p:tgtEl>
                                      </p:cBhvr>
                                    </p:animEffect>
                                  </p:childTnLst>
                                </p:cTn>
                              </p:par>
                            </p:childTnLst>
                          </p:cTn>
                        </p:par>
                        <p:par>
                          <p:cTn id="19" fill="hold">
                            <p:stCondLst>
                              <p:cond delay="1020"/>
                            </p:stCondLst>
                            <p:childTnLst>
                              <p:par>
                                <p:cTn id="20" presetID="2" presetClass="entr" presetSubtype="9" fill="hold" grpId="0" nodeType="afterEffect">
                                  <p:stCondLst>
                                    <p:cond delay="0"/>
                                  </p:stCondLst>
                                  <p:childTnLst>
                                    <p:set>
                                      <p:cBhvr>
                                        <p:cTn id="21" dur="1" fill="hold">
                                          <p:stCondLst>
                                            <p:cond delay="0"/>
                                          </p:stCondLst>
                                        </p:cTn>
                                        <p:tgtEl>
                                          <p:spTgt spid="48"/>
                                        </p:tgtEl>
                                        <p:attrNameLst>
                                          <p:attrName>style.visibility</p:attrName>
                                        </p:attrNameLst>
                                      </p:cBhvr>
                                      <p:to>
                                        <p:strVal val="visible"/>
                                      </p:to>
                                    </p:set>
                                    <p:anim calcmode="lin" valueType="num">
                                      <p:cBhvr additive="base">
                                        <p:cTn id="22" dur="500" fill="hold"/>
                                        <p:tgtEl>
                                          <p:spTgt spid="48"/>
                                        </p:tgtEl>
                                        <p:attrNameLst>
                                          <p:attrName>ppt_x</p:attrName>
                                        </p:attrNameLst>
                                      </p:cBhvr>
                                      <p:tavLst>
                                        <p:tav tm="0">
                                          <p:val>
                                            <p:strVal val="0-#ppt_w/2"/>
                                          </p:val>
                                        </p:tav>
                                        <p:tav tm="100000">
                                          <p:val>
                                            <p:strVal val="#ppt_x"/>
                                          </p:val>
                                        </p:tav>
                                      </p:tavLst>
                                    </p:anim>
                                    <p:anim calcmode="lin" valueType="num">
                                      <p:cBhvr additive="base">
                                        <p:cTn id="23" dur="500" fill="hold"/>
                                        <p:tgtEl>
                                          <p:spTgt spid="48"/>
                                        </p:tgtEl>
                                        <p:attrNameLst>
                                          <p:attrName>ppt_y</p:attrName>
                                        </p:attrNameLst>
                                      </p:cBhvr>
                                      <p:tavLst>
                                        <p:tav tm="0">
                                          <p:val>
                                            <p:strVal val="0-#ppt_h/2"/>
                                          </p:val>
                                        </p:tav>
                                        <p:tav tm="100000">
                                          <p:val>
                                            <p:strVal val="#ppt_y"/>
                                          </p:val>
                                        </p:tav>
                                      </p:tavLst>
                                    </p:anim>
                                  </p:childTnLst>
                                </p:cTn>
                              </p:par>
                              <p:par>
                                <p:cTn id="24" presetID="2" presetClass="entr" presetSubtype="6" fill="hold" grpId="0" nodeType="withEffect">
                                  <p:stCondLst>
                                    <p:cond delay="0"/>
                                  </p:stCondLst>
                                  <p:childTnLst>
                                    <p:set>
                                      <p:cBhvr>
                                        <p:cTn id="25" dur="1" fill="hold">
                                          <p:stCondLst>
                                            <p:cond delay="0"/>
                                          </p:stCondLst>
                                        </p:cTn>
                                        <p:tgtEl>
                                          <p:spTgt spid="50"/>
                                        </p:tgtEl>
                                        <p:attrNameLst>
                                          <p:attrName>style.visibility</p:attrName>
                                        </p:attrNameLst>
                                      </p:cBhvr>
                                      <p:to>
                                        <p:strVal val="visible"/>
                                      </p:to>
                                    </p:set>
                                    <p:anim calcmode="lin" valueType="num">
                                      <p:cBhvr additive="base">
                                        <p:cTn id="26" dur="500" fill="hold"/>
                                        <p:tgtEl>
                                          <p:spTgt spid="50"/>
                                        </p:tgtEl>
                                        <p:attrNameLst>
                                          <p:attrName>ppt_x</p:attrName>
                                        </p:attrNameLst>
                                      </p:cBhvr>
                                      <p:tavLst>
                                        <p:tav tm="0">
                                          <p:val>
                                            <p:strVal val="1+#ppt_w/2"/>
                                          </p:val>
                                        </p:tav>
                                        <p:tav tm="100000">
                                          <p:val>
                                            <p:strVal val="#ppt_x"/>
                                          </p:val>
                                        </p:tav>
                                      </p:tavLst>
                                    </p:anim>
                                    <p:anim calcmode="lin" valueType="num">
                                      <p:cBhvr additive="base">
                                        <p:cTn id="27" dur="500" fill="hold"/>
                                        <p:tgtEl>
                                          <p:spTgt spid="50"/>
                                        </p:tgtEl>
                                        <p:attrNameLst>
                                          <p:attrName>ppt_y</p:attrName>
                                        </p:attrNameLst>
                                      </p:cBhvr>
                                      <p:tavLst>
                                        <p:tav tm="0">
                                          <p:val>
                                            <p:strVal val="1+#ppt_h/2"/>
                                          </p:val>
                                        </p:tav>
                                        <p:tav tm="100000">
                                          <p:val>
                                            <p:strVal val="#ppt_y"/>
                                          </p:val>
                                        </p:tav>
                                      </p:tavLst>
                                    </p:anim>
                                  </p:childTnLst>
                                </p:cTn>
                              </p:par>
                              <p:par>
                                <p:cTn id="28" presetID="2" presetClass="entr" presetSubtype="3" fill="hold" grpId="0" nodeType="withEffect">
                                  <p:stCondLst>
                                    <p:cond delay="0"/>
                                  </p:stCondLst>
                                  <p:childTnLst>
                                    <p:set>
                                      <p:cBhvr>
                                        <p:cTn id="29" dur="1" fill="hold">
                                          <p:stCondLst>
                                            <p:cond delay="0"/>
                                          </p:stCondLst>
                                        </p:cTn>
                                        <p:tgtEl>
                                          <p:spTgt spid="51"/>
                                        </p:tgtEl>
                                        <p:attrNameLst>
                                          <p:attrName>style.visibility</p:attrName>
                                        </p:attrNameLst>
                                      </p:cBhvr>
                                      <p:to>
                                        <p:strVal val="visible"/>
                                      </p:to>
                                    </p:set>
                                    <p:anim calcmode="lin" valueType="num">
                                      <p:cBhvr additive="base">
                                        <p:cTn id="30" dur="500" fill="hold"/>
                                        <p:tgtEl>
                                          <p:spTgt spid="51"/>
                                        </p:tgtEl>
                                        <p:attrNameLst>
                                          <p:attrName>ppt_x</p:attrName>
                                        </p:attrNameLst>
                                      </p:cBhvr>
                                      <p:tavLst>
                                        <p:tav tm="0">
                                          <p:val>
                                            <p:strVal val="1+#ppt_w/2"/>
                                          </p:val>
                                        </p:tav>
                                        <p:tav tm="100000">
                                          <p:val>
                                            <p:strVal val="#ppt_x"/>
                                          </p:val>
                                        </p:tav>
                                      </p:tavLst>
                                    </p:anim>
                                    <p:anim calcmode="lin" valueType="num">
                                      <p:cBhvr additive="base">
                                        <p:cTn id="31" dur="500" fill="hold"/>
                                        <p:tgtEl>
                                          <p:spTgt spid="51"/>
                                        </p:tgtEl>
                                        <p:attrNameLst>
                                          <p:attrName>ppt_y</p:attrName>
                                        </p:attrNameLst>
                                      </p:cBhvr>
                                      <p:tavLst>
                                        <p:tav tm="0">
                                          <p:val>
                                            <p:strVal val="0-#ppt_h/2"/>
                                          </p:val>
                                        </p:tav>
                                        <p:tav tm="100000">
                                          <p:val>
                                            <p:strVal val="#ppt_y"/>
                                          </p:val>
                                        </p:tav>
                                      </p:tavLst>
                                    </p:anim>
                                  </p:childTnLst>
                                </p:cTn>
                              </p:par>
                              <p:par>
                                <p:cTn id="32" presetID="2" presetClass="entr" presetSubtype="12" fill="hold" grpId="0" nodeType="withEffect">
                                  <p:stCondLst>
                                    <p:cond delay="0"/>
                                  </p:stCondLst>
                                  <p:childTnLst>
                                    <p:set>
                                      <p:cBhvr>
                                        <p:cTn id="33" dur="1" fill="hold">
                                          <p:stCondLst>
                                            <p:cond delay="0"/>
                                          </p:stCondLst>
                                        </p:cTn>
                                        <p:tgtEl>
                                          <p:spTgt spid="49"/>
                                        </p:tgtEl>
                                        <p:attrNameLst>
                                          <p:attrName>style.visibility</p:attrName>
                                        </p:attrNameLst>
                                      </p:cBhvr>
                                      <p:to>
                                        <p:strVal val="visible"/>
                                      </p:to>
                                    </p:set>
                                    <p:anim calcmode="lin" valueType="num">
                                      <p:cBhvr additive="base">
                                        <p:cTn id="34" dur="500" fill="hold"/>
                                        <p:tgtEl>
                                          <p:spTgt spid="49"/>
                                        </p:tgtEl>
                                        <p:attrNameLst>
                                          <p:attrName>ppt_x</p:attrName>
                                        </p:attrNameLst>
                                      </p:cBhvr>
                                      <p:tavLst>
                                        <p:tav tm="0">
                                          <p:val>
                                            <p:strVal val="0-#ppt_w/2"/>
                                          </p:val>
                                        </p:tav>
                                        <p:tav tm="100000">
                                          <p:val>
                                            <p:strVal val="#ppt_x"/>
                                          </p:val>
                                        </p:tav>
                                      </p:tavLst>
                                    </p:anim>
                                    <p:anim calcmode="lin" valueType="num">
                                      <p:cBhvr additive="base">
                                        <p:cTn id="35" dur="500" fill="hold"/>
                                        <p:tgtEl>
                                          <p:spTgt spid="49"/>
                                        </p:tgtEl>
                                        <p:attrNameLst>
                                          <p:attrName>ppt_y</p:attrName>
                                        </p:attrNameLst>
                                      </p:cBhvr>
                                      <p:tavLst>
                                        <p:tav tm="0">
                                          <p:val>
                                            <p:strVal val="1+#ppt_h/2"/>
                                          </p:val>
                                        </p:tav>
                                        <p:tav tm="100000">
                                          <p:val>
                                            <p:strVal val="#ppt_y"/>
                                          </p:val>
                                        </p:tav>
                                      </p:tavLst>
                                    </p:anim>
                                  </p:childTnLst>
                                </p:cTn>
                              </p:par>
                            </p:childTnLst>
                          </p:cTn>
                        </p:par>
                        <p:par>
                          <p:cTn id="36" fill="hold">
                            <p:stCondLst>
                              <p:cond delay="1520"/>
                            </p:stCondLst>
                            <p:childTnLst>
                              <p:par>
                                <p:cTn id="37" presetID="1" presetClass="entr" presetSubtype="0" fill="hold" grpId="0" nodeType="after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49" presetClass="path" presetSubtype="0" accel="50000" decel="50000" fill="hold" grpId="1" nodeType="withEffect">
                                  <p:stCondLst>
                                    <p:cond delay="0"/>
                                  </p:stCondLst>
                                  <p:childTnLst>
                                    <p:animMotion origin="layout" path="M -3.52413E-6 4.81481E-6 L 0.06414 0.09699 " pathEditMode="relative" rAng="0" ptsTypes="AA">
                                      <p:cBhvr>
                                        <p:cTn id="40" dur="500" spd="-99900" fill="hold"/>
                                        <p:tgtEl>
                                          <p:spTgt spid="36"/>
                                        </p:tgtEl>
                                        <p:attrNameLst>
                                          <p:attrName>ppt_x,ppt_y</p:attrName>
                                        </p:attrNameLst>
                                      </p:cBhvr>
                                      <p:rCtr x="3200" y="4800"/>
                                    </p:animMotion>
                                  </p:childTnLst>
                                </p:cTn>
                              </p:par>
                              <p:par>
                                <p:cTn id="41" presetID="1" presetClass="entr" presetSubtype="0" fill="hold" grpId="0" nodeType="withEffect">
                                  <p:stCondLst>
                                    <p:cond delay="0"/>
                                  </p:stCondLst>
                                  <p:childTnLst>
                                    <p:set>
                                      <p:cBhvr>
                                        <p:cTn id="42" dur="1" fill="hold">
                                          <p:stCondLst>
                                            <p:cond delay="0"/>
                                          </p:stCondLst>
                                        </p:cTn>
                                        <p:tgtEl>
                                          <p:spTgt spid="35"/>
                                        </p:tgtEl>
                                        <p:attrNameLst>
                                          <p:attrName>style.visibility</p:attrName>
                                        </p:attrNameLst>
                                      </p:cBhvr>
                                      <p:to>
                                        <p:strVal val="visible"/>
                                      </p:to>
                                    </p:set>
                                  </p:childTnLst>
                                </p:cTn>
                              </p:par>
                              <p:par>
                                <p:cTn id="43" presetID="49" presetClass="path" presetSubtype="0" accel="50000" decel="50000" fill="hold" grpId="1" nodeType="withEffect">
                                  <p:stCondLst>
                                    <p:cond delay="0"/>
                                  </p:stCondLst>
                                  <p:childTnLst>
                                    <p:animMotion origin="layout" path="M 8.67699E-7 4.81481E-6 L -0.05945 0.09699 " pathEditMode="relative" rAng="0" ptsTypes="AA">
                                      <p:cBhvr>
                                        <p:cTn id="44" dur="500" spd="-99900" fill="hold"/>
                                        <p:tgtEl>
                                          <p:spTgt spid="35"/>
                                        </p:tgtEl>
                                        <p:attrNameLst>
                                          <p:attrName>ppt_x,ppt_y</p:attrName>
                                        </p:attrNameLst>
                                      </p:cBhvr>
                                      <p:rCtr x="-2900" y="4800"/>
                                    </p:animMotion>
                                  </p:childTnLst>
                                </p:cTn>
                              </p:par>
                              <p:par>
                                <p:cTn id="45" presetID="1" presetClass="entr" presetSubtype="0" fill="hold" grpId="0" nodeType="withEffect">
                                  <p:stCondLst>
                                    <p:cond delay="0"/>
                                  </p:stCondLst>
                                  <p:childTnLst>
                                    <p:set>
                                      <p:cBhvr>
                                        <p:cTn id="46" dur="1" fill="hold">
                                          <p:stCondLst>
                                            <p:cond delay="0"/>
                                          </p:stCondLst>
                                        </p:cTn>
                                        <p:tgtEl>
                                          <p:spTgt spid="38"/>
                                        </p:tgtEl>
                                        <p:attrNameLst>
                                          <p:attrName>style.visibility</p:attrName>
                                        </p:attrNameLst>
                                      </p:cBhvr>
                                      <p:to>
                                        <p:strVal val="visible"/>
                                      </p:to>
                                    </p:set>
                                  </p:childTnLst>
                                </p:cTn>
                              </p:par>
                              <p:par>
                                <p:cTn id="47" presetID="49" presetClass="path" presetSubtype="0" accel="50000" decel="50000" fill="hold" grpId="1" nodeType="withEffect">
                                  <p:stCondLst>
                                    <p:cond delay="0"/>
                                  </p:stCondLst>
                                  <p:childTnLst>
                                    <p:animMotion origin="layout" path="M 1.85508E-6 -3.7037E-7 L -0.05802 -0.08542 " pathEditMode="relative" rAng="0" ptsTypes="AA">
                                      <p:cBhvr>
                                        <p:cTn id="48" dur="500" spd="-99900" fill="hold"/>
                                        <p:tgtEl>
                                          <p:spTgt spid="38"/>
                                        </p:tgtEl>
                                        <p:attrNameLst>
                                          <p:attrName>ppt_x,ppt_y</p:attrName>
                                        </p:attrNameLst>
                                      </p:cBhvr>
                                      <p:rCtr x="-2800" y="-4200"/>
                                    </p:animMotion>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49" presetClass="path" presetSubtype="0" accel="50000" decel="50000" fill="hold" grpId="1" nodeType="withEffect">
                                  <p:stCondLst>
                                    <p:cond delay="0"/>
                                  </p:stCondLst>
                                  <p:childTnLst>
                                    <p:animMotion origin="layout" path="M -4.60127E-6 -3.7037E-7 L 0.06258 -0.08542 " pathEditMode="relative" rAng="0" ptsTypes="AA">
                                      <p:cBhvr>
                                        <p:cTn id="52" dur="500" spd="-99900" fill="hold"/>
                                        <p:tgtEl>
                                          <p:spTgt spid="37"/>
                                        </p:tgtEl>
                                        <p:attrNameLst>
                                          <p:attrName>ppt_x,ppt_y</p:attrName>
                                        </p:attrNameLst>
                                      </p:cBhvr>
                                      <p:rCtr x="3100" y="-4200"/>
                                    </p:animMotion>
                                  </p:childTnLst>
                                </p:cTn>
                              </p:par>
                            </p:childTnLst>
                          </p:cTn>
                        </p:par>
                        <p:par>
                          <p:cTn id="53" fill="hold">
                            <p:stCondLst>
                              <p:cond delay="2020"/>
                            </p:stCondLst>
                            <p:childTnLst>
                              <p:par>
                                <p:cTn id="54" presetID="31" presetClass="entr" presetSubtype="0" fill="hold" grpId="0" nodeType="afterEffect">
                                  <p:stCondLst>
                                    <p:cond delay="0"/>
                                  </p:stCondLst>
                                  <p:childTnLst>
                                    <p:set>
                                      <p:cBhvr>
                                        <p:cTn id="55" dur="1" fill="hold">
                                          <p:stCondLst>
                                            <p:cond delay="0"/>
                                          </p:stCondLst>
                                        </p:cTn>
                                        <p:tgtEl>
                                          <p:spTgt spid="39"/>
                                        </p:tgtEl>
                                        <p:attrNameLst>
                                          <p:attrName>style.visibility</p:attrName>
                                        </p:attrNameLst>
                                      </p:cBhvr>
                                      <p:to>
                                        <p:strVal val="visible"/>
                                      </p:to>
                                    </p:set>
                                    <p:anim calcmode="lin" valueType="num">
                                      <p:cBhvr>
                                        <p:cTn id="56" dur="500" fill="hold"/>
                                        <p:tgtEl>
                                          <p:spTgt spid="39"/>
                                        </p:tgtEl>
                                        <p:attrNameLst>
                                          <p:attrName>ppt_w</p:attrName>
                                        </p:attrNameLst>
                                      </p:cBhvr>
                                      <p:tavLst>
                                        <p:tav tm="0">
                                          <p:val>
                                            <p:fltVal val="0"/>
                                          </p:val>
                                        </p:tav>
                                        <p:tav tm="100000">
                                          <p:val>
                                            <p:strVal val="#ppt_w"/>
                                          </p:val>
                                        </p:tav>
                                      </p:tavLst>
                                    </p:anim>
                                    <p:anim calcmode="lin" valueType="num">
                                      <p:cBhvr>
                                        <p:cTn id="57" dur="500" fill="hold"/>
                                        <p:tgtEl>
                                          <p:spTgt spid="39"/>
                                        </p:tgtEl>
                                        <p:attrNameLst>
                                          <p:attrName>ppt_h</p:attrName>
                                        </p:attrNameLst>
                                      </p:cBhvr>
                                      <p:tavLst>
                                        <p:tav tm="0">
                                          <p:val>
                                            <p:fltVal val="0"/>
                                          </p:val>
                                        </p:tav>
                                        <p:tav tm="100000">
                                          <p:val>
                                            <p:strVal val="#ppt_h"/>
                                          </p:val>
                                        </p:tav>
                                      </p:tavLst>
                                    </p:anim>
                                    <p:anim calcmode="lin" valueType="num">
                                      <p:cBhvr>
                                        <p:cTn id="58" dur="500" fill="hold"/>
                                        <p:tgtEl>
                                          <p:spTgt spid="39"/>
                                        </p:tgtEl>
                                        <p:attrNameLst>
                                          <p:attrName>style.rotation</p:attrName>
                                        </p:attrNameLst>
                                      </p:cBhvr>
                                      <p:tavLst>
                                        <p:tav tm="0">
                                          <p:val>
                                            <p:fltVal val="90"/>
                                          </p:val>
                                        </p:tav>
                                        <p:tav tm="100000">
                                          <p:val>
                                            <p:fltVal val="0"/>
                                          </p:val>
                                        </p:tav>
                                      </p:tavLst>
                                    </p:anim>
                                    <p:animEffect transition="in" filter="fade">
                                      <p:cBhvr>
                                        <p:cTn id="59" dur="500"/>
                                        <p:tgtEl>
                                          <p:spTgt spid="39"/>
                                        </p:tgtEl>
                                      </p:cBhvr>
                                    </p:animEffect>
                                  </p:childTnLst>
                                </p:cTn>
                              </p:par>
                            </p:childTnLst>
                          </p:cTn>
                        </p:par>
                        <p:par>
                          <p:cTn id="60" fill="hold">
                            <p:stCondLst>
                              <p:cond delay="2520"/>
                            </p:stCondLst>
                            <p:childTnLst>
                              <p:par>
                                <p:cTn id="61" presetID="2" presetClass="entr" presetSubtype="6" fill="hold" grpId="0" nodeType="afterEffect">
                                  <p:stCondLst>
                                    <p:cond delay="0"/>
                                  </p:stCondLst>
                                  <p:childTnLst>
                                    <p:set>
                                      <p:cBhvr>
                                        <p:cTn id="62" dur="1" fill="hold">
                                          <p:stCondLst>
                                            <p:cond delay="0"/>
                                          </p:stCondLst>
                                        </p:cTn>
                                        <p:tgtEl>
                                          <p:spTgt spid="46"/>
                                        </p:tgtEl>
                                        <p:attrNameLst>
                                          <p:attrName>style.visibility</p:attrName>
                                        </p:attrNameLst>
                                      </p:cBhvr>
                                      <p:to>
                                        <p:strVal val="visible"/>
                                      </p:to>
                                    </p:set>
                                    <p:anim calcmode="lin" valueType="num">
                                      <p:cBhvr additive="base">
                                        <p:cTn id="63" dur="500" fill="hold"/>
                                        <p:tgtEl>
                                          <p:spTgt spid="46"/>
                                        </p:tgtEl>
                                        <p:attrNameLst>
                                          <p:attrName>ppt_x</p:attrName>
                                        </p:attrNameLst>
                                      </p:cBhvr>
                                      <p:tavLst>
                                        <p:tav tm="0">
                                          <p:val>
                                            <p:strVal val="1+#ppt_w/2"/>
                                          </p:val>
                                        </p:tav>
                                        <p:tav tm="100000">
                                          <p:val>
                                            <p:strVal val="#ppt_x"/>
                                          </p:val>
                                        </p:tav>
                                      </p:tavLst>
                                    </p:anim>
                                    <p:anim calcmode="lin" valueType="num">
                                      <p:cBhvr additive="base">
                                        <p:cTn id="64" dur="500" fill="hold"/>
                                        <p:tgtEl>
                                          <p:spTgt spid="46"/>
                                        </p:tgtEl>
                                        <p:attrNameLst>
                                          <p:attrName>ppt_y</p:attrName>
                                        </p:attrNameLst>
                                      </p:cBhvr>
                                      <p:tavLst>
                                        <p:tav tm="0">
                                          <p:val>
                                            <p:strVal val="1+#ppt_h/2"/>
                                          </p:val>
                                        </p:tav>
                                        <p:tav tm="100000">
                                          <p:val>
                                            <p:strVal val="#ppt_y"/>
                                          </p:val>
                                        </p:tav>
                                      </p:tavLst>
                                    </p:anim>
                                  </p:childTnLst>
                                </p:cTn>
                              </p:par>
                              <p:par>
                                <p:cTn id="65" presetID="2" presetClass="entr" presetSubtype="6" fill="hold" grpId="0" nodeType="withEffect">
                                  <p:stCondLst>
                                    <p:cond delay="0"/>
                                  </p:stCondLst>
                                  <p:childTnLst>
                                    <p:set>
                                      <p:cBhvr>
                                        <p:cTn id="66" dur="1" fill="hold">
                                          <p:stCondLst>
                                            <p:cond delay="0"/>
                                          </p:stCondLst>
                                        </p:cTn>
                                        <p:tgtEl>
                                          <p:spTgt spid="44"/>
                                        </p:tgtEl>
                                        <p:attrNameLst>
                                          <p:attrName>style.visibility</p:attrName>
                                        </p:attrNameLst>
                                      </p:cBhvr>
                                      <p:to>
                                        <p:strVal val="visible"/>
                                      </p:to>
                                    </p:set>
                                    <p:anim calcmode="lin" valueType="num">
                                      <p:cBhvr additive="base">
                                        <p:cTn id="67" dur="500" fill="hold"/>
                                        <p:tgtEl>
                                          <p:spTgt spid="44"/>
                                        </p:tgtEl>
                                        <p:attrNameLst>
                                          <p:attrName>ppt_x</p:attrName>
                                        </p:attrNameLst>
                                      </p:cBhvr>
                                      <p:tavLst>
                                        <p:tav tm="0">
                                          <p:val>
                                            <p:strVal val="1+#ppt_w/2"/>
                                          </p:val>
                                        </p:tav>
                                        <p:tav tm="100000">
                                          <p:val>
                                            <p:strVal val="#ppt_x"/>
                                          </p:val>
                                        </p:tav>
                                      </p:tavLst>
                                    </p:anim>
                                    <p:anim calcmode="lin" valueType="num">
                                      <p:cBhvr additive="base">
                                        <p:cTn id="68" dur="500" fill="hold"/>
                                        <p:tgtEl>
                                          <p:spTgt spid="44"/>
                                        </p:tgtEl>
                                        <p:attrNameLst>
                                          <p:attrName>ppt_y</p:attrName>
                                        </p:attrNameLst>
                                      </p:cBhvr>
                                      <p:tavLst>
                                        <p:tav tm="0">
                                          <p:val>
                                            <p:strVal val="1+#ppt_h/2"/>
                                          </p:val>
                                        </p:tav>
                                        <p:tav tm="100000">
                                          <p:val>
                                            <p:strVal val="#ppt_y"/>
                                          </p:val>
                                        </p:tav>
                                      </p:tavLst>
                                    </p:anim>
                                  </p:childTnLst>
                                </p:cTn>
                              </p:par>
                              <p:par>
                                <p:cTn id="69" presetID="2" presetClass="entr" presetSubtype="12" fill="hold" grpId="0" nodeType="withEffect">
                                  <p:stCondLst>
                                    <p:cond delay="0"/>
                                  </p:stCondLst>
                                  <p:childTnLst>
                                    <p:set>
                                      <p:cBhvr>
                                        <p:cTn id="70" dur="1" fill="hold">
                                          <p:stCondLst>
                                            <p:cond delay="0"/>
                                          </p:stCondLst>
                                        </p:cTn>
                                        <p:tgtEl>
                                          <p:spTgt spid="40"/>
                                        </p:tgtEl>
                                        <p:attrNameLst>
                                          <p:attrName>style.visibility</p:attrName>
                                        </p:attrNameLst>
                                      </p:cBhvr>
                                      <p:to>
                                        <p:strVal val="visible"/>
                                      </p:to>
                                    </p:set>
                                    <p:anim calcmode="lin" valueType="num">
                                      <p:cBhvr additive="base">
                                        <p:cTn id="71" dur="500" fill="hold"/>
                                        <p:tgtEl>
                                          <p:spTgt spid="40"/>
                                        </p:tgtEl>
                                        <p:attrNameLst>
                                          <p:attrName>ppt_x</p:attrName>
                                        </p:attrNameLst>
                                      </p:cBhvr>
                                      <p:tavLst>
                                        <p:tav tm="0">
                                          <p:val>
                                            <p:strVal val="0-#ppt_w/2"/>
                                          </p:val>
                                        </p:tav>
                                        <p:tav tm="100000">
                                          <p:val>
                                            <p:strVal val="#ppt_x"/>
                                          </p:val>
                                        </p:tav>
                                      </p:tavLst>
                                    </p:anim>
                                    <p:anim calcmode="lin" valueType="num">
                                      <p:cBhvr additive="base">
                                        <p:cTn id="72" dur="500" fill="hold"/>
                                        <p:tgtEl>
                                          <p:spTgt spid="40"/>
                                        </p:tgtEl>
                                        <p:attrNameLst>
                                          <p:attrName>ppt_y</p:attrName>
                                        </p:attrNameLst>
                                      </p:cBhvr>
                                      <p:tavLst>
                                        <p:tav tm="0">
                                          <p:val>
                                            <p:strVal val="1+#ppt_h/2"/>
                                          </p:val>
                                        </p:tav>
                                        <p:tav tm="100000">
                                          <p:val>
                                            <p:strVal val="#ppt_y"/>
                                          </p:val>
                                        </p:tav>
                                      </p:tavLst>
                                    </p:anim>
                                  </p:childTnLst>
                                </p:cTn>
                              </p:par>
                              <p:par>
                                <p:cTn id="73" presetID="2" presetClass="entr" presetSubtype="12" fill="hold" grpId="0" nodeType="withEffect">
                                  <p:stCondLst>
                                    <p:cond delay="0"/>
                                  </p:stCondLst>
                                  <p:childTnLst>
                                    <p:set>
                                      <p:cBhvr>
                                        <p:cTn id="74" dur="1" fill="hold">
                                          <p:stCondLst>
                                            <p:cond delay="0"/>
                                          </p:stCondLst>
                                        </p:cTn>
                                        <p:tgtEl>
                                          <p:spTgt spid="42"/>
                                        </p:tgtEl>
                                        <p:attrNameLst>
                                          <p:attrName>style.visibility</p:attrName>
                                        </p:attrNameLst>
                                      </p:cBhvr>
                                      <p:to>
                                        <p:strVal val="visible"/>
                                      </p:to>
                                    </p:set>
                                    <p:anim calcmode="lin" valueType="num">
                                      <p:cBhvr additive="base">
                                        <p:cTn id="75" dur="500" fill="hold"/>
                                        <p:tgtEl>
                                          <p:spTgt spid="42"/>
                                        </p:tgtEl>
                                        <p:attrNameLst>
                                          <p:attrName>ppt_x</p:attrName>
                                        </p:attrNameLst>
                                      </p:cBhvr>
                                      <p:tavLst>
                                        <p:tav tm="0">
                                          <p:val>
                                            <p:strVal val="0-#ppt_w/2"/>
                                          </p:val>
                                        </p:tav>
                                        <p:tav tm="100000">
                                          <p:val>
                                            <p:strVal val="#ppt_x"/>
                                          </p:val>
                                        </p:tav>
                                      </p:tavLst>
                                    </p:anim>
                                    <p:anim calcmode="lin" valueType="num">
                                      <p:cBhvr additive="base">
                                        <p:cTn id="76" dur="500" fill="hold"/>
                                        <p:tgtEl>
                                          <p:spTgt spid="42"/>
                                        </p:tgtEl>
                                        <p:attrNameLst>
                                          <p:attrName>ppt_y</p:attrName>
                                        </p:attrNameLst>
                                      </p:cBhvr>
                                      <p:tavLst>
                                        <p:tav tm="0">
                                          <p:val>
                                            <p:strVal val="1+#ppt_h/2"/>
                                          </p:val>
                                        </p:tav>
                                        <p:tav tm="100000">
                                          <p:val>
                                            <p:strVal val="#ppt_y"/>
                                          </p:val>
                                        </p:tav>
                                      </p:tavLst>
                                    </p:anim>
                                  </p:childTnLst>
                                </p:cTn>
                              </p:par>
                            </p:childTnLst>
                          </p:cTn>
                        </p:par>
                        <p:par>
                          <p:cTn id="77" fill="hold">
                            <p:stCondLst>
                              <p:cond delay="3020"/>
                            </p:stCondLst>
                            <p:childTnLst>
                              <p:par>
                                <p:cTn id="78" presetID="22" presetClass="entr" presetSubtype="1" fill="hold" grpId="0" nodeType="afterEffect">
                                  <p:stCondLst>
                                    <p:cond delay="0"/>
                                  </p:stCondLst>
                                  <p:childTnLst>
                                    <p:set>
                                      <p:cBhvr>
                                        <p:cTn id="79" dur="1" fill="hold">
                                          <p:stCondLst>
                                            <p:cond delay="0"/>
                                          </p:stCondLst>
                                        </p:cTn>
                                        <p:tgtEl>
                                          <p:spTgt spid="47"/>
                                        </p:tgtEl>
                                        <p:attrNameLst>
                                          <p:attrName>style.visibility</p:attrName>
                                        </p:attrNameLst>
                                      </p:cBhvr>
                                      <p:to>
                                        <p:strVal val="visible"/>
                                      </p:to>
                                    </p:set>
                                    <p:animEffect transition="in" filter="wipe(up)">
                                      <p:cBhvr>
                                        <p:cTn id="80" dur="500"/>
                                        <p:tgtEl>
                                          <p:spTgt spid="47"/>
                                        </p:tgtEl>
                                      </p:cBhvr>
                                    </p:animEffect>
                                  </p:childTnLst>
                                </p:cTn>
                              </p:par>
                              <p:par>
                                <p:cTn id="81" presetID="22" presetClass="entr" presetSubtype="1" fill="hold" grpId="0" nodeType="withEffect">
                                  <p:stCondLst>
                                    <p:cond delay="0"/>
                                  </p:stCondLst>
                                  <p:childTnLst>
                                    <p:set>
                                      <p:cBhvr>
                                        <p:cTn id="82" dur="1" fill="hold">
                                          <p:stCondLst>
                                            <p:cond delay="0"/>
                                          </p:stCondLst>
                                        </p:cTn>
                                        <p:tgtEl>
                                          <p:spTgt spid="41"/>
                                        </p:tgtEl>
                                        <p:attrNameLst>
                                          <p:attrName>style.visibility</p:attrName>
                                        </p:attrNameLst>
                                      </p:cBhvr>
                                      <p:to>
                                        <p:strVal val="visible"/>
                                      </p:to>
                                    </p:set>
                                    <p:animEffect transition="in" filter="wipe(up)">
                                      <p:cBhvr>
                                        <p:cTn id="83" dur="500"/>
                                        <p:tgtEl>
                                          <p:spTgt spid="41"/>
                                        </p:tgtEl>
                                      </p:cBhvr>
                                    </p:animEffect>
                                  </p:childTnLst>
                                </p:cTn>
                              </p:par>
                              <p:par>
                                <p:cTn id="84" presetID="22" presetClass="entr" presetSubtype="1" fill="hold" grpId="0" nodeType="withEffect">
                                  <p:stCondLst>
                                    <p:cond delay="0"/>
                                  </p:stCondLst>
                                  <p:childTnLst>
                                    <p:set>
                                      <p:cBhvr>
                                        <p:cTn id="85" dur="1" fill="hold">
                                          <p:stCondLst>
                                            <p:cond delay="0"/>
                                          </p:stCondLst>
                                        </p:cTn>
                                        <p:tgtEl>
                                          <p:spTgt spid="43"/>
                                        </p:tgtEl>
                                        <p:attrNameLst>
                                          <p:attrName>style.visibility</p:attrName>
                                        </p:attrNameLst>
                                      </p:cBhvr>
                                      <p:to>
                                        <p:strVal val="visible"/>
                                      </p:to>
                                    </p:set>
                                    <p:animEffect transition="in" filter="wipe(up)">
                                      <p:cBhvr>
                                        <p:cTn id="86" dur="500"/>
                                        <p:tgtEl>
                                          <p:spTgt spid="43"/>
                                        </p:tgtEl>
                                      </p:cBhvr>
                                    </p:animEffect>
                                  </p:childTnLst>
                                </p:cTn>
                              </p:par>
                              <p:par>
                                <p:cTn id="87" presetID="22" presetClass="entr" presetSubtype="1" fill="hold" grpId="0" nodeType="withEffect">
                                  <p:stCondLst>
                                    <p:cond delay="0"/>
                                  </p:stCondLst>
                                  <p:childTnLst>
                                    <p:set>
                                      <p:cBhvr>
                                        <p:cTn id="88" dur="1" fill="hold">
                                          <p:stCondLst>
                                            <p:cond delay="0"/>
                                          </p:stCondLst>
                                        </p:cTn>
                                        <p:tgtEl>
                                          <p:spTgt spid="45"/>
                                        </p:tgtEl>
                                        <p:attrNameLst>
                                          <p:attrName>style.visibility</p:attrName>
                                        </p:attrNameLst>
                                      </p:cBhvr>
                                      <p:to>
                                        <p:strVal val="visible"/>
                                      </p:to>
                                    </p:set>
                                    <p:animEffect transition="in" filter="wipe(up)">
                                      <p:cBhvr>
                                        <p:cTn id="89"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autoUpdateAnimBg="0"/>
      <p:bldP spid="20483" grpId="0" animBg="1"/>
      <p:bldP spid="35" grpId="0" animBg="1"/>
      <p:bldP spid="35" grpId="1" animBg="1"/>
      <p:bldP spid="36" grpId="0" animBg="1"/>
      <p:bldP spid="36" grpId="1" animBg="1"/>
      <p:bldP spid="37" grpId="0" animBg="1"/>
      <p:bldP spid="37" grpId="1" animBg="1"/>
      <p:bldP spid="38" grpId="0" animBg="1"/>
      <p:bldP spid="38" grpId="1" animBg="1"/>
      <p:bldP spid="39" grpId="0" autoUpdateAnimBg="0"/>
      <p:bldP spid="40" grpId="0" autoUpdateAnimBg="0"/>
      <p:bldP spid="41" grpId="0" autoUpdateAnimBg="0"/>
      <p:bldP spid="42" grpId="0" autoUpdateAnimBg="0"/>
      <p:bldP spid="43" grpId="0" autoUpdateAnimBg="0"/>
      <p:bldP spid="44" grpId="0" autoUpdateAnimBg="0"/>
      <p:bldP spid="45" grpId="0" autoUpdateAnimBg="0"/>
      <p:bldP spid="46" grpId="0" autoUpdateAnimBg="0"/>
      <p:bldP spid="47" grpId="0" autoUpdateAnimBg="0"/>
      <p:bldP spid="48" grpId="0" animBg="1"/>
      <p:bldP spid="49" grpId="0" animBg="1"/>
      <p:bldP spid="50" grpId="0" animBg="1"/>
      <p:bldP spid="5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Box 27"/>
          <p:cNvSpPr txBox="1">
            <a:spLocks noChangeArrowheads="1"/>
          </p:cNvSpPr>
          <p:nvPr/>
        </p:nvSpPr>
        <p:spPr bwMode="auto">
          <a:xfrm>
            <a:off x="1012825" y="176213"/>
            <a:ext cx="3191899"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3.4 </a:t>
            </a:r>
            <a:r>
              <a:rPr lang="zh-CN" altLang="en-US" sz="3000" b="1" dirty="0" smtClean="0">
                <a:solidFill>
                  <a:schemeClr val="accent1"/>
                </a:solidFill>
                <a:latin typeface="微软雅黑" pitchFamily="34" charset="-122"/>
                <a:ea typeface="微软雅黑" pitchFamily="34" charset="-122"/>
              </a:rPr>
              <a:t>系统其他需求</a:t>
            </a:r>
            <a:endParaRPr lang="zh-CN" altLang="en-US" sz="3000" b="1" dirty="0">
              <a:solidFill>
                <a:schemeClr val="accent1"/>
              </a:solidFill>
              <a:latin typeface="微软雅黑" pitchFamily="34" charset="-122"/>
              <a:ea typeface="微软雅黑" pitchFamily="34" charset="-122"/>
            </a:endParaRPr>
          </a:p>
        </p:txBody>
      </p:sp>
      <p:sp>
        <p:nvSpPr>
          <p:cNvPr id="20483"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round/>
            <a:headEnd/>
            <a:tailEnd/>
          </a:ln>
        </p:spPr>
        <p:txBody>
          <a:bodyPr/>
          <a:lstStyle/>
          <a:p>
            <a:endParaRPr lang="zh-CN" altLang="en-US"/>
          </a:p>
        </p:txBody>
      </p:sp>
      <p:grpSp>
        <p:nvGrpSpPr>
          <p:cNvPr id="2" name="组合 24"/>
          <p:cNvGrpSpPr/>
          <p:nvPr/>
        </p:nvGrpSpPr>
        <p:grpSpPr>
          <a:xfrm>
            <a:off x="361218" y="1518541"/>
            <a:ext cx="10814504" cy="461665"/>
            <a:chOff x="695325" y="1013859"/>
            <a:chExt cx="10814504" cy="461665"/>
          </a:xfrm>
          <a:solidFill>
            <a:srgbClr val="006BBC"/>
          </a:solidFill>
        </p:grpSpPr>
        <p:sp>
          <p:nvSpPr>
            <p:cNvPr id="19" name="矩形 18"/>
            <p:cNvSpPr/>
            <p:nvPr/>
          </p:nvSpPr>
          <p:spPr>
            <a:xfrm>
              <a:off x="695325" y="1013859"/>
              <a:ext cx="2119491" cy="461665"/>
            </a:xfrm>
            <a:prstGeom prst="rect">
              <a:avLst/>
            </a:prstGeom>
            <a:grpFill/>
            <a:ln>
              <a:solidFill>
                <a:srgbClr val="006BBC"/>
              </a:solidFill>
            </a:ln>
          </p:spPr>
          <p:txBody>
            <a:bodyPr wrap="none">
              <a:spAutoFit/>
            </a:bodyPr>
            <a:lstStyle/>
            <a:p>
              <a:r>
                <a:rPr lang="zh-CN" altLang="en-US" sz="2400" b="1" dirty="0" smtClean="0">
                  <a:solidFill>
                    <a:srgbClr val="F8F8F8"/>
                  </a:solidFill>
                  <a:latin typeface="+mn-ea"/>
                  <a:ea typeface="+mn-ea"/>
                </a:rPr>
                <a:t>数据安全需求</a:t>
              </a:r>
              <a:r>
                <a:rPr lang="en-US" altLang="zh-CN" sz="2400" b="1" dirty="0" smtClean="0">
                  <a:solidFill>
                    <a:srgbClr val="F8F8F8"/>
                  </a:solidFill>
                  <a:latin typeface="+mn-ea"/>
                  <a:ea typeface="+mn-ea"/>
                </a:rPr>
                <a:t>:</a:t>
              </a:r>
              <a:endParaRPr lang="zh-CN" altLang="en-US" sz="2400" b="1" dirty="0">
                <a:solidFill>
                  <a:srgbClr val="F8F8F8"/>
                </a:solidFill>
                <a:latin typeface="+mn-ea"/>
                <a:ea typeface="+mn-ea"/>
              </a:endParaRPr>
            </a:p>
          </p:txBody>
        </p:sp>
        <p:cxnSp>
          <p:nvCxnSpPr>
            <p:cNvPr id="20" name="直接连接符 19"/>
            <p:cNvCxnSpPr/>
            <p:nvPr/>
          </p:nvCxnSpPr>
          <p:spPr>
            <a:xfrm>
              <a:off x="695325" y="1475524"/>
              <a:ext cx="10814504" cy="0"/>
            </a:xfrm>
            <a:prstGeom prst="line">
              <a:avLst/>
            </a:prstGeom>
            <a:grpFill/>
            <a:ln>
              <a:solidFill>
                <a:srgbClr val="006BBC"/>
              </a:solidFill>
            </a:ln>
          </p:spPr>
          <p:style>
            <a:lnRef idx="1">
              <a:schemeClr val="accent1"/>
            </a:lnRef>
            <a:fillRef idx="0">
              <a:schemeClr val="accent1"/>
            </a:fillRef>
            <a:effectRef idx="0">
              <a:schemeClr val="accent1"/>
            </a:effectRef>
            <a:fontRef idx="minor">
              <a:schemeClr val="tx1"/>
            </a:fontRef>
          </p:style>
        </p:cxnSp>
      </p:grpSp>
      <p:sp>
        <p:nvSpPr>
          <p:cNvPr id="21" name="矩形 20"/>
          <p:cNvSpPr/>
          <p:nvPr/>
        </p:nvSpPr>
        <p:spPr>
          <a:xfrm>
            <a:off x="278091" y="2021132"/>
            <a:ext cx="10814505" cy="406971"/>
          </a:xfrm>
          <a:prstGeom prst="rect">
            <a:avLst/>
          </a:prstGeom>
        </p:spPr>
        <p:txBody>
          <a:bodyPr wrap="square">
            <a:spAutoFit/>
          </a:bodyPr>
          <a:lstStyle/>
          <a:p>
            <a:pPr marL="285750" indent="-285750">
              <a:lnSpc>
                <a:spcPct val="125000"/>
              </a:lnSpc>
              <a:buFont typeface="Wingdings" panose="05000000000000000000" pitchFamily="2" charset="2"/>
              <a:buChar char="n"/>
            </a:pPr>
            <a:r>
              <a:rPr lang="zh-CN" altLang="en-US" b="1" dirty="0" smtClean="0">
                <a:solidFill>
                  <a:schemeClr val="accent1"/>
                </a:solidFill>
                <a:latin typeface="+mn-ea"/>
                <a:ea typeface="+mn-ea"/>
              </a:rPr>
              <a:t>确保用户提供的身份证号、联系电话等私人信息在数据存储和传输过程中不被窃取和篡改。</a:t>
            </a:r>
            <a:endParaRPr lang="en-US" altLang="zh-CN" b="1" dirty="0" smtClean="0">
              <a:solidFill>
                <a:schemeClr val="accent1"/>
              </a:solidFill>
              <a:latin typeface="+mn-ea"/>
              <a:ea typeface="+mn-ea"/>
            </a:endParaRPr>
          </a:p>
        </p:txBody>
      </p:sp>
      <p:grpSp>
        <p:nvGrpSpPr>
          <p:cNvPr id="3" name="组合 40"/>
          <p:cNvGrpSpPr/>
          <p:nvPr/>
        </p:nvGrpSpPr>
        <p:grpSpPr>
          <a:xfrm>
            <a:off x="326049" y="3496063"/>
            <a:ext cx="10814504" cy="461665"/>
            <a:chOff x="695325" y="1013859"/>
            <a:chExt cx="10814504" cy="461665"/>
          </a:xfrm>
        </p:grpSpPr>
        <p:sp>
          <p:nvSpPr>
            <p:cNvPr id="23" name="矩形 22"/>
            <p:cNvSpPr/>
            <p:nvPr/>
          </p:nvSpPr>
          <p:spPr>
            <a:xfrm>
              <a:off x="695325" y="1013859"/>
              <a:ext cx="2119491"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可扩展性需求</a:t>
              </a:r>
              <a:r>
                <a:rPr lang="en-US" altLang="zh-CN" sz="2400" b="1" dirty="0" smtClean="0">
                  <a:solidFill>
                    <a:srgbClr val="F8F8F8"/>
                  </a:solidFill>
                  <a:latin typeface="+mn-ea"/>
                  <a:ea typeface="+mn-ea"/>
                </a:rPr>
                <a:t>:</a:t>
              </a:r>
              <a:endParaRPr lang="zh-CN" altLang="en-US" sz="2400" b="1" dirty="0">
                <a:solidFill>
                  <a:srgbClr val="F8F8F8"/>
                </a:solidFill>
                <a:latin typeface="+mn-ea"/>
                <a:ea typeface="+mn-ea"/>
              </a:endParaRPr>
            </a:p>
          </p:txBody>
        </p:sp>
        <p:cxnSp>
          <p:nvCxnSpPr>
            <p:cNvPr id="24" name="直接连接符 23"/>
            <p:cNvCxnSpPr/>
            <p:nvPr/>
          </p:nvCxnSpPr>
          <p:spPr>
            <a:xfrm>
              <a:off x="695325" y="1475524"/>
              <a:ext cx="10814504" cy="0"/>
            </a:xfrm>
            <a:prstGeom prst="line">
              <a:avLst/>
            </a:prstGeom>
            <a:ln>
              <a:solidFill>
                <a:srgbClr val="006BBC"/>
              </a:solidFill>
            </a:ln>
          </p:spPr>
          <p:style>
            <a:lnRef idx="1">
              <a:schemeClr val="accent1"/>
            </a:lnRef>
            <a:fillRef idx="0">
              <a:schemeClr val="accent1"/>
            </a:fillRef>
            <a:effectRef idx="0">
              <a:schemeClr val="accent1"/>
            </a:effectRef>
            <a:fontRef idx="minor">
              <a:schemeClr val="tx1"/>
            </a:fontRef>
          </p:style>
        </p:cxnSp>
      </p:grpSp>
      <p:sp>
        <p:nvSpPr>
          <p:cNvPr id="25" name="矩形 24"/>
          <p:cNvSpPr/>
          <p:nvPr/>
        </p:nvSpPr>
        <p:spPr>
          <a:xfrm>
            <a:off x="242922" y="3998654"/>
            <a:ext cx="10814505" cy="784830"/>
          </a:xfrm>
          <a:prstGeom prst="rect">
            <a:avLst/>
          </a:prstGeom>
        </p:spPr>
        <p:txBody>
          <a:bodyPr wrap="square">
            <a:spAutoFit/>
          </a:bodyPr>
          <a:lstStyle/>
          <a:p>
            <a:pPr marL="285750" indent="-285750">
              <a:lnSpc>
                <a:spcPct val="125000"/>
              </a:lnSpc>
              <a:buFont typeface="Wingdings" panose="05000000000000000000" pitchFamily="2" charset="2"/>
              <a:buChar char="n"/>
            </a:pPr>
            <a:r>
              <a:rPr lang="zh-CN" altLang="en-US" b="1" dirty="0" smtClean="0">
                <a:solidFill>
                  <a:schemeClr val="accent1"/>
                </a:solidFill>
                <a:latin typeface="+mn-ea"/>
                <a:ea typeface="+mn-ea"/>
              </a:rPr>
              <a:t>对于不同学院、不同学科的业务需求提供可配置的操作接口。</a:t>
            </a:r>
            <a:endParaRPr lang="en-US" altLang="zh-CN" b="1" dirty="0" smtClean="0">
              <a:solidFill>
                <a:schemeClr val="accent1"/>
              </a:solidFill>
              <a:latin typeface="+mn-ea"/>
              <a:ea typeface="+mn-ea"/>
            </a:endParaRPr>
          </a:p>
          <a:p>
            <a:pPr marL="285750" indent="-285750">
              <a:lnSpc>
                <a:spcPct val="125000"/>
              </a:lnSpc>
              <a:buFont typeface="Wingdings" panose="05000000000000000000" pitchFamily="2" charset="2"/>
              <a:buChar char="n"/>
            </a:pPr>
            <a:endParaRPr lang="en-US" altLang="zh-CN" b="1" dirty="0" smtClean="0">
              <a:solidFill>
                <a:schemeClr val="accent1"/>
              </a:solidFill>
              <a:latin typeface="+mn-ea"/>
              <a:ea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0483"/>
                                        </p:tgtEl>
                                        <p:attrNameLst>
                                          <p:attrName>style.visibility</p:attrName>
                                        </p:attrNameLst>
                                      </p:cBhvr>
                                      <p:to>
                                        <p:strVal val="visible"/>
                                      </p:to>
                                    </p:set>
                                    <p:anim calcmode="lin" valueType="num">
                                      <p:cBhvr>
                                        <p:cTn id="7" dur="300" fill="hold"/>
                                        <p:tgtEl>
                                          <p:spTgt spid="20483"/>
                                        </p:tgtEl>
                                        <p:attrNameLst>
                                          <p:attrName>ppt_w</p:attrName>
                                        </p:attrNameLst>
                                      </p:cBhvr>
                                      <p:tavLst>
                                        <p:tav tm="0">
                                          <p:val>
                                            <p:fltVal val="0"/>
                                          </p:val>
                                        </p:tav>
                                        <p:tav tm="100000">
                                          <p:val>
                                            <p:strVal val="#ppt_w"/>
                                          </p:val>
                                        </p:tav>
                                      </p:tavLst>
                                    </p:anim>
                                    <p:anim calcmode="lin" valueType="num">
                                      <p:cBhvr>
                                        <p:cTn id="8" dur="300" fill="hold"/>
                                        <p:tgtEl>
                                          <p:spTgt spid="20483"/>
                                        </p:tgtEl>
                                        <p:attrNameLst>
                                          <p:attrName>ppt_h</p:attrName>
                                        </p:attrNameLst>
                                      </p:cBhvr>
                                      <p:tavLst>
                                        <p:tav tm="0">
                                          <p:val>
                                            <p:fltVal val="0"/>
                                          </p:val>
                                        </p:tav>
                                        <p:tav tm="100000">
                                          <p:val>
                                            <p:strVal val="#ppt_h"/>
                                          </p:val>
                                        </p:tav>
                                      </p:tavLst>
                                    </p:anim>
                                    <p:anim calcmode="lin" valueType="num">
                                      <p:cBhvr>
                                        <p:cTn id="9" dur="300" fill="hold"/>
                                        <p:tgtEl>
                                          <p:spTgt spid="20483"/>
                                        </p:tgtEl>
                                        <p:attrNameLst>
                                          <p:attrName>style.rotation</p:attrName>
                                        </p:attrNameLst>
                                      </p:cBhvr>
                                      <p:tavLst>
                                        <p:tav tm="0">
                                          <p:val>
                                            <p:fltVal val="90"/>
                                          </p:val>
                                        </p:tav>
                                        <p:tav tm="100000">
                                          <p:val>
                                            <p:fltVal val="0"/>
                                          </p:val>
                                        </p:tav>
                                      </p:tavLst>
                                    </p:anim>
                                    <p:animEffect transition="in" filter="fade">
                                      <p:cBhvr>
                                        <p:cTn id="10" dur="300"/>
                                        <p:tgtEl>
                                          <p:spTgt spid="20483"/>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0482"/>
                                        </p:tgtEl>
                                        <p:attrNameLst>
                                          <p:attrName>style.visibility</p:attrName>
                                        </p:attrNameLst>
                                      </p:cBhvr>
                                      <p:to>
                                        <p:strVal val="visible"/>
                                      </p:to>
                                    </p:set>
                                    <p:anim calcmode="lin" valueType="num">
                                      <p:cBhvr>
                                        <p:cTn id="14" dur="400" fill="hold"/>
                                        <p:tgtEl>
                                          <p:spTgt spid="2048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0482"/>
                                        </p:tgtEl>
                                        <p:attrNameLst>
                                          <p:attrName>ppt_y</p:attrName>
                                        </p:attrNameLst>
                                      </p:cBhvr>
                                      <p:tavLst>
                                        <p:tav tm="0">
                                          <p:val>
                                            <p:strVal val="#ppt_y"/>
                                          </p:val>
                                        </p:tav>
                                        <p:tav tm="100000">
                                          <p:val>
                                            <p:strVal val="#ppt_y"/>
                                          </p:val>
                                        </p:tav>
                                      </p:tavLst>
                                    </p:anim>
                                    <p:anim calcmode="lin" valueType="num">
                                      <p:cBhvr>
                                        <p:cTn id="16" dur="400" fill="hold"/>
                                        <p:tgtEl>
                                          <p:spTgt spid="2048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048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0482"/>
                                        </p:tgtEl>
                                      </p:cBhvr>
                                    </p:animEffect>
                                  </p:childTnLst>
                                </p:cTn>
                              </p:par>
                              <p:par>
                                <p:cTn id="19" presetID="22" presetClass="entr" presetSubtype="8" fill="hold" nodeType="with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left)">
                                      <p:cBhvr>
                                        <p:cTn id="21" dur="500"/>
                                        <p:tgtEl>
                                          <p:spTgt spid="2"/>
                                        </p:tgtEl>
                                      </p:cBhvr>
                                    </p:animEffect>
                                  </p:childTnLst>
                                </p:cTn>
                              </p:par>
                              <p:par>
                                <p:cTn id="22" presetID="22" presetClass="entr" presetSubtype="8" fill="hold" nodeType="with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wipe(left)">
                                      <p:cBhvr>
                                        <p:cTn id="2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autoUpdateAnimBg="0"/>
      <p:bldP spid="2048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26626" name="Oval 5"/>
          <p:cNvSpPr>
            <a:spLocks noChangeArrowheads="1"/>
          </p:cNvSpPr>
          <p:nvPr/>
        </p:nvSpPr>
        <p:spPr bwMode="auto">
          <a:xfrm>
            <a:off x="4062413" y="627063"/>
            <a:ext cx="4141787" cy="4144962"/>
          </a:xfrm>
          <a:prstGeom prst="ellipse">
            <a:avLst/>
          </a:prstGeom>
          <a:solidFill>
            <a:srgbClr val="FFFFFF"/>
          </a:solidFill>
          <a:ln w="9525">
            <a:noFill/>
            <a:round/>
            <a:headEnd/>
            <a:tailEnd/>
          </a:ln>
        </p:spPr>
        <p:txBody>
          <a:bodyPr/>
          <a:lstStyle/>
          <a:p>
            <a:pPr eaLnBrk="1" hangingPunct="1"/>
            <a:endParaRPr lang="zh-CN" altLang="en-US">
              <a:solidFill>
                <a:srgbClr val="004C54"/>
              </a:solidFill>
            </a:endParaRPr>
          </a:p>
        </p:txBody>
      </p:sp>
      <p:sp>
        <p:nvSpPr>
          <p:cNvPr id="26627" name="Line 12"/>
          <p:cNvSpPr>
            <a:spLocks noChangeShapeType="1"/>
          </p:cNvSpPr>
          <p:nvPr/>
        </p:nvSpPr>
        <p:spPr bwMode="auto">
          <a:xfrm>
            <a:off x="4195763" y="2740025"/>
            <a:ext cx="3808412" cy="0"/>
          </a:xfrm>
          <a:prstGeom prst="line">
            <a:avLst/>
          </a:prstGeom>
          <a:noFill/>
          <a:ln w="12700">
            <a:solidFill>
              <a:schemeClr val="bg2"/>
            </a:solidFill>
            <a:round/>
            <a:headEnd/>
            <a:tailEnd/>
          </a:ln>
        </p:spPr>
        <p:txBody>
          <a:bodyPr/>
          <a:lstStyle/>
          <a:p>
            <a:endParaRPr lang="zh-CN" altLang="en-US"/>
          </a:p>
        </p:txBody>
      </p:sp>
      <p:sp>
        <p:nvSpPr>
          <p:cNvPr id="26628" name="TextBox 77"/>
          <p:cNvSpPr txBox="1">
            <a:spLocks noChangeArrowheads="1"/>
          </p:cNvSpPr>
          <p:nvPr/>
        </p:nvSpPr>
        <p:spPr bwMode="auto">
          <a:xfrm>
            <a:off x="4602163" y="2852738"/>
            <a:ext cx="3168650" cy="769441"/>
          </a:xfrm>
          <a:prstGeom prst="rect">
            <a:avLst/>
          </a:prstGeom>
          <a:noFill/>
          <a:ln w="9525">
            <a:noFill/>
            <a:miter lim="800000"/>
            <a:headEnd/>
            <a:tailEnd/>
          </a:ln>
        </p:spPr>
        <p:txBody>
          <a:bodyPr>
            <a:spAutoFit/>
          </a:bodyPr>
          <a:lstStyle/>
          <a:p>
            <a:pPr algn="ctr" eaLnBrk="1" hangingPunct="1"/>
            <a:r>
              <a:rPr lang="zh-CN" altLang="en-US" sz="4400" b="1" dirty="0" smtClean="0">
                <a:solidFill>
                  <a:srgbClr val="363636"/>
                </a:solidFill>
                <a:latin typeface="微软雅黑" pitchFamily="34" charset="-122"/>
                <a:ea typeface="微软雅黑" pitchFamily="34" charset="-122"/>
              </a:rPr>
              <a:t>系统设计</a:t>
            </a:r>
            <a:endParaRPr lang="zh-CN" altLang="en-US" sz="4400" b="1" dirty="0">
              <a:solidFill>
                <a:srgbClr val="363636"/>
              </a:solidFill>
              <a:latin typeface="微软雅黑" pitchFamily="34" charset="-122"/>
              <a:ea typeface="微软雅黑" pitchFamily="34" charset="-122"/>
            </a:endParaRPr>
          </a:p>
        </p:txBody>
      </p:sp>
      <p:sp>
        <p:nvSpPr>
          <p:cNvPr id="26629" name="Rectangle 14"/>
          <p:cNvSpPr>
            <a:spLocks noChangeArrowheads="1"/>
          </p:cNvSpPr>
          <p:nvPr/>
        </p:nvSpPr>
        <p:spPr bwMode="auto">
          <a:xfrm>
            <a:off x="5634038" y="2255838"/>
            <a:ext cx="930275" cy="400050"/>
          </a:xfrm>
          <a:prstGeom prst="rect">
            <a:avLst/>
          </a:prstGeom>
          <a:noFill/>
          <a:ln w="9525">
            <a:noFill/>
            <a:miter lim="800000"/>
            <a:headEnd/>
            <a:tailEnd/>
          </a:ln>
        </p:spPr>
        <p:txBody>
          <a:bodyPr wrap="none" lIns="0" tIns="0" rIns="0" bIns="0">
            <a:spAutoFit/>
          </a:bodyPr>
          <a:lstStyle/>
          <a:p>
            <a:pPr eaLnBrk="1" hangingPunct="1"/>
            <a:r>
              <a:rPr lang="zh-CN" altLang="en-US" sz="2600">
                <a:solidFill>
                  <a:srgbClr val="363636"/>
                </a:solidFill>
                <a:latin typeface="微软雅黑" pitchFamily="34" charset="-122"/>
                <a:ea typeface="微软雅黑" pitchFamily="34" charset="-122"/>
              </a:rPr>
              <a:t>Part </a:t>
            </a:r>
            <a:r>
              <a:rPr lang="en-US" altLang="zh-CN" sz="2600">
                <a:solidFill>
                  <a:srgbClr val="363636"/>
                </a:solidFill>
                <a:latin typeface="微软雅黑" pitchFamily="34" charset="-122"/>
                <a:ea typeface="微软雅黑" pitchFamily="34" charset="-122"/>
              </a:rPr>
              <a:t>4</a:t>
            </a:r>
            <a:endParaRPr lang="zh-CN" altLang="en-US" sz="2600">
              <a:solidFill>
                <a:srgbClr val="363636"/>
              </a:solidFill>
              <a:latin typeface="微软雅黑" pitchFamily="34" charset="-122"/>
              <a:ea typeface="微软雅黑" pitchFamily="34" charset="-122"/>
            </a:endParaRPr>
          </a:p>
        </p:txBody>
      </p:sp>
      <p:sp>
        <p:nvSpPr>
          <p:cNvPr id="26630" name="Freeform 11"/>
          <p:cNvSpPr>
            <a:spLocks noEditPoints="1"/>
          </p:cNvSpPr>
          <p:nvPr/>
        </p:nvSpPr>
        <p:spPr bwMode="auto">
          <a:xfrm>
            <a:off x="5354638" y="850900"/>
            <a:ext cx="1489075" cy="1287463"/>
          </a:xfrm>
          <a:custGeom>
            <a:avLst/>
            <a:gdLst>
              <a:gd name="T0" fmla="*/ 2147483646 w 948"/>
              <a:gd name="T1" fmla="*/ 2147483646 h 810"/>
              <a:gd name="T2" fmla="*/ 2147483646 w 948"/>
              <a:gd name="T3" fmla="*/ 2147483646 h 810"/>
              <a:gd name="T4" fmla="*/ 2147483646 w 948"/>
              <a:gd name="T5" fmla="*/ 2147483646 h 810"/>
              <a:gd name="T6" fmla="*/ 2147483646 w 948"/>
              <a:gd name="T7" fmla="*/ 2147483646 h 810"/>
              <a:gd name="T8" fmla="*/ 2147483646 w 948"/>
              <a:gd name="T9" fmla="*/ 2147483646 h 810"/>
              <a:gd name="T10" fmla="*/ 2147483646 w 948"/>
              <a:gd name="T11" fmla="*/ 2147483646 h 810"/>
              <a:gd name="T12" fmla="*/ 2147483646 w 948"/>
              <a:gd name="T13" fmla="*/ 2147483646 h 810"/>
              <a:gd name="T14" fmla="*/ 2147483646 w 948"/>
              <a:gd name="T15" fmla="*/ 2147483646 h 810"/>
              <a:gd name="T16" fmla="*/ 2147483646 w 948"/>
              <a:gd name="T17" fmla="*/ 2147483646 h 810"/>
              <a:gd name="T18" fmla="*/ 2147483646 w 948"/>
              <a:gd name="T19" fmla="*/ 2147483646 h 810"/>
              <a:gd name="T20" fmla="*/ 2147483646 w 948"/>
              <a:gd name="T21" fmla="*/ 2147483646 h 810"/>
              <a:gd name="T22" fmla="*/ 2147483646 w 948"/>
              <a:gd name="T23" fmla="*/ 2147483646 h 810"/>
              <a:gd name="T24" fmla="*/ 2147483646 w 948"/>
              <a:gd name="T25" fmla="*/ 2147483646 h 810"/>
              <a:gd name="T26" fmla="*/ 2147483646 w 948"/>
              <a:gd name="T27" fmla="*/ 2147483646 h 810"/>
              <a:gd name="T28" fmla="*/ 2147483646 w 948"/>
              <a:gd name="T29" fmla="*/ 2147483646 h 810"/>
              <a:gd name="T30" fmla="*/ 2147483646 w 948"/>
              <a:gd name="T31" fmla="*/ 2147483646 h 810"/>
              <a:gd name="T32" fmla="*/ 2147483646 w 948"/>
              <a:gd name="T33" fmla="*/ 2147483646 h 810"/>
              <a:gd name="T34" fmla="*/ 2147483646 w 948"/>
              <a:gd name="T35" fmla="*/ 2147483646 h 810"/>
              <a:gd name="T36" fmla="*/ 2147483646 w 948"/>
              <a:gd name="T37" fmla="*/ 2147483646 h 810"/>
              <a:gd name="T38" fmla="*/ 2147483646 w 948"/>
              <a:gd name="T39" fmla="*/ 2147483646 h 810"/>
              <a:gd name="T40" fmla="*/ 2147483646 w 948"/>
              <a:gd name="T41" fmla="*/ 2147483646 h 810"/>
              <a:gd name="T42" fmla="*/ 2147483646 w 948"/>
              <a:gd name="T43" fmla="*/ 2147483646 h 810"/>
              <a:gd name="T44" fmla="*/ 2147483646 w 948"/>
              <a:gd name="T45" fmla="*/ 2147483646 h 810"/>
              <a:gd name="T46" fmla="*/ 2147483646 w 948"/>
              <a:gd name="T47" fmla="*/ 2147483646 h 810"/>
              <a:gd name="T48" fmla="*/ 2147483646 w 948"/>
              <a:gd name="T49" fmla="*/ 2147483646 h 810"/>
              <a:gd name="T50" fmla="*/ 2147483646 w 948"/>
              <a:gd name="T51" fmla="*/ 2147483646 h 810"/>
              <a:gd name="T52" fmla="*/ 2147483646 w 948"/>
              <a:gd name="T53" fmla="*/ 2147483646 h 810"/>
              <a:gd name="T54" fmla="*/ 2147483646 w 948"/>
              <a:gd name="T55" fmla="*/ 2147483646 h 810"/>
              <a:gd name="T56" fmla="*/ 2147483646 w 948"/>
              <a:gd name="T57" fmla="*/ 2147483646 h 810"/>
              <a:gd name="T58" fmla="*/ 2147483646 w 948"/>
              <a:gd name="T59" fmla="*/ 2147483646 h 810"/>
              <a:gd name="T60" fmla="*/ 2147483646 w 948"/>
              <a:gd name="T61" fmla="*/ 2147483646 h 810"/>
              <a:gd name="T62" fmla="*/ 2147483646 w 948"/>
              <a:gd name="T63" fmla="*/ 2147483646 h 810"/>
              <a:gd name="T64" fmla="*/ 2147483646 w 948"/>
              <a:gd name="T65" fmla="*/ 2147483646 h 810"/>
              <a:gd name="T66" fmla="*/ 2147483646 w 948"/>
              <a:gd name="T67" fmla="*/ 2147483646 h 810"/>
              <a:gd name="T68" fmla="*/ 2147483646 w 948"/>
              <a:gd name="T69" fmla="*/ 2147483646 h 810"/>
              <a:gd name="T70" fmla="*/ 2147483646 w 948"/>
              <a:gd name="T71" fmla="*/ 2147483646 h 810"/>
              <a:gd name="T72" fmla="*/ 2147483646 w 948"/>
              <a:gd name="T73" fmla="*/ 2147483646 h 810"/>
              <a:gd name="T74" fmla="*/ 2147483646 w 948"/>
              <a:gd name="T75" fmla="*/ 2147483646 h 810"/>
              <a:gd name="T76" fmla="*/ 2147483646 w 948"/>
              <a:gd name="T77" fmla="*/ 2147483646 h 810"/>
              <a:gd name="T78" fmla="*/ 2147483646 w 948"/>
              <a:gd name="T79" fmla="*/ 2147483646 h 810"/>
              <a:gd name="T80" fmla="*/ 2147483646 w 948"/>
              <a:gd name="T81" fmla="*/ 2147483646 h 810"/>
              <a:gd name="T82" fmla="*/ 2147483646 w 948"/>
              <a:gd name="T83" fmla="*/ 2147483646 h 810"/>
              <a:gd name="T84" fmla="*/ 2147483646 w 948"/>
              <a:gd name="T85" fmla="*/ 2147483646 h 810"/>
              <a:gd name="T86" fmla="*/ 2147483646 w 948"/>
              <a:gd name="T87" fmla="*/ 2147483646 h 810"/>
              <a:gd name="T88" fmla="*/ 2147483646 w 948"/>
              <a:gd name="T89" fmla="*/ 2147483646 h 810"/>
              <a:gd name="T90" fmla="*/ 2147483646 w 948"/>
              <a:gd name="T91" fmla="*/ 2147483646 h 810"/>
              <a:gd name="T92" fmla="*/ 2147483646 w 948"/>
              <a:gd name="T93" fmla="*/ 2147483646 h 810"/>
              <a:gd name="T94" fmla="*/ 2147483646 w 948"/>
              <a:gd name="T95" fmla="*/ 2147483646 h 810"/>
              <a:gd name="T96" fmla="*/ 2147483646 w 948"/>
              <a:gd name="T97" fmla="*/ 2147483646 h 810"/>
              <a:gd name="T98" fmla="*/ 2147483646 w 948"/>
              <a:gd name="T99" fmla="*/ 2147483646 h 810"/>
              <a:gd name="T100" fmla="*/ 2147483646 w 948"/>
              <a:gd name="T101" fmla="*/ 2147483646 h 810"/>
              <a:gd name="T102" fmla="*/ 2147483646 w 948"/>
              <a:gd name="T103" fmla="*/ 2147483646 h 810"/>
              <a:gd name="T104" fmla="*/ 2147483646 w 948"/>
              <a:gd name="T105" fmla="*/ 2147483646 h 810"/>
              <a:gd name="T106" fmla="*/ 2147483646 w 948"/>
              <a:gd name="T107" fmla="*/ 2147483646 h 810"/>
              <a:gd name="T108" fmla="*/ 2147483646 w 948"/>
              <a:gd name="T109" fmla="*/ 2147483646 h 810"/>
              <a:gd name="T110" fmla="*/ 2147483646 w 948"/>
              <a:gd name="T111" fmla="*/ 2147483646 h 810"/>
              <a:gd name="T112" fmla="*/ 2147483646 w 948"/>
              <a:gd name="T113" fmla="*/ 2147483646 h 810"/>
              <a:gd name="T114" fmla="*/ 2147483646 w 948"/>
              <a:gd name="T115" fmla="*/ 2147483646 h 810"/>
              <a:gd name="T116" fmla="*/ 2147483646 w 948"/>
              <a:gd name="T117" fmla="*/ 2147483646 h 810"/>
              <a:gd name="T118" fmla="*/ 2147483646 w 948"/>
              <a:gd name="T119" fmla="*/ 2147483646 h 81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948" h="810">
                <a:moveTo>
                  <a:pt x="588" y="151"/>
                </a:moveTo>
                <a:cubicBezTo>
                  <a:pt x="588" y="151"/>
                  <a:pt x="588" y="152"/>
                  <a:pt x="588" y="152"/>
                </a:cubicBezTo>
                <a:cubicBezTo>
                  <a:pt x="588" y="153"/>
                  <a:pt x="589" y="154"/>
                  <a:pt x="589" y="155"/>
                </a:cubicBezTo>
                <a:cubicBezTo>
                  <a:pt x="589" y="156"/>
                  <a:pt x="589" y="156"/>
                  <a:pt x="589" y="157"/>
                </a:cubicBezTo>
                <a:cubicBezTo>
                  <a:pt x="589" y="158"/>
                  <a:pt x="589" y="159"/>
                  <a:pt x="589" y="161"/>
                </a:cubicBezTo>
                <a:cubicBezTo>
                  <a:pt x="589" y="161"/>
                  <a:pt x="589" y="161"/>
                  <a:pt x="589" y="161"/>
                </a:cubicBezTo>
                <a:cubicBezTo>
                  <a:pt x="589" y="162"/>
                  <a:pt x="589" y="164"/>
                  <a:pt x="589" y="165"/>
                </a:cubicBezTo>
                <a:cubicBezTo>
                  <a:pt x="589" y="165"/>
                  <a:pt x="589" y="166"/>
                  <a:pt x="589" y="166"/>
                </a:cubicBezTo>
                <a:cubicBezTo>
                  <a:pt x="589" y="167"/>
                  <a:pt x="589" y="168"/>
                  <a:pt x="589" y="169"/>
                </a:cubicBezTo>
                <a:cubicBezTo>
                  <a:pt x="589" y="170"/>
                  <a:pt x="589" y="170"/>
                  <a:pt x="589" y="171"/>
                </a:cubicBezTo>
                <a:cubicBezTo>
                  <a:pt x="588" y="178"/>
                  <a:pt x="586" y="185"/>
                  <a:pt x="584" y="191"/>
                </a:cubicBezTo>
                <a:cubicBezTo>
                  <a:pt x="584" y="192"/>
                  <a:pt x="583" y="193"/>
                  <a:pt x="583" y="194"/>
                </a:cubicBezTo>
                <a:cubicBezTo>
                  <a:pt x="583" y="195"/>
                  <a:pt x="583" y="195"/>
                  <a:pt x="583" y="195"/>
                </a:cubicBezTo>
                <a:cubicBezTo>
                  <a:pt x="583" y="196"/>
                  <a:pt x="582" y="197"/>
                  <a:pt x="582" y="198"/>
                </a:cubicBezTo>
                <a:cubicBezTo>
                  <a:pt x="582" y="198"/>
                  <a:pt x="582" y="198"/>
                  <a:pt x="582" y="198"/>
                </a:cubicBezTo>
                <a:cubicBezTo>
                  <a:pt x="580" y="201"/>
                  <a:pt x="579" y="204"/>
                  <a:pt x="577" y="207"/>
                </a:cubicBezTo>
                <a:cubicBezTo>
                  <a:pt x="577" y="207"/>
                  <a:pt x="577" y="207"/>
                  <a:pt x="577" y="208"/>
                </a:cubicBezTo>
                <a:cubicBezTo>
                  <a:pt x="577" y="208"/>
                  <a:pt x="576" y="209"/>
                  <a:pt x="575" y="210"/>
                </a:cubicBezTo>
                <a:cubicBezTo>
                  <a:pt x="575" y="210"/>
                  <a:pt x="575" y="211"/>
                  <a:pt x="575" y="211"/>
                </a:cubicBezTo>
                <a:cubicBezTo>
                  <a:pt x="573" y="215"/>
                  <a:pt x="570" y="218"/>
                  <a:pt x="567" y="222"/>
                </a:cubicBezTo>
                <a:cubicBezTo>
                  <a:pt x="567" y="222"/>
                  <a:pt x="567" y="222"/>
                  <a:pt x="567" y="222"/>
                </a:cubicBezTo>
                <a:cubicBezTo>
                  <a:pt x="566" y="223"/>
                  <a:pt x="566" y="224"/>
                  <a:pt x="565" y="224"/>
                </a:cubicBezTo>
                <a:cubicBezTo>
                  <a:pt x="565" y="224"/>
                  <a:pt x="565" y="225"/>
                  <a:pt x="565" y="225"/>
                </a:cubicBezTo>
                <a:cubicBezTo>
                  <a:pt x="562" y="227"/>
                  <a:pt x="560" y="230"/>
                  <a:pt x="558" y="232"/>
                </a:cubicBezTo>
                <a:cubicBezTo>
                  <a:pt x="558" y="232"/>
                  <a:pt x="557" y="232"/>
                  <a:pt x="557" y="232"/>
                </a:cubicBezTo>
                <a:cubicBezTo>
                  <a:pt x="557" y="233"/>
                  <a:pt x="556" y="233"/>
                  <a:pt x="555" y="234"/>
                </a:cubicBezTo>
                <a:cubicBezTo>
                  <a:pt x="555" y="234"/>
                  <a:pt x="555" y="234"/>
                  <a:pt x="554" y="234"/>
                </a:cubicBezTo>
                <a:cubicBezTo>
                  <a:pt x="554" y="235"/>
                  <a:pt x="553" y="236"/>
                  <a:pt x="552" y="236"/>
                </a:cubicBezTo>
                <a:cubicBezTo>
                  <a:pt x="547" y="240"/>
                  <a:pt x="543" y="243"/>
                  <a:pt x="537" y="246"/>
                </a:cubicBezTo>
                <a:cubicBezTo>
                  <a:pt x="536" y="246"/>
                  <a:pt x="535" y="247"/>
                  <a:pt x="534" y="247"/>
                </a:cubicBezTo>
                <a:cubicBezTo>
                  <a:pt x="533" y="247"/>
                  <a:pt x="533" y="248"/>
                  <a:pt x="532" y="248"/>
                </a:cubicBezTo>
                <a:cubicBezTo>
                  <a:pt x="532" y="248"/>
                  <a:pt x="531" y="249"/>
                  <a:pt x="530" y="249"/>
                </a:cubicBezTo>
                <a:cubicBezTo>
                  <a:pt x="529" y="249"/>
                  <a:pt x="529" y="249"/>
                  <a:pt x="528" y="249"/>
                </a:cubicBezTo>
                <a:cubicBezTo>
                  <a:pt x="527" y="250"/>
                  <a:pt x="526" y="250"/>
                  <a:pt x="525" y="251"/>
                </a:cubicBezTo>
                <a:cubicBezTo>
                  <a:pt x="525" y="251"/>
                  <a:pt x="525" y="251"/>
                  <a:pt x="525" y="251"/>
                </a:cubicBezTo>
                <a:cubicBezTo>
                  <a:pt x="523" y="251"/>
                  <a:pt x="522" y="252"/>
                  <a:pt x="520" y="252"/>
                </a:cubicBezTo>
                <a:cubicBezTo>
                  <a:pt x="520" y="252"/>
                  <a:pt x="520" y="252"/>
                  <a:pt x="519" y="252"/>
                </a:cubicBezTo>
                <a:cubicBezTo>
                  <a:pt x="518" y="253"/>
                  <a:pt x="517" y="253"/>
                  <a:pt x="516" y="253"/>
                </a:cubicBezTo>
                <a:cubicBezTo>
                  <a:pt x="516" y="253"/>
                  <a:pt x="515" y="253"/>
                  <a:pt x="515" y="253"/>
                </a:cubicBezTo>
                <a:cubicBezTo>
                  <a:pt x="514" y="254"/>
                  <a:pt x="512" y="254"/>
                  <a:pt x="511" y="254"/>
                </a:cubicBezTo>
                <a:cubicBezTo>
                  <a:pt x="509" y="254"/>
                  <a:pt x="508" y="255"/>
                  <a:pt x="506" y="255"/>
                </a:cubicBezTo>
                <a:cubicBezTo>
                  <a:pt x="506" y="255"/>
                  <a:pt x="506" y="255"/>
                  <a:pt x="505" y="255"/>
                </a:cubicBezTo>
                <a:cubicBezTo>
                  <a:pt x="504" y="255"/>
                  <a:pt x="503" y="255"/>
                  <a:pt x="502" y="255"/>
                </a:cubicBezTo>
                <a:cubicBezTo>
                  <a:pt x="502" y="255"/>
                  <a:pt x="501" y="255"/>
                  <a:pt x="501" y="255"/>
                </a:cubicBezTo>
                <a:cubicBezTo>
                  <a:pt x="499" y="255"/>
                  <a:pt x="498" y="255"/>
                  <a:pt x="496" y="255"/>
                </a:cubicBezTo>
                <a:cubicBezTo>
                  <a:pt x="496" y="255"/>
                  <a:pt x="496" y="255"/>
                  <a:pt x="496" y="255"/>
                </a:cubicBezTo>
                <a:cubicBezTo>
                  <a:pt x="495" y="255"/>
                  <a:pt x="494" y="255"/>
                  <a:pt x="492" y="255"/>
                </a:cubicBezTo>
                <a:cubicBezTo>
                  <a:pt x="492" y="255"/>
                  <a:pt x="491" y="255"/>
                  <a:pt x="491" y="255"/>
                </a:cubicBezTo>
                <a:cubicBezTo>
                  <a:pt x="490" y="255"/>
                  <a:pt x="489" y="255"/>
                  <a:pt x="488" y="255"/>
                </a:cubicBezTo>
                <a:cubicBezTo>
                  <a:pt x="488" y="255"/>
                  <a:pt x="487" y="255"/>
                  <a:pt x="487" y="255"/>
                </a:cubicBezTo>
                <a:cubicBezTo>
                  <a:pt x="485" y="255"/>
                  <a:pt x="484" y="255"/>
                  <a:pt x="483" y="255"/>
                </a:cubicBezTo>
                <a:cubicBezTo>
                  <a:pt x="477" y="254"/>
                  <a:pt x="471" y="253"/>
                  <a:pt x="466" y="251"/>
                </a:cubicBezTo>
                <a:cubicBezTo>
                  <a:pt x="465" y="250"/>
                  <a:pt x="464" y="250"/>
                  <a:pt x="463" y="250"/>
                </a:cubicBezTo>
                <a:cubicBezTo>
                  <a:pt x="463" y="250"/>
                  <a:pt x="462" y="250"/>
                  <a:pt x="462" y="249"/>
                </a:cubicBezTo>
                <a:cubicBezTo>
                  <a:pt x="461" y="249"/>
                  <a:pt x="460" y="249"/>
                  <a:pt x="459" y="248"/>
                </a:cubicBezTo>
                <a:cubicBezTo>
                  <a:pt x="459" y="248"/>
                  <a:pt x="459" y="248"/>
                  <a:pt x="459" y="248"/>
                </a:cubicBezTo>
                <a:cubicBezTo>
                  <a:pt x="456" y="247"/>
                  <a:pt x="453" y="245"/>
                  <a:pt x="450" y="244"/>
                </a:cubicBezTo>
                <a:cubicBezTo>
                  <a:pt x="450" y="244"/>
                  <a:pt x="450" y="244"/>
                  <a:pt x="450" y="244"/>
                </a:cubicBezTo>
                <a:cubicBezTo>
                  <a:pt x="449" y="243"/>
                  <a:pt x="448" y="243"/>
                  <a:pt x="447" y="242"/>
                </a:cubicBezTo>
                <a:cubicBezTo>
                  <a:pt x="447" y="242"/>
                  <a:pt x="447" y="242"/>
                  <a:pt x="446" y="242"/>
                </a:cubicBezTo>
                <a:cubicBezTo>
                  <a:pt x="443" y="239"/>
                  <a:pt x="439" y="237"/>
                  <a:pt x="436" y="234"/>
                </a:cubicBezTo>
                <a:cubicBezTo>
                  <a:pt x="435" y="234"/>
                  <a:pt x="435" y="234"/>
                  <a:pt x="435" y="234"/>
                </a:cubicBezTo>
                <a:cubicBezTo>
                  <a:pt x="434" y="233"/>
                  <a:pt x="434" y="232"/>
                  <a:pt x="433" y="232"/>
                </a:cubicBezTo>
                <a:cubicBezTo>
                  <a:pt x="433" y="231"/>
                  <a:pt x="433" y="231"/>
                  <a:pt x="432" y="231"/>
                </a:cubicBezTo>
                <a:cubicBezTo>
                  <a:pt x="430" y="229"/>
                  <a:pt x="428" y="227"/>
                  <a:pt x="425" y="224"/>
                </a:cubicBezTo>
                <a:cubicBezTo>
                  <a:pt x="425" y="224"/>
                  <a:pt x="425" y="224"/>
                  <a:pt x="425" y="224"/>
                </a:cubicBezTo>
                <a:cubicBezTo>
                  <a:pt x="425" y="223"/>
                  <a:pt x="424" y="222"/>
                  <a:pt x="423" y="222"/>
                </a:cubicBezTo>
                <a:cubicBezTo>
                  <a:pt x="423" y="221"/>
                  <a:pt x="423" y="221"/>
                  <a:pt x="423" y="221"/>
                </a:cubicBezTo>
                <a:cubicBezTo>
                  <a:pt x="422" y="220"/>
                  <a:pt x="421" y="219"/>
                  <a:pt x="421" y="218"/>
                </a:cubicBezTo>
                <a:cubicBezTo>
                  <a:pt x="417" y="213"/>
                  <a:pt x="413" y="207"/>
                  <a:pt x="410" y="200"/>
                </a:cubicBezTo>
                <a:cubicBezTo>
                  <a:pt x="410" y="200"/>
                  <a:pt x="410" y="199"/>
                  <a:pt x="409" y="199"/>
                </a:cubicBezTo>
                <a:cubicBezTo>
                  <a:pt x="409" y="198"/>
                  <a:pt x="409" y="197"/>
                  <a:pt x="408" y="196"/>
                </a:cubicBezTo>
                <a:cubicBezTo>
                  <a:pt x="408" y="196"/>
                  <a:pt x="408" y="195"/>
                  <a:pt x="408" y="195"/>
                </a:cubicBezTo>
                <a:cubicBezTo>
                  <a:pt x="407" y="194"/>
                  <a:pt x="407" y="193"/>
                  <a:pt x="407" y="191"/>
                </a:cubicBezTo>
                <a:cubicBezTo>
                  <a:pt x="406" y="191"/>
                  <a:pt x="406" y="191"/>
                  <a:pt x="406" y="191"/>
                </a:cubicBezTo>
                <a:cubicBezTo>
                  <a:pt x="406" y="190"/>
                  <a:pt x="406" y="188"/>
                  <a:pt x="405" y="187"/>
                </a:cubicBezTo>
                <a:cubicBezTo>
                  <a:pt x="405" y="187"/>
                  <a:pt x="405" y="186"/>
                  <a:pt x="405" y="186"/>
                </a:cubicBezTo>
                <a:cubicBezTo>
                  <a:pt x="405" y="185"/>
                  <a:pt x="404" y="184"/>
                  <a:pt x="404" y="183"/>
                </a:cubicBezTo>
                <a:cubicBezTo>
                  <a:pt x="404" y="182"/>
                  <a:pt x="404" y="182"/>
                  <a:pt x="404" y="181"/>
                </a:cubicBezTo>
                <a:cubicBezTo>
                  <a:pt x="404" y="180"/>
                  <a:pt x="403" y="179"/>
                  <a:pt x="403" y="177"/>
                </a:cubicBezTo>
                <a:cubicBezTo>
                  <a:pt x="403" y="176"/>
                  <a:pt x="403" y="174"/>
                  <a:pt x="402" y="173"/>
                </a:cubicBezTo>
                <a:cubicBezTo>
                  <a:pt x="402" y="173"/>
                  <a:pt x="402" y="172"/>
                  <a:pt x="402" y="172"/>
                </a:cubicBezTo>
                <a:cubicBezTo>
                  <a:pt x="402" y="171"/>
                  <a:pt x="402" y="170"/>
                  <a:pt x="402" y="169"/>
                </a:cubicBezTo>
                <a:cubicBezTo>
                  <a:pt x="402" y="168"/>
                  <a:pt x="402" y="168"/>
                  <a:pt x="402" y="167"/>
                </a:cubicBezTo>
                <a:cubicBezTo>
                  <a:pt x="402" y="166"/>
                  <a:pt x="402" y="164"/>
                  <a:pt x="402" y="163"/>
                </a:cubicBezTo>
                <a:cubicBezTo>
                  <a:pt x="402" y="163"/>
                  <a:pt x="402" y="163"/>
                  <a:pt x="402" y="163"/>
                </a:cubicBezTo>
                <a:cubicBezTo>
                  <a:pt x="402" y="161"/>
                  <a:pt x="402" y="160"/>
                  <a:pt x="402" y="159"/>
                </a:cubicBezTo>
                <a:cubicBezTo>
                  <a:pt x="402" y="158"/>
                  <a:pt x="402" y="158"/>
                  <a:pt x="402" y="157"/>
                </a:cubicBezTo>
                <a:cubicBezTo>
                  <a:pt x="402" y="156"/>
                  <a:pt x="402" y="156"/>
                  <a:pt x="402" y="155"/>
                </a:cubicBezTo>
                <a:cubicBezTo>
                  <a:pt x="402" y="154"/>
                  <a:pt x="402" y="154"/>
                  <a:pt x="402" y="153"/>
                </a:cubicBezTo>
                <a:cubicBezTo>
                  <a:pt x="402" y="152"/>
                  <a:pt x="402" y="151"/>
                  <a:pt x="403" y="149"/>
                </a:cubicBezTo>
                <a:cubicBezTo>
                  <a:pt x="403" y="149"/>
                  <a:pt x="403" y="149"/>
                  <a:pt x="403" y="149"/>
                </a:cubicBezTo>
                <a:cubicBezTo>
                  <a:pt x="403" y="143"/>
                  <a:pt x="405" y="138"/>
                  <a:pt x="406" y="132"/>
                </a:cubicBezTo>
                <a:cubicBezTo>
                  <a:pt x="407" y="131"/>
                  <a:pt x="407" y="130"/>
                  <a:pt x="408" y="129"/>
                </a:cubicBezTo>
                <a:cubicBezTo>
                  <a:pt x="408" y="129"/>
                  <a:pt x="408" y="129"/>
                  <a:pt x="408" y="129"/>
                </a:cubicBezTo>
                <a:cubicBezTo>
                  <a:pt x="408" y="128"/>
                  <a:pt x="409" y="127"/>
                  <a:pt x="409" y="126"/>
                </a:cubicBezTo>
                <a:cubicBezTo>
                  <a:pt x="409" y="126"/>
                  <a:pt x="409" y="126"/>
                  <a:pt x="409" y="126"/>
                </a:cubicBezTo>
                <a:cubicBezTo>
                  <a:pt x="410" y="123"/>
                  <a:pt x="412" y="120"/>
                  <a:pt x="413" y="117"/>
                </a:cubicBezTo>
                <a:cubicBezTo>
                  <a:pt x="413" y="117"/>
                  <a:pt x="414" y="116"/>
                  <a:pt x="414" y="116"/>
                </a:cubicBezTo>
                <a:cubicBezTo>
                  <a:pt x="414" y="115"/>
                  <a:pt x="415" y="114"/>
                  <a:pt x="415" y="114"/>
                </a:cubicBezTo>
                <a:cubicBezTo>
                  <a:pt x="415" y="113"/>
                  <a:pt x="415" y="113"/>
                  <a:pt x="416" y="113"/>
                </a:cubicBezTo>
                <a:cubicBezTo>
                  <a:pt x="418" y="109"/>
                  <a:pt x="420" y="106"/>
                  <a:pt x="423" y="102"/>
                </a:cubicBezTo>
                <a:cubicBezTo>
                  <a:pt x="423" y="102"/>
                  <a:pt x="423" y="102"/>
                  <a:pt x="424" y="102"/>
                </a:cubicBezTo>
                <a:cubicBezTo>
                  <a:pt x="424" y="101"/>
                  <a:pt x="425" y="100"/>
                  <a:pt x="426" y="99"/>
                </a:cubicBezTo>
                <a:cubicBezTo>
                  <a:pt x="426" y="99"/>
                  <a:pt x="426" y="99"/>
                  <a:pt x="426" y="99"/>
                </a:cubicBezTo>
                <a:cubicBezTo>
                  <a:pt x="428" y="97"/>
                  <a:pt x="431" y="94"/>
                  <a:pt x="433" y="92"/>
                </a:cubicBezTo>
                <a:cubicBezTo>
                  <a:pt x="433" y="92"/>
                  <a:pt x="433" y="92"/>
                  <a:pt x="433" y="92"/>
                </a:cubicBezTo>
                <a:cubicBezTo>
                  <a:pt x="434" y="91"/>
                  <a:pt x="435" y="90"/>
                  <a:pt x="436" y="90"/>
                </a:cubicBezTo>
                <a:cubicBezTo>
                  <a:pt x="436" y="90"/>
                  <a:pt x="436" y="89"/>
                  <a:pt x="436" y="89"/>
                </a:cubicBezTo>
                <a:cubicBezTo>
                  <a:pt x="437" y="89"/>
                  <a:pt x="438" y="88"/>
                  <a:pt x="439" y="87"/>
                </a:cubicBezTo>
                <a:cubicBezTo>
                  <a:pt x="443" y="84"/>
                  <a:pt x="448" y="81"/>
                  <a:pt x="453" y="78"/>
                </a:cubicBezTo>
                <a:cubicBezTo>
                  <a:pt x="454" y="78"/>
                  <a:pt x="456" y="77"/>
                  <a:pt x="457" y="77"/>
                </a:cubicBezTo>
                <a:cubicBezTo>
                  <a:pt x="457" y="76"/>
                  <a:pt x="458" y="76"/>
                  <a:pt x="458" y="76"/>
                </a:cubicBezTo>
                <a:cubicBezTo>
                  <a:pt x="459" y="76"/>
                  <a:pt x="460" y="75"/>
                  <a:pt x="461" y="75"/>
                </a:cubicBezTo>
                <a:cubicBezTo>
                  <a:pt x="461" y="75"/>
                  <a:pt x="462" y="74"/>
                  <a:pt x="462" y="74"/>
                </a:cubicBezTo>
                <a:cubicBezTo>
                  <a:pt x="463" y="74"/>
                  <a:pt x="465" y="73"/>
                  <a:pt x="466" y="73"/>
                </a:cubicBezTo>
                <a:cubicBezTo>
                  <a:pt x="466" y="73"/>
                  <a:pt x="466" y="73"/>
                  <a:pt x="466" y="73"/>
                </a:cubicBezTo>
                <a:cubicBezTo>
                  <a:pt x="467" y="72"/>
                  <a:pt x="469" y="72"/>
                  <a:pt x="470" y="72"/>
                </a:cubicBezTo>
                <a:cubicBezTo>
                  <a:pt x="471" y="72"/>
                  <a:pt x="471" y="71"/>
                  <a:pt x="471" y="71"/>
                </a:cubicBezTo>
                <a:cubicBezTo>
                  <a:pt x="472" y="71"/>
                  <a:pt x="473" y="71"/>
                  <a:pt x="474" y="71"/>
                </a:cubicBezTo>
                <a:cubicBezTo>
                  <a:pt x="475" y="71"/>
                  <a:pt x="475" y="70"/>
                  <a:pt x="476" y="70"/>
                </a:cubicBezTo>
                <a:cubicBezTo>
                  <a:pt x="477" y="70"/>
                  <a:pt x="479" y="70"/>
                  <a:pt x="480" y="70"/>
                </a:cubicBezTo>
                <a:cubicBezTo>
                  <a:pt x="481" y="69"/>
                  <a:pt x="483" y="69"/>
                  <a:pt x="484" y="69"/>
                </a:cubicBezTo>
                <a:cubicBezTo>
                  <a:pt x="485" y="69"/>
                  <a:pt x="485" y="69"/>
                  <a:pt x="486" y="69"/>
                </a:cubicBezTo>
                <a:cubicBezTo>
                  <a:pt x="487" y="69"/>
                  <a:pt x="488" y="69"/>
                  <a:pt x="489" y="69"/>
                </a:cubicBezTo>
                <a:cubicBezTo>
                  <a:pt x="489" y="68"/>
                  <a:pt x="490" y="68"/>
                  <a:pt x="490" y="68"/>
                </a:cubicBezTo>
                <a:cubicBezTo>
                  <a:pt x="491" y="68"/>
                  <a:pt x="493" y="68"/>
                  <a:pt x="494" y="68"/>
                </a:cubicBezTo>
                <a:cubicBezTo>
                  <a:pt x="494" y="68"/>
                  <a:pt x="494" y="68"/>
                  <a:pt x="495" y="68"/>
                </a:cubicBezTo>
                <a:cubicBezTo>
                  <a:pt x="496" y="68"/>
                  <a:pt x="497" y="68"/>
                  <a:pt x="498" y="68"/>
                </a:cubicBezTo>
                <a:cubicBezTo>
                  <a:pt x="499" y="68"/>
                  <a:pt x="499" y="68"/>
                  <a:pt x="500" y="68"/>
                </a:cubicBezTo>
                <a:cubicBezTo>
                  <a:pt x="501" y="68"/>
                  <a:pt x="502" y="68"/>
                  <a:pt x="503" y="69"/>
                </a:cubicBezTo>
                <a:cubicBezTo>
                  <a:pt x="503" y="69"/>
                  <a:pt x="504" y="69"/>
                  <a:pt x="504" y="69"/>
                </a:cubicBezTo>
                <a:cubicBezTo>
                  <a:pt x="505" y="69"/>
                  <a:pt x="507" y="69"/>
                  <a:pt x="508" y="69"/>
                </a:cubicBezTo>
                <a:cubicBezTo>
                  <a:pt x="514" y="70"/>
                  <a:pt x="519" y="71"/>
                  <a:pt x="525" y="73"/>
                </a:cubicBezTo>
                <a:cubicBezTo>
                  <a:pt x="526" y="73"/>
                  <a:pt x="527" y="74"/>
                  <a:pt x="528" y="74"/>
                </a:cubicBezTo>
                <a:cubicBezTo>
                  <a:pt x="528" y="74"/>
                  <a:pt x="528" y="74"/>
                  <a:pt x="528" y="74"/>
                </a:cubicBezTo>
                <a:cubicBezTo>
                  <a:pt x="529" y="75"/>
                  <a:pt x="530" y="75"/>
                  <a:pt x="531" y="75"/>
                </a:cubicBezTo>
                <a:cubicBezTo>
                  <a:pt x="531" y="75"/>
                  <a:pt x="532" y="76"/>
                  <a:pt x="532" y="76"/>
                </a:cubicBezTo>
                <a:cubicBezTo>
                  <a:pt x="535" y="77"/>
                  <a:pt x="538" y="78"/>
                  <a:pt x="541" y="80"/>
                </a:cubicBezTo>
                <a:cubicBezTo>
                  <a:pt x="541" y="80"/>
                  <a:pt x="541" y="80"/>
                  <a:pt x="541" y="80"/>
                </a:cubicBezTo>
                <a:cubicBezTo>
                  <a:pt x="542" y="81"/>
                  <a:pt x="543" y="81"/>
                  <a:pt x="544" y="82"/>
                </a:cubicBezTo>
                <a:cubicBezTo>
                  <a:pt x="544" y="82"/>
                  <a:pt x="544" y="82"/>
                  <a:pt x="544" y="82"/>
                </a:cubicBezTo>
                <a:cubicBezTo>
                  <a:pt x="548" y="84"/>
                  <a:pt x="552" y="87"/>
                  <a:pt x="555" y="90"/>
                </a:cubicBezTo>
                <a:cubicBezTo>
                  <a:pt x="555" y="90"/>
                  <a:pt x="555" y="90"/>
                  <a:pt x="556" y="90"/>
                </a:cubicBezTo>
                <a:cubicBezTo>
                  <a:pt x="556" y="91"/>
                  <a:pt x="557" y="92"/>
                  <a:pt x="558" y="92"/>
                </a:cubicBezTo>
                <a:cubicBezTo>
                  <a:pt x="558" y="92"/>
                  <a:pt x="558" y="92"/>
                  <a:pt x="558" y="93"/>
                </a:cubicBezTo>
                <a:cubicBezTo>
                  <a:pt x="561" y="95"/>
                  <a:pt x="563" y="97"/>
                  <a:pt x="565" y="100"/>
                </a:cubicBezTo>
                <a:cubicBezTo>
                  <a:pt x="565" y="100"/>
                  <a:pt x="565" y="100"/>
                  <a:pt x="565" y="100"/>
                </a:cubicBezTo>
                <a:cubicBezTo>
                  <a:pt x="566" y="101"/>
                  <a:pt x="567" y="101"/>
                  <a:pt x="567" y="102"/>
                </a:cubicBezTo>
                <a:cubicBezTo>
                  <a:pt x="568" y="102"/>
                  <a:pt x="568" y="103"/>
                  <a:pt x="568" y="103"/>
                </a:cubicBezTo>
                <a:cubicBezTo>
                  <a:pt x="569" y="104"/>
                  <a:pt x="569" y="104"/>
                  <a:pt x="570" y="105"/>
                </a:cubicBezTo>
                <a:cubicBezTo>
                  <a:pt x="573" y="110"/>
                  <a:pt x="576" y="115"/>
                  <a:pt x="579" y="120"/>
                </a:cubicBezTo>
                <a:cubicBezTo>
                  <a:pt x="580" y="121"/>
                  <a:pt x="580" y="122"/>
                  <a:pt x="581" y="123"/>
                </a:cubicBezTo>
                <a:cubicBezTo>
                  <a:pt x="581" y="124"/>
                  <a:pt x="581" y="124"/>
                  <a:pt x="581" y="125"/>
                </a:cubicBezTo>
                <a:cubicBezTo>
                  <a:pt x="582" y="126"/>
                  <a:pt x="582" y="127"/>
                  <a:pt x="582" y="127"/>
                </a:cubicBezTo>
                <a:cubicBezTo>
                  <a:pt x="583" y="128"/>
                  <a:pt x="583" y="128"/>
                  <a:pt x="583" y="129"/>
                </a:cubicBezTo>
                <a:cubicBezTo>
                  <a:pt x="583" y="130"/>
                  <a:pt x="584" y="131"/>
                  <a:pt x="584" y="132"/>
                </a:cubicBezTo>
                <a:cubicBezTo>
                  <a:pt x="584" y="132"/>
                  <a:pt x="584" y="133"/>
                  <a:pt x="584" y="133"/>
                </a:cubicBezTo>
                <a:cubicBezTo>
                  <a:pt x="585" y="134"/>
                  <a:pt x="585" y="135"/>
                  <a:pt x="585" y="137"/>
                </a:cubicBezTo>
                <a:lnTo>
                  <a:pt x="586" y="138"/>
                </a:lnTo>
                <a:cubicBezTo>
                  <a:pt x="586" y="139"/>
                  <a:pt x="586" y="140"/>
                  <a:pt x="587" y="141"/>
                </a:cubicBezTo>
                <a:cubicBezTo>
                  <a:pt x="587" y="141"/>
                  <a:pt x="587" y="142"/>
                  <a:pt x="587" y="142"/>
                </a:cubicBezTo>
                <a:cubicBezTo>
                  <a:pt x="587" y="144"/>
                  <a:pt x="587" y="145"/>
                  <a:pt x="588" y="147"/>
                </a:cubicBezTo>
                <a:cubicBezTo>
                  <a:pt x="588" y="148"/>
                  <a:pt x="588" y="149"/>
                  <a:pt x="588" y="151"/>
                </a:cubicBezTo>
                <a:close/>
                <a:moveTo>
                  <a:pt x="657" y="163"/>
                </a:moveTo>
                <a:lnTo>
                  <a:pt x="648" y="108"/>
                </a:lnTo>
                <a:lnTo>
                  <a:pt x="616" y="114"/>
                </a:lnTo>
                <a:cubicBezTo>
                  <a:pt x="611" y="99"/>
                  <a:pt x="602" y="86"/>
                  <a:pt x="592" y="74"/>
                </a:cubicBezTo>
                <a:lnTo>
                  <a:pt x="611" y="48"/>
                </a:lnTo>
                <a:lnTo>
                  <a:pt x="565" y="16"/>
                </a:lnTo>
                <a:lnTo>
                  <a:pt x="547" y="42"/>
                </a:lnTo>
                <a:cubicBezTo>
                  <a:pt x="533" y="36"/>
                  <a:pt x="518" y="32"/>
                  <a:pt x="502" y="32"/>
                </a:cubicBezTo>
                <a:lnTo>
                  <a:pt x="497" y="0"/>
                </a:lnTo>
                <a:lnTo>
                  <a:pt x="442" y="9"/>
                </a:lnTo>
                <a:lnTo>
                  <a:pt x="447" y="41"/>
                </a:lnTo>
                <a:cubicBezTo>
                  <a:pt x="432" y="47"/>
                  <a:pt x="419" y="55"/>
                  <a:pt x="408" y="65"/>
                </a:cubicBezTo>
                <a:lnTo>
                  <a:pt x="382" y="47"/>
                </a:lnTo>
                <a:lnTo>
                  <a:pt x="350" y="92"/>
                </a:lnTo>
                <a:lnTo>
                  <a:pt x="376" y="110"/>
                </a:lnTo>
                <a:cubicBezTo>
                  <a:pt x="370" y="124"/>
                  <a:pt x="366" y="140"/>
                  <a:pt x="365" y="155"/>
                </a:cubicBezTo>
                <a:lnTo>
                  <a:pt x="334" y="161"/>
                </a:lnTo>
                <a:lnTo>
                  <a:pt x="343" y="215"/>
                </a:lnTo>
                <a:lnTo>
                  <a:pt x="374" y="210"/>
                </a:lnTo>
                <a:cubicBezTo>
                  <a:pt x="380" y="225"/>
                  <a:pt x="388" y="238"/>
                  <a:pt x="399" y="249"/>
                </a:cubicBezTo>
                <a:lnTo>
                  <a:pt x="380" y="275"/>
                </a:lnTo>
                <a:lnTo>
                  <a:pt x="425" y="308"/>
                </a:lnTo>
                <a:lnTo>
                  <a:pt x="444" y="282"/>
                </a:lnTo>
                <a:cubicBezTo>
                  <a:pt x="458" y="288"/>
                  <a:pt x="473" y="291"/>
                  <a:pt x="489" y="292"/>
                </a:cubicBezTo>
                <a:lnTo>
                  <a:pt x="494" y="324"/>
                </a:lnTo>
                <a:lnTo>
                  <a:pt x="549" y="315"/>
                </a:lnTo>
                <a:lnTo>
                  <a:pt x="544" y="283"/>
                </a:lnTo>
                <a:cubicBezTo>
                  <a:pt x="558" y="277"/>
                  <a:pt x="571" y="269"/>
                  <a:pt x="583" y="258"/>
                </a:cubicBezTo>
                <a:lnTo>
                  <a:pt x="609" y="277"/>
                </a:lnTo>
                <a:lnTo>
                  <a:pt x="641" y="232"/>
                </a:lnTo>
                <a:lnTo>
                  <a:pt x="615" y="213"/>
                </a:lnTo>
                <a:cubicBezTo>
                  <a:pt x="621" y="199"/>
                  <a:pt x="625" y="184"/>
                  <a:pt x="625" y="168"/>
                </a:cubicBezTo>
                <a:lnTo>
                  <a:pt x="657" y="163"/>
                </a:lnTo>
                <a:close/>
                <a:moveTo>
                  <a:pt x="453" y="544"/>
                </a:moveTo>
                <a:cubicBezTo>
                  <a:pt x="453" y="545"/>
                  <a:pt x="453" y="546"/>
                  <a:pt x="453" y="547"/>
                </a:cubicBezTo>
                <a:cubicBezTo>
                  <a:pt x="452" y="548"/>
                  <a:pt x="452" y="550"/>
                  <a:pt x="452" y="552"/>
                </a:cubicBezTo>
                <a:cubicBezTo>
                  <a:pt x="452" y="553"/>
                  <a:pt x="451" y="554"/>
                  <a:pt x="451" y="554"/>
                </a:cubicBezTo>
                <a:cubicBezTo>
                  <a:pt x="451" y="557"/>
                  <a:pt x="450" y="559"/>
                  <a:pt x="450" y="562"/>
                </a:cubicBezTo>
                <a:cubicBezTo>
                  <a:pt x="450" y="562"/>
                  <a:pt x="450" y="562"/>
                  <a:pt x="449" y="562"/>
                </a:cubicBezTo>
                <a:cubicBezTo>
                  <a:pt x="449" y="565"/>
                  <a:pt x="448" y="567"/>
                  <a:pt x="448" y="569"/>
                </a:cubicBezTo>
                <a:cubicBezTo>
                  <a:pt x="447" y="570"/>
                  <a:pt x="447" y="570"/>
                  <a:pt x="447" y="571"/>
                </a:cubicBezTo>
                <a:cubicBezTo>
                  <a:pt x="447" y="573"/>
                  <a:pt x="446" y="575"/>
                  <a:pt x="445" y="576"/>
                </a:cubicBezTo>
                <a:cubicBezTo>
                  <a:pt x="445" y="577"/>
                  <a:pt x="445" y="578"/>
                  <a:pt x="445" y="579"/>
                </a:cubicBezTo>
                <a:cubicBezTo>
                  <a:pt x="440" y="591"/>
                  <a:pt x="435" y="602"/>
                  <a:pt x="428" y="612"/>
                </a:cubicBezTo>
                <a:cubicBezTo>
                  <a:pt x="427" y="614"/>
                  <a:pt x="426" y="616"/>
                  <a:pt x="425" y="617"/>
                </a:cubicBezTo>
                <a:cubicBezTo>
                  <a:pt x="424" y="617"/>
                  <a:pt x="424" y="618"/>
                  <a:pt x="424" y="618"/>
                </a:cubicBezTo>
                <a:cubicBezTo>
                  <a:pt x="423" y="620"/>
                  <a:pt x="422" y="621"/>
                  <a:pt x="421" y="623"/>
                </a:cubicBezTo>
                <a:cubicBezTo>
                  <a:pt x="421" y="623"/>
                  <a:pt x="420" y="623"/>
                  <a:pt x="420" y="623"/>
                </a:cubicBezTo>
                <a:cubicBezTo>
                  <a:pt x="417" y="628"/>
                  <a:pt x="413" y="632"/>
                  <a:pt x="409" y="637"/>
                </a:cubicBezTo>
                <a:cubicBezTo>
                  <a:pt x="409" y="637"/>
                  <a:pt x="409" y="637"/>
                  <a:pt x="408" y="637"/>
                </a:cubicBezTo>
                <a:cubicBezTo>
                  <a:pt x="407" y="639"/>
                  <a:pt x="406" y="640"/>
                  <a:pt x="404" y="641"/>
                </a:cubicBezTo>
                <a:cubicBezTo>
                  <a:pt x="404" y="641"/>
                  <a:pt x="404" y="642"/>
                  <a:pt x="404" y="642"/>
                </a:cubicBezTo>
                <a:cubicBezTo>
                  <a:pt x="398" y="648"/>
                  <a:pt x="392" y="653"/>
                  <a:pt x="386" y="657"/>
                </a:cubicBezTo>
                <a:cubicBezTo>
                  <a:pt x="385" y="657"/>
                  <a:pt x="385" y="658"/>
                  <a:pt x="385" y="658"/>
                </a:cubicBezTo>
                <a:cubicBezTo>
                  <a:pt x="383" y="659"/>
                  <a:pt x="382" y="660"/>
                  <a:pt x="380" y="661"/>
                </a:cubicBezTo>
                <a:cubicBezTo>
                  <a:pt x="380" y="661"/>
                  <a:pt x="379" y="661"/>
                  <a:pt x="379" y="662"/>
                </a:cubicBezTo>
                <a:cubicBezTo>
                  <a:pt x="374" y="665"/>
                  <a:pt x="369" y="668"/>
                  <a:pt x="364" y="670"/>
                </a:cubicBezTo>
                <a:cubicBezTo>
                  <a:pt x="364" y="671"/>
                  <a:pt x="364" y="671"/>
                  <a:pt x="363" y="671"/>
                </a:cubicBezTo>
                <a:cubicBezTo>
                  <a:pt x="362" y="672"/>
                  <a:pt x="360" y="672"/>
                  <a:pt x="358" y="673"/>
                </a:cubicBezTo>
                <a:cubicBezTo>
                  <a:pt x="358" y="673"/>
                  <a:pt x="358" y="674"/>
                  <a:pt x="357" y="674"/>
                </a:cubicBezTo>
                <a:cubicBezTo>
                  <a:pt x="356" y="675"/>
                  <a:pt x="354" y="675"/>
                  <a:pt x="352" y="676"/>
                </a:cubicBezTo>
                <a:cubicBezTo>
                  <a:pt x="343" y="680"/>
                  <a:pt x="333" y="683"/>
                  <a:pt x="323" y="685"/>
                </a:cubicBezTo>
                <a:cubicBezTo>
                  <a:pt x="321" y="686"/>
                  <a:pt x="318" y="686"/>
                  <a:pt x="316" y="687"/>
                </a:cubicBezTo>
                <a:cubicBezTo>
                  <a:pt x="315" y="687"/>
                  <a:pt x="314" y="687"/>
                  <a:pt x="313" y="687"/>
                </a:cubicBezTo>
                <a:cubicBezTo>
                  <a:pt x="312" y="687"/>
                  <a:pt x="310" y="688"/>
                  <a:pt x="308" y="688"/>
                </a:cubicBezTo>
                <a:cubicBezTo>
                  <a:pt x="307" y="688"/>
                  <a:pt x="307" y="688"/>
                  <a:pt x="306" y="688"/>
                </a:cubicBezTo>
                <a:cubicBezTo>
                  <a:pt x="304" y="688"/>
                  <a:pt x="301" y="689"/>
                  <a:pt x="299" y="689"/>
                </a:cubicBezTo>
                <a:cubicBezTo>
                  <a:pt x="299" y="689"/>
                  <a:pt x="299" y="689"/>
                  <a:pt x="298" y="689"/>
                </a:cubicBezTo>
                <a:cubicBezTo>
                  <a:pt x="296" y="689"/>
                  <a:pt x="293" y="689"/>
                  <a:pt x="291" y="689"/>
                </a:cubicBezTo>
                <a:cubicBezTo>
                  <a:pt x="290" y="689"/>
                  <a:pt x="289" y="689"/>
                  <a:pt x="289" y="689"/>
                </a:cubicBezTo>
                <a:cubicBezTo>
                  <a:pt x="287" y="689"/>
                  <a:pt x="285" y="689"/>
                  <a:pt x="283" y="689"/>
                </a:cubicBezTo>
                <a:cubicBezTo>
                  <a:pt x="282" y="689"/>
                  <a:pt x="281" y="689"/>
                  <a:pt x="281" y="689"/>
                </a:cubicBezTo>
                <a:cubicBezTo>
                  <a:pt x="278" y="689"/>
                  <a:pt x="276" y="689"/>
                  <a:pt x="273" y="689"/>
                </a:cubicBezTo>
                <a:cubicBezTo>
                  <a:pt x="270" y="688"/>
                  <a:pt x="268" y="688"/>
                  <a:pt x="265" y="688"/>
                </a:cubicBezTo>
                <a:cubicBezTo>
                  <a:pt x="265" y="688"/>
                  <a:pt x="264" y="687"/>
                  <a:pt x="263" y="687"/>
                </a:cubicBezTo>
                <a:cubicBezTo>
                  <a:pt x="261" y="687"/>
                  <a:pt x="259" y="687"/>
                  <a:pt x="257" y="686"/>
                </a:cubicBezTo>
                <a:cubicBezTo>
                  <a:pt x="257" y="686"/>
                  <a:pt x="256" y="686"/>
                  <a:pt x="255" y="686"/>
                </a:cubicBezTo>
                <a:cubicBezTo>
                  <a:pt x="253" y="686"/>
                  <a:pt x="250" y="685"/>
                  <a:pt x="248" y="684"/>
                </a:cubicBezTo>
                <a:cubicBezTo>
                  <a:pt x="248" y="684"/>
                  <a:pt x="247" y="684"/>
                  <a:pt x="247" y="684"/>
                </a:cubicBezTo>
                <a:cubicBezTo>
                  <a:pt x="245" y="684"/>
                  <a:pt x="243" y="683"/>
                  <a:pt x="241" y="683"/>
                </a:cubicBezTo>
                <a:cubicBezTo>
                  <a:pt x="240" y="682"/>
                  <a:pt x="239" y="682"/>
                  <a:pt x="238" y="682"/>
                </a:cubicBezTo>
                <a:cubicBezTo>
                  <a:pt x="237" y="681"/>
                  <a:pt x="235" y="681"/>
                  <a:pt x="233" y="680"/>
                </a:cubicBezTo>
                <a:cubicBezTo>
                  <a:pt x="233" y="680"/>
                  <a:pt x="232" y="680"/>
                  <a:pt x="231" y="679"/>
                </a:cubicBezTo>
                <a:cubicBezTo>
                  <a:pt x="229" y="679"/>
                  <a:pt x="226" y="678"/>
                  <a:pt x="224" y="677"/>
                </a:cubicBezTo>
                <a:cubicBezTo>
                  <a:pt x="215" y="673"/>
                  <a:pt x="206" y="668"/>
                  <a:pt x="197" y="663"/>
                </a:cubicBezTo>
                <a:cubicBezTo>
                  <a:pt x="196" y="662"/>
                  <a:pt x="194" y="661"/>
                  <a:pt x="192" y="660"/>
                </a:cubicBezTo>
                <a:cubicBezTo>
                  <a:pt x="192" y="659"/>
                  <a:pt x="192" y="659"/>
                  <a:pt x="191" y="659"/>
                </a:cubicBezTo>
                <a:cubicBezTo>
                  <a:pt x="190" y="658"/>
                  <a:pt x="188" y="657"/>
                  <a:pt x="187" y="656"/>
                </a:cubicBezTo>
                <a:cubicBezTo>
                  <a:pt x="187" y="655"/>
                  <a:pt x="187" y="655"/>
                  <a:pt x="186" y="655"/>
                </a:cubicBezTo>
                <a:cubicBezTo>
                  <a:pt x="182" y="652"/>
                  <a:pt x="177" y="648"/>
                  <a:pt x="173" y="644"/>
                </a:cubicBezTo>
                <a:cubicBezTo>
                  <a:pt x="173" y="644"/>
                  <a:pt x="172" y="643"/>
                  <a:pt x="172" y="643"/>
                </a:cubicBezTo>
                <a:cubicBezTo>
                  <a:pt x="171" y="642"/>
                  <a:pt x="170" y="641"/>
                  <a:pt x="168" y="639"/>
                </a:cubicBezTo>
                <a:cubicBezTo>
                  <a:pt x="168" y="639"/>
                  <a:pt x="168" y="639"/>
                  <a:pt x="167" y="638"/>
                </a:cubicBezTo>
                <a:cubicBezTo>
                  <a:pt x="162" y="633"/>
                  <a:pt x="157" y="627"/>
                  <a:pt x="152" y="620"/>
                </a:cubicBezTo>
                <a:cubicBezTo>
                  <a:pt x="152" y="620"/>
                  <a:pt x="152" y="620"/>
                  <a:pt x="151" y="619"/>
                </a:cubicBezTo>
                <a:cubicBezTo>
                  <a:pt x="150" y="618"/>
                  <a:pt x="149" y="616"/>
                  <a:pt x="148" y="615"/>
                </a:cubicBezTo>
                <a:cubicBezTo>
                  <a:pt x="148" y="615"/>
                  <a:pt x="148" y="614"/>
                  <a:pt x="148" y="614"/>
                </a:cubicBezTo>
                <a:cubicBezTo>
                  <a:pt x="145" y="609"/>
                  <a:pt x="142" y="604"/>
                  <a:pt x="139" y="599"/>
                </a:cubicBezTo>
                <a:cubicBezTo>
                  <a:pt x="139" y="599"/>
                  <a:pt x="139" y="598"/>
                  <a:pt x="139" y="598"/>
                </a:cubicBezTo>
                <a:cubicBezTo>
                  <a:pt x="138" y="597"/>
                  <a:pt x="137" y="595"/>
                  <a:pt x="136" y="593"/>
                </a:cubicBezTo>
                <a:cubicBezTo>
                  <a:pt x="136" y="593"/>
                  <a:pt x="136" y="592"/>
                  <a:pt x="136" y="592"/>
                </a:cubicBezTo>
                <a:cubicBezTo>
                  <a:pt x="135" y="590"/>
                  <a:pt x="134" y="589"/>
                  <a:pt x="133" y="587"/>
                </a:cubicBezTo>
                <a:cubicBezTo>
                  <a:pt x="129" y="575"/>
                  <a:pt x="125" y="563"/>
                  <a:pt x="123" y="551"/>
                </a:cubicBezTo>
                <a:cubicBezTo>
                  <a:pt x="123" y="550"/>
                  <a:pt x="122" y="549"/>
                  <a:pt x="122" y="548"/>
                </a:cubicBezTo>
                <a:cubicBezTo>
                  <a:pt x="122" y="547"/>
                  <a:pt x="122" y="545"/>
                  <a:pt x="122" y="543"/>
                </a:cubicBezTo>
                <a:cubicBezTo>
                  <a:pt x="122" y="542"/>
                  <a:pt x="121" y="541"/>
                  <a:pt x="121" y="541"/>
                </a:cubicBezTo>
                <a:cubicBezTo>
                  <a:pt x="121" y="538"/>
                  <a:pt x="121" y="536"/>
                  <a:pt x="121" y="534"/>
                </a:cubicBezTo>
                <a:cubicBezTo>
                  <a:pt x="121" y="534"/>
                  <a:pt x="121" y="533"/>
                  <a:pt x="121" y="533"/>
                </a:cubicBezTo>
                <a:cubicBezTo>
                  <a:pt x="120" y="531"/>
                  <a:pt x="120" y="528"/>
                  <a:pt x="120" y="526"/>
                </a:cubicBezTo>
                <a:cubicBezTo>
                  <a:pt x="120" y="525"/>
                  <a:pt x="120" y="524"/>
                  <a:pt x="120" y="523"/>
                </a:cubicBezTo>
                <a:cubicBezTo>
                  <a:pt x="120" y="522"/>
                  <a:pt x="120" y="520"/>
                  <a:pt x="120" y="518"/>
                </a:cubicBezTo>
                <a:cubicBezTo>
                  <a:pt x="120" y="517"/>
                  <a:pt x="120" y="516"/>
                  <a:pt x="120" y="515"/>
                </a:cubicBezTo>
                <a:cubicBezTo>
                  <a:pt x="121" y="513"/>
                  <a:pt x="121" y="510"/>
                  <a:pt x="121" y="508"/>
                </a:cubicBezTo>
                <a:cubicBezTo>
                  <a:pt x="121" y="505"/>
                  <a:pt x="121" y="503"/>
                  <a:pt x="122" y="500"/>
                </a:cubicBezTo>
                <a:cubicBezTo>
                  <a:pt x="122" y="499"/>
                  <a:pt x="122" y="499"/>
                  <a:pt x="122" y="498"/>
                </a:cubicBezTo>
                <a:cubicBezTo>
                  <a:pt x="122" y="496"/>
                  <a:pt x="123" y="494"/>
                  <a:pt x="123" y="492"/>
                </a:cubicBezTo>
                <a:cubicBezTo>
                  <a:pt x="123" y="492"/>
                  <a:pt x="123" y="491"/>
                  <a:pt x="123" y="490"/>
                </a:cubicBezTo>
                <a:cubicBezTo>
                  <a:pt x="124" y="488"/>
                  <a:pt x="124" y="485"/>
                  <a:pt x="125" y="483"/>
                </a:cubicBezTo>
                <a:cubicBezTo>
                  <a:pt x="125" y="482"/>
                  <a:pt x="125" y="482"/>
                  <a:pt x="125" y="482"/>
                </a:cubicBezTo>
                <a:cubicBezTo>
                  <a:pt x="126" y="480"/>
                  <a:pt x="126" y="478"/>
                  <a:pt x="127" y="475"/>
                </a:cubicBezTo>
                <a:cubicBezTo>
                  <a:pt x="127" y="475"/>
                  <a:pt x="127" y="474"/>
                  <a:pt x="128" y="473"/>
                </a:cubicBezTo>
                <a:cubicBezTo>
                  <a:pt x="128" y="471"/>
                  <a:pt x="129" y="470"/>
                  <a:pt x="129" y="468"/>
                </a:cubicBezTo>
                <a:cubicBezTo>
                  <a:pt x="130" y="467"/>
                  <a:pt x="130" y="467"/>
                  <a:pt x="130" y="466"/>
                </a:cubicBezTo>
                <a:cubicBezTo>
                  <a:pt x="131" y="464"/>
                  <a:pt x="132" y="461"/>
                  <a:pt x="133" y="459"/>
                </a:cubicBezTo>
                <a:cubicBezTo>
                  <a:pt x="133" y="459"/>
                  <a:pt x="133" y="459"/>
                  <a:pt x="133" y="459"/>
                </a:cubicBezTo>
                <a:cubicBezTo>
                  <a:pt x="136" y="450"/>
                  <a:pt x="141" y="440"/>
                  <a:pt x="147" y="432"/>
                </a:cubicBezTo>
                <a:cubicBezTo>
                  <a:pt x="148" y="430"/>
                  <a:pt x="149" y="429"/>
                  <a:pt x="150" y="427"/>
                </a:cubicBezTo>
                <a:cubicBezTo>
                  <a:pt x="150" y="427"/>
                  <a:pt x="150" y="426"/>
                  <a:pt x="151" y="426"/>
                </a:cubicBezTo>
                <a:cubicBezTo>
                  <a:pt x="152" y="425"/>
                  <a:pt x="153" y="423"/>
                  <a:pt x="154" y="422"/>
                </a:cubicBezTo>
                <a:cubicBezTo>
                  <a:pt x="154" y="422"/>
                  <a:pt x="154" y="421"/>
                  <a:pt x="154" y="421"/>
                </a:cubicBezTo>
                <a:cubicBezTo>
                  <a:pt x="158" y="416"/>
                  <a:pt x="162" y="412"/>
                  <a:pt x="166" y="408"/>
                </a:cubicBezTo>
                <a:cubicBezTo>
                  <a:pt x="166" y="407"/>
                  <a:pt x="166" y="407"/>
                  <a:pt x="166" y="407"/>
                </a:cubicBezTo>
                <a:cubicBezTo>
                  <a:pt x="168" y="406"/>
                  <a:pt x="169" y="404"/>
                  <a:pt x="170" y="403"/>
                </a:cubicBezTo>
                <a:cubicBezTo>
                  <a:pt x="170" y="403"/>
                  <a:pt x="171" y="403"/>
                  <a:pt x="171" y="402"/>
                </a:cubicBezTo>
                <a:cubicBezTo>
                  <a:pt x="177" y="397"/>
                  <a:pt x="183" y="392"/>
                  <a:pt x="189" y="387"/>
                </a:cubicBezTo>
                <a:cubicBezTo>
                  <a:pt x="189" y="387"/>
                  <a:pt x="190" y="387"/>
                  <a:pt x="190" y="386"/>
                </a:cubicBezTo>
                <a:cubicBezTo>
                  <a:pt x="192" y="385"/>
                  <a:pt x="193" y="384"/>
                  <a:pt x="195" y="383"/>
                </a:cubicBezTo>
                <a:cubicBezTo>
                  <a:pt x="195" y="383"/>
                  <a:pt x="195" y="383"/>
                  <a:pt x="195" y="383"/>
                </a:cubicBezTo>
                <a:cubicBezTo>
                  <a:pt x="200" y="379"/>
                  <a:pt x="205" y="377"/>
                  <a:pt x="211" y="374"/>
                </a:cubicBezTo>
                <a:cubicBezTo>
                  <a:pt x="211" y="374"/>
                  <a:pt x="211" y="374"/>
                  <a:pt x="211" y="373"/>
                </a:cubicBezTo>
                <a:cubicBezTo>
                  <a:pt x="213" y="373"/>
                  <a:pt x="215" y="372"/>
                  <a:pt x="216" y="371"/>
                </a:cubicBezTo>
                <a:cubicBezTo>
                  <a:pt x="217" y="371"/>
                  <a:pt x="217" y="371"/>
                  <a:pt x="217" y="371"/>
                </a:cubicBezTo>
                <a:cubicBezTo>
                  <a:pt x="219" y="370"/>
                  <a:pt x="221" y="369"/>
                  <a:pt x="223" y="368"/>
                </a:cubicBezTo>
                <a:cubicBezTo>
                  <a:pt x="232" y="364"/>
                  <a:pt x="242" y="361"/>
                  <a:pt x="252" y="359"/>
                </a:cubicBezTo>
                <a:cubicBezTo>
                  <a:pt x="254" y="358"/>
                  <a:pt x="256" y="358"/>
                  <a:pt x="259" y="358"/>
                </a:cubicBezTo>
                <a:cubicBezTo>
                  <a:pt x="260" y="357"/>
                  <a:pt x="260" y="357"/>
                  <a:pt x="261" y="357"/>
                </a:cubicBezTo>
                <a:cubicBezTo>
                  <a:pt x="263" y="357"/>
                  <a:pt x="265" y="357"/>
                  <a:pt x="266" y="356"/>
                </a:cubicBezTo>
                <a:cubicBezTo>
                  <a:pt x="267" y="356"/>
                  <a:pt x="268" y="356"/>
                  <a:pt x="269" y="356"/>
                </a:cubicBezTo>
                <a:cubicBezTo>
                  <a:pt x="271" y="356"/>
                  <a:pt x="273" y="356"/>
                  <a:pt x="276" y="356"/>
                </a:cubicBezTo>
                <a:cubicBezTo>
                  <a:pt x="276" y="355"/>
                  <a:pt x="276" y="355"/>
                  <a:pt x="276" y="355"/>
                </a:cubicBezTo>
                <a:cubicBezTo>
                  <a:pt x="279" y="355"/>
                  <a:pt x="281" y="355"/>
                  <a:pt x="284" y="355"/>
                </a:cubicBezTo>
                <a:cubicBezTo>
                  <a:pt x="285" y="355"/>
                  <a:pt x="285" y="355"/>
                  <a:pt x="286" y="355"/>
                </a:cubicBezTo>
                <a:cubicBezTo>
                  <a:pt x="288" y="355"/>
                  <a:pt x="290" y="355"/>
                  <a:pt x="292" y="355"/>
                </a:cubicBezTo>
                <a:cubicBezTo>
                  <a:pt x="292" y="355"/>
                  <a:pt x="293" y="355"/>
                  <a:pt x="294" y="355"/>
                </a:cubicBezTo>
                <a:cubicBezTo>
                  <a:pt x="297" y="355"/>
                  <a:pt x="299" y="356"/>
                  <a:pt x="302" y="356"/>
                </a:cubicBezTo>
                <a:cubicBezTo>
                  <a:pt x="304" y="356"/>
                  <a:pt x="307" y="356"/>
                  <a:pt x="309" y="357"/>
                </a:cubicBezTo>
                <a:cubicBezTo>
                  <a:pt x="310" y="357"/>
                  <a:pt x="311" y="357"/>
                  <a:pt x="312" y="357"/>
                </a:cubicBezTo>
                <a:cubicBezTo>
                  <a:pt x="314" y="357"/>
                  <a:pt x="315" y="357"/>
                  <a:pt x="317" y="358"/>
                </a:cubicBezTo>
                <a:cubicBezTo>
                  <a:pt x="318" y="358"/>
                  <a:pt x="319" y="358"/>
                  <a:pt x="319" y="358"/>
                </a:cubicBezTo>
                <a:cubicBezTo>
                  <a:pt x="322" y="359"/>
                  <a:pt x="324" y="359"/>
                  <a:pt x="327" y="360"/>
                </a:cubicBezTo>
                <a:cubicBezTo>
                  <a:pt x="327" y="360"/>
                  <a:pt x="327" y="360"/>
                  <a:pt x="328" y="360"/>
                </a:cubicBezTo>
                <a:cubicBezTo>
                  <a:pt x="330" y="361"/>
                  <a:pt x="332" y="361"/>
                  <a:pt x="334" y="362"/>
                </a:cubicBezTo>
                <a:cubicBezTo>
                  <a:pt x="335" y="362"/>
                  <a:pt x="336" y="362"/>
                  <a:pt x="336" y="363"/>
                </a:cubicBezTo>
                <a:cubicBezTo>
                  <a:pt x="338" y="363"/>
                  <a:pt x="340" y="363"/>
                  <a:pt x="341" y="364"/>
                </a:cubicBezTo>
                <a:cubicBezTo>
                  <a:pt x="342" y="364"/>
                  <a:pt x="343" y="365"/>
                  <a:pt x="344" y="365"/>
                </a:cubicBezTo>
                <a:cubicBezTo>
                  <a:pt x="346" y="366"/>
                  <a:pt x="348" y="367"/>
                  <a:pt x="350" y="367"/>
                </a:cubicBezTo>
                <a:cubicBezTo>
                  <a:pt x="360" y="371"/>
                  <a:pt x="369" y="376"/>
                  <a:pt x="378" y="382"/>
                </a:cubicBezTo>
                <a:cubicBezTo>
                  <a:pt x="379" y="383"/>
                  <a:pt x="381" y="384"/>
                  <a:pt x="382" y="385"/>
                </a:cubicBezTo>
                <a:cubicBezTo>
                  <a:pt x="383" y="385"/>
                  <a:pt x="383" y="385"/>
                  <a:pt x="383" y="385"/>
                </a:cubicBezTo>
                <a:cubicBezTo>
                  <a:pt x="385" y="387"/>
                  <a:pt x="386" y="388"/>
                  <a:pt x="388" y="389"/>
                </a:cubicBezTo>
                <a:cubicBezTo>
                  <a:pt x="388" y="389"/>
                  <a:pt x="388" y="389"/>
                  <a:pt x="388" y="389"/>
                </a:cubicBezTo>
                <a:cubicBezTo>
                  <a:pt x="393" y="393"/>
                  <a:pt x="398" y="397"/>
                  <a:pt x="402" y="401"/>
                </a:cubicBezTo>
                <a:cubicBezTo>
                  <a:pt x="402" y="401"/>
                  <a:pt x="402" y="401"/>
                  <a:pt x="402" y="401"/>
                </a:cubicBezTo>
                <a:cubicBezTo>
                  <a:pt x="404" y="402"/>
                  <a:pt x="405" y="404"/>
                  <a:pt x="406" y="405"/>
                </a:cubicBezTo>
                <a:cubicBezTo>
                  <a:pt x="407" y="405"/>
                  <a:pt x="407" y="406"/>
                  <a:pt x="407" y="406"/>
                </a:cubicBezTo>
                <a:cubicBezTo>
                  <a:pt x="413" y="412"/>
                  <a:pt x="418" y="418"/>
                  <a:pt x="422" y="424"/>
                </a:cubicBezTo>
                <a:cubicBezTo>
                  <a:pt x="423" y="424"/>
                  <a:pt x="423" y="425"/>
                  <a:pt x="423" y="425"/>
                </a:cubicBezTo>
                <a:cubicBezTo>
                  <a:pt x="424" y="426"/>
                  <a:pt x="425" y="428"/>
                  <a:pt x="426" y="429"/>
                </a:cubicBezTo>
                <a:cubicBezTo>
                  <a:pt x="426" y="430"/>
                  <a:pt x="427" y="430"/>
                  <a:pt x="427" y="430"/>
                </a:cubicBezTo>
                <a:cubicBezTo>
                  <a:pt x="430" y="435"/>
                  <a:pt x="433" y="440"/>
                  <a:pt x="436" y="445"/>
                </a:cubicBezTo>
                <a:cubicBezTo>
                  <a:pt x="436" y="446"/>
                  <a:pt x="436" y="446"/>
                  <a:pt x="436" y="446"/>
                </a:cubicBezTo>
                <a:cubicBezTo>
                  <a:pt x="437" y="448"/>
                  <a:pt x="438" y="449"/>
                  <a:pt x="438" y="451"/>
                </a:cubicBezTo>
                <a:cubicBezTo>
                  <a:pt x="439" y="451"/>
                  <a:pt x="439" y="452"/>
                  <a:pt x="439" y="452"/>
                </a:cubicBezTo>
                <a:cubicBezTo>
                  <a:pt x="440" y="454"/>
                  <a:pt x="441" y="456"/>
                  <a:pt x="441" y="457"/>
                </a:cubicBezTo>
                <a:cubicBezTo>
                  <a:pt x="445" y="467"/>
                  <a:pt x="448" y="476"/>
                  <a:pt x="451" y="487"/>
                </a:cubicBezTo>
                <a:cubicBezTo>
                  <a:pt x="451" y="489"/>
                  <a:pt x="452" y="491"/>
                  <a:pt x="452" y="494"/>
                </a:cubicBezTo>
                <a:cubicBezTo>
                  <a:pt x="452" y="494"/>
                  <a:pt x="452" y="495"/>
                  <a:pt x="452" y="496"/>
                </a:cubicBezTo>
                <a:cubicBezTo>
                  <a:pt x="453" y="498"/>
                  <a:pt x="453" y="499"/>
                  <a:pt x="453" y="501"/>
                </a:cubicBezTo>
                <a:cubicBezTo>
                  <a:pt x="453" y="502"/>
                  <a:pt x="453" y="503"/>
                  <a:pt x="453" y="504"/>
                </a:cubicBezTo>
                <a:cubicBezTo>
                  <a:pt x="454" y="506"/>
                  <a:pt x="454" y="508"/>
                  <a:pt x="454" y="510"/>
                </a:cubicBezTo>
                <a:cubicBezTo>
                  <a:pt x="454" y="511"/>
                  <a:pt x="454" y="511"/>
                  <a:pt x="454" y="511"/>
                </a:cubicBezTo>
                <a:cubicBezTo>
                  <a:pt x="454" y="514"/>
                  <a:pt x="454" y="516"/>
                  <a:pt x="454" y="519"/>
                </a:cubicBezTo>
                <a:lnTo>
                  <a:pt x="454" y="521"/>
                </a:lnTo>
                <a:cubicBezTo>
                  <a:pt x="454" y="523"/>
                  <a:pt x="454" y="525"/>
                  <a:pt x="454" y="527"/>
                </a:cubicBezTo>
                <a:cubicBezTo>
                  <a:pt x="454" y="527"/>
                  <a:pt x="454" y="528"/>
                  <a:pt x="454" y="529"/>
                </a:cubicBezTo>
                <a:cubicBezTo>
                  <a:pt x="454" y="531"/>
                  <a:pt x="454" y="534"/>
                  <a:pt x="454" y="537"/>
                </a:cubicBezTo>
                <a:cubicBezTo>
                  <a:pt x="454" y="539"/>
                  <a:pt x="453" y="542"/>
                  <a:pt x="453" y="544"/>
                </a:cubicBezTo>
                <a:close/>
                <a:moveTo>
                  <a:pt x="566" y="596"/>
                </a:moveTo>
                <a:lnTo>
                  <a:pt x="575" y="497"/>
                </a:lnTo>
                <a:lnTo>
                  <a:pt x="518" y="492"/>
                </a:lnTo>
                <a:cubicBezTo>
                  <a:pt x="514" y="464"/>
                  <a:pt x="506" y="438"/>
                  <a:pt x="493" y="414"/>
                </a:cubicBezTo>
                <a:lnTo>
                  <a:pt x="537" y="377"/>
                </a:lnTo>
                <a:lnTo>
                  <a:pt x="473" y="301"/>
                </a:lnTo>
                <a:lnTo>
                  <a:pt x="429" y="338"/>
                </a:lnTo>
                <a:cubicBezTo>
                  <a:pt x="408" y="321"/>
                  <a:pt x="383" y="308"/>
                  <a:pt x="356" y="300"/>
                </a:cubicBezTo>
                <a:lnTo>
                  <a:pt x="361" y="243"/>
                </a:lnTo>
                <a:lnTo>
                  <a:pt x="262" y="235"/>
                </a:lnTo>
                <a:lnTo>
                  <a:pt x="258" y="291"/>
                </a:lnTo>
                <a:cubicBezTo>
                  <a:pt x="230" y="295"/>
                  <a:pt x="203" y="304"/>
                  <a:pt x="179" y="316"/>
                </a:cubicBezTo>
                <a:lnTo>
                  <a:pt x="142" y="273"/>
                </a:lnTo>
                <a:lnTo>
                  <a:pt x="66" y="336"/>
                </a:lnTo>
                <a:lnTo>
                  <a:pt x="103" y="380"/>
                </a:lnTo>
                <a:cubicBezTo>
                  <a:pt x="87" y="402"/>
                  <a:pt x="73" y="426"/>
                  <a:pt x="65" y="453"/>
                </a:cubicBezTo>
                <a:lnTo>
                  <a:pt x="8" y="448"/>
                </a:lnTo>
                <a:lnTo>
                  <a:pt x="0" y="547"/>
                </a:lnTo>
                <a:lnTo>
                  <a:pt x="57" y="552"/>
                </a:lnTo>
                <a:cubicBezTo>
                  <a:pt x="60" y="580"/>
                  <a:pt x="69" y="606"/>
                  <a:pt x="82" y="631"/>
                </a:cubicBezTo>
                <a:lnTo>
                  <a:pt x="38" y="667"/>
                </a:lnTo>
                <a:lnTo>
                  <a:pt x="102" y="743"/>
                </a:lnTo>
                <a:lnTo>
                  <a:pt x="145" y="706"/>
                </a:lnTo>
                <a:cubicBezTo>
                  <a:pt x="167" y="723"/>
                  <a:pt x="192" y="736"/>
                  <a:pt x="219" y="744"/>
                </a:cubicBezTo>
                <a:lnTo>
                  <a:pt x="214" y="801"/>
                </a:lnTo>
                <a:lnTo>
                  <a:pt x="312" y="810"/>
                </a:lnTo>
                <a:lnTo>
                  <a:pt x="317" y="753"/>
                </a:lnTo>
                <a:cubicBezTo>
                  <a:pt x="345" y="749"/>
                  <a:pt x="372" y="741"/>
                  <a:pt x="396" y="728"/>
                </a:cubicBezTo>
                <a:lnTo>
                  <a:pt x="432" y="772"/>
                </a:lnTo>
                <a:lnTo>
                  <a:pt x="508" y="708"/>
                </a:lnTo>
                <a:lnTo>
                  <a:pt x="471" y="664"/>
                </a:lnTo>
                <a:cubicBezTo>
                  <a:pt x="488" y="643"/>
                  <a:pt x="501" y="618"/>
                  <a:pt x="509" y="591"/>
                </a:cubicBezTo>
                <a:lnTo>
                  <a:pt x="566" y="596"/>
                </a:lnTo>
                <a:close/>
                <a:moveTo>
                  <a:pt x="863" y="462"/>
                </a:moveTo>
                <a:cubicBezTo>
                  <a:pt x="863" y="462"/>
                  <a:pt x="862" y="463"/>
                  <a:pt x="862" y="463"/>
                </a:cubicBezTo>
                <a:cubicBezTo>
                  <a:pt x="862" y="465"/>
                  <a:pt x="862" y="466"/>
                  <a:pt x="862" y="467"/>
                </a:cubicBezTo>
                <a:cubicBezTo>
                  <a:pt x="862" y="468"/>
                  <a:pt x="862" y="468"/>
                  <a:pt x="861" y="469"/>
                </a:cubicBezTo>
                <a:cubicBezTo>
                  <a:pt x="861" y="470"/>
                  <a:pt x="861" y="472"/>
                  <a:pt x="860" y="474"/>
                </a:cubicBezTo>
                <a:cubicBezTo>
                  <a:pt x="860" y="474"/>
                  <a:pt x="860" y="474"/>
                  <a:pt x="860" y="474"/>
                </a:cubicBezTo>
                <a:cubicBezTo>
                  <a:pt x="860" y="476"/>
                  <a:pt x="859" y="477"/>
                  <a:pt x="859" y="479"/>
                </a:cubicBezTo>
                <a:cubicBezTo>
                  <a:pt x="859" y="479"/>
                  <a:pt x="859" y="480"/>
                  <a:pt x="858" y="481"/>
                </a:cubicBezTo>
                <a:cubicBezTo>
                  <a:pt x="858" y="482"/>
                  <a:pt x="858" y="483"/>
                  <a:pt x="857" y="484"/>
                </a:cubicBezTo>
                <a:cubicBezTo>
                  <a:pt x="857" y="485"/>
                  <a:pt x="857" y="485"/>
                  <a:pt x="857" y="486"/>
                </a:cubicBezTo>
                <a:cubicBezTo>
                  <a:pt x="854" y="494"/>
                  <a:pt x="850" y="502"/>
                  <a:pt x="845" y="510"/>
                </a:cubicBezTo>
                <a:cubicBezTo>
                  <a:pt x="844" y="511"/>
                  <a:pt x="844" y="512"/>
                  <a:pt x="843" y="513"/>
                </a:cubicBezTo>
                <a:cubicBezTo>
                  <a:pt x="843" y="513"/>
                  <a:pt x="842" y="513"/>
                  <a:pt x="842" y="513"/>
                </a:cubicBezTo>
                <a:cubicBezTo>
                  <a:pt x="842" y="515"/>
                  <a:pt x="841" y="516"/>
                  <a:pt x="840" y="517"/>
                </a:cubicBezTo>
                <a:cubicBezTo>
                  <a:pt x="840" y="517"/>
                  <a:pt x="840" y="517"/>
                  <a:pt x="840" y="517"/>
                </a:cubicBezTo>
                <a:cubicBezTo>
                  <a:pt x="837" y="520"/>
                  <a:pt x="835" y="524"/>
                  <a:pt x="832" y="527"/>
                </a:cubicBezTo>
                <a:cubicBezTo>
                  <a:pt x="832" y="527"/>
                  <a:pt x="831" y="527"/>
                  <a:pt x="831" y="527"/>
                </a:cubicBezTo>
                <a:cubicBezTo>
                  <a:pt x="830" y="528"/>
                  <a:pt x="829" y="529"/>
                  <a:pt x="829" y="530"/>
                </a:cubicBezTo>
                <a:cubicBezTo>
                  <a:pt x="828" y="530"/>
                  <a:pt x="828" y="530"/>
                  <a:pt x="828" y="530"/>
                </a:cubicBezTo>
                <a:cubicBezTo>
                  <a:pt x="824" y="534"/>
                  <a:pt x="820" y="538"/>
                  <a:pt x="815" y="541"/>
                </a:cubicBezTo>
                <a:cubicBezTo>
                  <a:pt x="815" y="541"/>
                  <a:pt x="815" y="541"/>
                  <a:pt x="815" y="541"/>
                </a:cubicBezTo>
                <a:cubicBezTo>
                  <a:pt x="814" y="542"/>
                  <a:pt x="812" y="543"/>
                  <a:pt x="811" y="544"/>
                </a:cubicBezTo>
                <a:cubicBezTo>
                  <a:pt x="811" y="544"/>
                  <a:pt x="811" y="544"/>
                  <a:pt x="811" y="544"/>
                </a:cubicBezTo>
                <a:cubicBezTo>
                  <a:pt x="807" y="546"/>
                  <a:pt x="804" y="548"/>
                  <a:pt x="800" y="550"/>
                </a:cubicBezTo>
                <a:cubicBezTo>
                  <a:pt x="800" y="550"/>
                  <a:pt x="800" y="550"/>
                  <a:pt x="800" y="551"/>
                </a:cubicBezTo>
                <a:cubicBezTo>
                  <a:pt x="799" y="551"/>
                  <a:pt x="797" y="552"/>
                  <a:pt x="796" y="552"/>
                </a:cubicBezTo>
                <a:cubicBezTo>
                  <a:pt x="796" y="552"/>
                  <a:pt x="796" y="552"/>
                  <a:pt x="795" y="553"/>
                </a:cubicBezTo>
                <a:cubicBezTo>
                  <a:pt x="794" y="553"/>
                  <a:pt x="793" y="554"/>
                  <a:pt x="792" y="554"/>
                </a:cubicBezTo>
                <a:cubicBezTo>
                  <a:pt x="785" y="557"/>
                  <a:pt x="778" y="559"/>
                  <a:pt x="771" y="561"/>
                </a:cubicBezTo>
                <a:cubicBezTo>
                  <a:pt x="770" y="561"/>
                  <a:pt x="768" y="561"/>
                  <a:pt x="766" y="562"/>
                </a:cubicBezTo>
                <a:cubicBezTo>
                  <a:pt x="766" y="562"/>
                  <a:pt x="765" y="562"/>
                  <a:pt x="765" y="562"/>
                </a:cubicBezTo>
                <a:cubicBezTo>
                  <a:pt x="763" y="562"/>
                  <a:pt x="762" y="562"/>
                  <a:pt x="761" y="562"/>
                </a:cubicBezTo>
                <a:cubicBezTo>
                  <a:pt x="760" y="563"/>
                  <a:pt x="760" y="563"/>
                  <a:pt x="759" y="563"/>
                </a:cubicBezTo>
                <a:cubicBezTo>
                  <a:pt x="758" y="563"/>
                  <a:pt x="756" y="563"/>
                  <a:pt x="755" y="563"/>
                </a:cubicBezTo>
                <a:cubicBezTo>
                  <a:pt x="754" y="563"/>
                  <a:pt x="754" y="563"/>
                  <a:pt x="754" y="563"/>
                </a:cubicBezTo>
                <a:cubicBezTo>
                  <a:pt x="752" y="563"/>
                  <a:pt x="751" y="563"/>
                  <a:pt x="749" y="563"/>
                </a:cubicBezTo>
                <a:cubicBezTo>
                  <a:pt x="748" y="563"/>
                  <a:pt x="748" y="563"/>
                  <a:pt x="747" y="563"/>
                </a:cubicBezTo>
                <a:cubicBezTo>
                  <a:pt x="746" y="563"/>
                  <a:pt x="745" y="563"/>
                  <a:pt x="743" y="563"/>
                </a:cubicBezTo>
                <a:cubicBezTo>
                  <a:pt x="743" y="563"/>
                  <a:pt x="742" y="563"/>
                  <a:pt x="742" y="563"/>
                </a:cubicBezTo>
                <a:cubicBezTo>
                  <a:pt x="740" y="563"/>
                  <a:pt x="738" y="563"/>
                  <a:pt x="736" y="563"/>
                </a:cubicBezTo>
                <a:cubicBezTo>
                  <a:pt x="734" y="563"/>
                  <a:pt x="733" y="563"/>
                  <a:pt x="731" y="562"/>
                </a:cubicBezTo>
                <a:cubicBezTo>
                  <a:pt x="730" y="562"/>
                  <a:pt x="730" y="562"/>
                  <a:pt x="729" y="562"/>
                </a:cubicBezTo>
                <a:cubicBezTo>
                  <a:pt x="728" y="562"/>
                  <a:pt x="727" y="562"/>
                  <a:pt x="725" y="562"/>
                </a:cubicBezTo>
                <a:cubicBezTo>
                  <a:pt x="725" y="561"/>
                  <a:pt x="724" y="561"/>
                  <a:pt x="724" y="561"/>
                </a:cubicBezTo>
                <a:cubicBezTo>
                  <a:pt x="722" y="561"/>
                  <a:pt x="720" y="561"/>
                  <a:pt x="719" y="560"/>
                </a:cubicBezTo>
                <a:cubicBezTo>
                  <a:pt x="718" y="560"/>
                  <a:pt x="718" y="560"/>
                  <a:pt x="718" y="560"/>
                </a:cubicBezTo>
                <a:cubicBezTo>
                  <a:pt x="717" y="560"/>
                  <a:pt x="715" y="559"/>
                  <a:pt x="714" y="559"/>
                </a:cubicBezTo>
                <a:cubicBezTo>
                  <a:pt x="713" y="559"/>
                  <a:pt x="712" y="558"/>
                  <a:pt x="712" y="558"/>
                </a:cubicBezTo>
                <a:cubicBezTo>
                  <a:pt x="711" y="558"/>
                  <a:pt x="710" y="558"/>
                  <a:pt x="708" y="557"/>
                </a:cubicBezTo>
                <a:cubicBezTo>
                  <a:pt x="708" y="557"/>
                  <a:pt x="707" y="557"/>
                  <a:pt x="707" y="557"/>
                </a:cubicBezTo>
                <a:cubicBezTo>
                  <a:pt x="705" y="556"/>
                  <a:pt x="704" y="555"/>
                  <a:pt x="702" y="555"/>
                </a:cubicBezTo>
                <a:cubicBezTo>
                  <a:pt x="695" y="552"/>
                  <a:pt x="689" y="549"/>
                  <a:pt x="683" y="545"/>
                </a:cubicBezTo>
                <a:cubicBezTo>
                  <a:pt x="682" y="544"/>
                  <a:pt x="681" y="543"/>
                  <a:pt x="680" y="543"/>
                </a:cubicBezTo>
                <a:cubicBezTo>
                  <a:pt x="679" y="542"/>
                  <a:pt x="679" y="542"/>
                  <a:pt x="679" y="542"/>
                </a:cubicBezTo>
                <a:cubicBezTo>
                  <a:pt x="678" y="541"/>
                  <a:pt x="677" y="541"/>
                  <a:pt x="676" y="540"/>
                </a:cubicBezTo>
                <a:cubicBezTo>
                  <a:pt x="676" y="540"/>
                  <a:pt x="676" y="540"/>
                  <a:pt x="675" y="539"/>
                </a:cubicBezTo>
                <a:cubicBezTo>
                  <a:pt x="672" y="537"/>
                  <a:pt x="669" y="534"/>
                  <a:pt x="666" y="531"/>
                </a:cubicBezTo>
                <a:cubicBezTo>
                  <a:pt x="666" y="531"/>
                  <a:pt x="666" y="531"/>
                  <a:pt x="665" y="531"/>
                </a:cubicBezTo>
                <a:cubicBezTo>
                  <a:pt x="665" y="530"/>
                  <a:pt x="664" y="529"/>
                  <a:pt x="663" y="528"/>
                </a:cubicBezTo>
                <a:cubicBezTo>
                  <a:pt x="663" y="528"/>
                  <a:pt x="662" y="528"/>
                  <a:pt x="662" y="528"/>
                </a:cubicBezTo>
                <a:cubicBezTo>
                  <a:pt x="658" y="524"/>
                  <a:pt x="655" y="520"/>
                  <a:pt x="651" y="515"/>
                </a:cubicBezTo>
                <a:cubicBezTo>
                  <a:pt x="651" y="515"/>
                  <a:pt x="651" y="515"/>
                  <a:pt x="651" y="514"/>
                </a:cubicBezTo>
                <a:cubicBezTo>
                  <a:pt x="650" y="513"/>
                  <a:pt x="649" y="512"/>
                  <a:pt x="649" y="511"/>
                </a:cubicBezTo>
                <a:cubicBezTo>
                  <a:pt x="649" y="511"/>
                  <a:pt x="649" y="511"/>
                  <a:pt x="648" y="511"/>
                </a:cubicBezTo>
                <a:cubicBezTo>
                  <a:pt x="646" y="507"/>
                  <a:pt x="644" y="504"/>
                  <a:pt x="642" y="500"/>
                </a:cubicBezTo>
                <a:cubicBezTo>
                  <a:pt x="642" y="500"/>
                  <a:pt x="642" y="500"/>
                  <a:pt x="642" y="500"/>
                </a:cubicBezTo>
                <a:cubicBezTo>
                  <a:pt x="641" y="498"/>
                  <a:pt x="641" y="497"/>
                  <a:pt x="640" y="496"/>
                </a:cubicBezTo>
                <a:cubicBezTo>
                  <a:pt x="640" y="496"/>
                  <a:pt x="640" y="495"/>
                  <a:pt x="640" y="495"/>
                </a:cubicBezTo>
                <a:cubicBezTo>
                  <a:pt x="639" y="494"/>
                  <a:pt x="639" y="493"/>
                  <a:pt x="638" y="492"/>
                </a:cubicBezTo>
                <a:cubicBezTo>
                  <a:pt x="635" y="484"/>
                  <a:pt x="632" y="475"/>
                  <a:pt x="631" y="466"/>
                </a:cubicBezTo>
                <a:cubicBezTo>
                  <a:pt x="631" y="466"/>
                  <a:pt x="631" y="465"/>
                  <a:pt x="630" y="464"/>
                </a:cubicBezTo>
                <a:cubicBezTo>
                  <a:pt x="630" y="463"/>
                  <a:pt x="630" y="462"/>
                  <a:pt x="630" y="461"/>
                </a:cubicBezTo>
                <a:cubicBezTo>
                  <a:pt x="630" y="460"/>
                  <a:pt x="630" y="460"/>
                  <a:pt x="630" y="459"/>
                </a:cubicBezTo>
                <a:cubicBezTo>
                  <a:pt x="630" y="458"/>
                  <a:pt x="629" y="456"/>
                  <a:pt x="629" y="454"/>
                </a:cubicBezTo>
                <a:cubicBezTo>
                  <a:pt x="629" y="454"/>
                  <a:pt x="629" y="454"/>
                  <a:pt x="629" y="454"/>
                </a:cubicBezTo>
                <a:cubicBezTo>
                  <a:pt x="629" y="452"/>
                  <a:pt x="629" y="450"/>
                  <a:pt x="629" y="449"/>
                </a:cubicBezTo>
                <a:cubicBezTo>
                  <a:pt x="629" y="448"/>
                  <a:pt x="629" y="448"/>
                  <a:pt x="629" y="447"/>
                </a:cubicBezTo>
                <a:cubicBezTo>
                  <a:pt x="629" y="446"/>
                  <a:pt x="629" y="444"/>
                  <a:pt x="629" y="443"/>
                </a:cubicBezTo>
                <a:cubicBezTo>
                  <a:pt x="629" y="443"/>
                  <a:pt x="629" y="442"/>
                  <a:pt x="629" y="441"/>
                </a:cubicBezTo>
                <a:cubicBezTo>
                  <a:pt x="629" y="440"/>
                  <a:pt x="629" y="438"/>
                  <a:pt x="629" y="436"/>
                </a:cubicBezTo>
                <a:cubicBezTo>
                  <a:pt x="630" y="434"/>
                  <a:pt x="630" y="432"/>
                  <a:pt x="630" y="431"/>
                </a:cubicBezTo>
                <a:cubicBezTo>
                  <a:pt x="630" y="430"/>
                  <a:pt x="630" y="430"/>
                  <a:pt x="630" y="429"/>
                </a:cubicBezTo>
                <a:cubicBezTo>
                  <a:pt x="630" y="428"/>
                  <a:pt x="631" y="426"/>
                  <a:pt x="631" y="425"/>
                </a:cubicBezTo>
                <a:cubicBezTo>
                  <a:pt x="631" y="425"/>
                  <a:pt x="631" y="424"/>
                  <a:pt x="631" y="424"/>
                </a:cubicBezTo>
                <a:cubicBezTo>
                  <a:pt x="632" y="422"/>
                  <a:pt x="632" y="420"/>
                  <a:pt x="632" y="418"/>
                </a:cubicBezTo>
                <a:cubicBezTo>
                  <a:pt x="632" y="418"/>
                  <a:pt x="632" y="418"/>
                  <a:pt x="632" y="418"/>
                </a:cubicBezTo>
                <a:cubicBezTo>
                  <a:pt x="633" y="416"/>
                  <a:pt x="633" y="415"/>
                  <a:pt x="634" y="413"/>
                </a:cubicBezTo>
                <a:cubicBezTo>
                  <a:pt x="634" y="413"/>
                  <a:pt x="634" y="412"/>
                  <a:pt x="634" y="412"/>
                </a:cubicBezTo>
                <a:cubicBezTo>
                  <a:pt x="635" y="410"/>
                  <a:pt x="635" y="409"/>
                  <a:pt x="635" y="408"/>
                </a:cubicBezTo>
                <a:cubicBezTo>
                  <a:pt x="635" y="408"/>
                  <a:pt x="636" y="407"/>
                  <a:pt x="636" y="407"/>
                </a:cubicBezTo>
                <a:cubicBezTo>
                  <a:pt x="636" y="405"/>
                  <a:pt x="637" y="403"/>
                  <a:pt x="638" y="402"/>
                </a:cubicBezTo>
                <a:cubicBezTo>
                  <a:pt x="638" y="402"/>
                  <a:pt x="638" y="402"/>
                  <a:pt x="638" y="402"/>
                </a:cubicBezTo>
                <a:cubicBezTo>
                  <a:pt x="640" y="395"/>
                  <a:pt x="644" y="389"/>
                  <a:pt x="648" y="383"/>
                </a:cubicBezTo>
                <a:cubicBezTo>
                  <a:pt x="648" y="382"/>
                  <a:pt x="649" y="380"/>
                  <a:pt x="650" y="379"/>
                </a:cubicBezTo>
                <a:cubicBezTo>
                  <a:pt x="650" y="379"/>
                  <a:pt x="650" y="379"/>
                  <a:pt x="650" y="379"/>
                </a:cubicBezTo>
                <a:cubicBezTo>
                  <a:pt x="651" y="378"/>
                  <a:pt x="652" y="377"/>
                  <a:pt x="653" y="376"/>
                </a:cubicBezTo>
                <a:cubicBezTo>
                  <a:pt x="653" y="375"/>
                  <a:pt x="653" y="375"/>
                  <a:pt x="653" y="375"/>
                </a:cubicBezTo>
                <a:cubicBezTo>
                  <a:pt x="655" y="372"/>
                  <a:pt x="658" y="369"/>
                  <a:pt x="661" y="366"/>
                </a:cubicBezTo>
                <a:cubicBezTo>
                  <a:pt x="661" y="366"/>
                  <a:pt x="661" y="365"/>
                  <a:pt x="661" y="365"/>
                </a:cubicBezTo>
                <a:cubicBezTo>
                  <a:pt x="662" y="364"/>
                  <a:pt x="663" y="363"/>
                  <a:pt x="664" y="363"/>
                </a:cubicBezTo>
                <a:cubicBezTo>
                  <a:pt x="664" y="362"/>
                  <a:pt x="664" y="362"/>
                  <a:pt x="665" y="362"/>
                </a:cubicBezTo>
                <a:cubicBezTo>
                  <a:pt x="669" y="358"/>
                  <a:pt x="673" y="355"/>
                  <a:pt x="677" y="351"/>
                </a:cubicBezTo>
                <a:cubicBezTo>
                  <a:pt x="678" y="351"/>
                  <a:pt x="678" y="351"/>
                  <a:pt x="678" y="351"/>
                </a:cubicBezTo>
                <a:cubicBezTo>
                  <a:pt x="679" y="350"/>
                  <a:pt x="680" y="349"/>
                  <a:pt x="681" y="349"/>
                </a:cubicBezTo>
                <a:cubicBezTo>
                  <a:pt x="681" y="348"/>
                  <a:pt x="682" y="348"/>
                  <a:pt x="682" y="348"/>
                </a:cubicBezTo>
                <a:cubicBezTo>
                  <a:pt x="685" y="346"/>
                  <a:pt x="689" y="344"/>
                  <a:pt x="692" y="342"/>
                </a:cubicBezTo>
                <a:cubicBezTo>
                  <a:pt x="693" y="342"/>
                  <a:pt x="693" y="342"/>
                  <a:pt x="693" y="342"/>
                </a:cubicBezTo>
                <a:cubicBezTo>
                  <a:pt x="694" y="341"/>
                  <a:pt x="695" y="341"/>
                  <a:pt x="696" y="340"/>
                </a:cubicBezTo>
                <a:cubicBezTo>
                  <a:pt x="697" y="340"/>
                  <a:pt x="697" y="340"/>
                  <a:pt x="697" y="340"/>
                </a:cubicBezTo>
                <a:cubicBezTo>
                  <a:pt x="698" y="339"/>
                  <a:pt x="700" y="339"/>
                  <a:pt x="701" y="338"/>
                </a:cubicBezTo>
                <a:cubicBezTo>
                  <a:pt x="707" y="335"/>
                  <a:pt x="714" y="333"/>
                  <a:pt x="721" y="331"/>
                </a:cubicBezTo>
                <a:cubicBezTo>
                  <a:pt x="723" y="331"/>
                  <a:pt x="725" y="331"/>
                  <a:pt x="726" y="331"/>
                </a:cubicBezTo>
                <a:cubicBezTo>
                  <a:pt x="727" y="330"/>
                  <a:pt x="727" y="330"/>
                  <a:pt x="728" y="330"/>
                </a:cubicBezTo>
                <a:cubicBezTo>
                  <a:pt x="729" y="330"/>
                  <a:pt x="730" y="330"/>
                  <a:pt x="732" y="330"/>
                </a:cubicBezTo>
                <a:cubicBezTo>
                  <a:pt x="732" y="330"/>
                  <a:pt x="733" y="330"/>
                  <a:pt x="733" y="330"/>
                </a:cubicBezTo>
                <a:cubicBezTo>
                  <a:pt x="735" y="329"/>
                  <a:pt x="736" y="329"/>
                  <a:pt x="738" y="329"/>
                </a:cubicBezTo>
                <a:cubicBezTo>
                  <a:pt x="738" y="329"/>
                  <a:pt x="738" y="329"/>
                  <a:pt x="739" y="329"/>
                </a:cubicBezTo>
                <a:cubicBezTo>
                  <a:pt x="740" y="329"/>
                  <a:pt x="742" y="329"/>
                  <a:pt x="744" y="329"/>
                </a:cubicBezTo>
                <a:cubicBezTo>
                  <a:pt x="744" y="329"/>
                  <a:pt x="745" y="329"/>
                  <a:pt x="745" y="329"/>
                </a:cubicBezTo>
                <a:cubicBezTo>
                  <a:pt x="747" y="329"/>
                  <a:pt x="748" y="329"/>
                  <a:pt x="749" y="329"/>
                </a:cubicBezTo>
                <a:cubicBezTo>
                  <a:pt x="750" y="329"/>
                  <a:pt x="750" y="329"/>
                  <a:pt x="751" y="329"/>
                </a:cubicBezTo>
                <a:cubicBezTo>
                  <a:pt x="753" y="329"/>
                  <a:pt x="755" y="329"/>
                  <a:pt x="756" y="329"/>
                </a:cubicBezTo>
                <a:cubicBezTo>
                  <a:pt x="758" y="329"/>
                  <a:pt x="760" y="330"/>
                  <a:pt x="762" y="330"/>
                </a:cubicBezTo>
                <a:cubicBezTo>
                  <a:pt x="762" y="330"/>
                  <a:pt x="763" y="330"/>
                  <a:pt x="763" y="330"/>
                </a:cubicBezTo>
                <a:cubicBezTo>
                  <a:pt x="765" y="330"/>
                  <a:pt x="766" y="330"/>
                  <a:pt x="767" y="331"/>
                </a:cubicBezTo>
                <a:cubicBezTo>
                  <a:pt x="768" y="331"/>
                  <a:pt x="768" y="331"/>
                  <a:pt x="769" y="331"/>
                </a:cubicBezTo>
                <a:cubicBezTo>
                  <a:pt x="771" y="331"/>
                  <a:pt x="772" y="332"/>
                  <a:pt x="774" y="332"/>
                </a:cubicBezTo>
                <a:cubicBezTo>
                  <a:pt x="774" y="332"/>
                  <a:pt x="774" y="332"/>
                  <a:pt x="775" y="332"/>
                </a:cubicBezTo>
                <a:cubicBezTo>
                  <a:pt x="776" y="333"/>
                  <a:pt x="778" y="333"/>
                  <a:pt x="779" y="333"/>
                </a:cubicBezTo>
                <a:cubicBezTo>
                  <a:pt x="780" y="334"/>
                  <a:pt x="780" y="334"/>
                  <a:pt x="781" y="334"/>
                </a:cubicBezTo>
                <a:cubicBezTo>
                  <a:pt x="782" y="334"/>
                  <a:pt x="783" y="335"/>
                  <a:pt x="784" y="335"/>
                </a:cubicBezTo>
                <a:cubicBezTo>
                  <a:pt x="785" y="335"/>
                  <a:pt x="785" y="335"/>
                  <a:pt x="786" y="336"/>
                </a:cubicBezTo>
                <a:cubicBezTo>
                  <a:pt x="787" y="336"/>
                  <a:pt x="789" y="337"/>
                  <a:pt x="791" y="337"/>
                </a:cubicBezTo>
                <a:cubicBezTo>
                  <a:pt x="797" y="340"/>
                  <a:pt x="804" y="344"/>
                  <a:pt x="810" y="347"/>
                </a:cubicBezTo>
                <a:cubicBezTo>
                  <a:pt x="811" y="348"/>
                  <a:pt x="812" y="349"/>
                  <a:pt x="813" y="350"/>
                </a:cubicBezTo>
                <a:cubicBezTo>
                  <a:pt x="813" y="350"/>
                  <a:pt x="813" y="350"/>
                  <a:pt x="814" y="350"/>
                </a:cubicBezTo>
                <a:cubicBezTo>
                  <a:pt x="815" y="351"/>
                  <a:pt x="816" y="352"/>
                  <a:pt x="817" y="352"/>
                </a:cubicBezTo>
                <a:cubicBezTo>
                  <a:pt x="817" y="353"/>
                  <a:pt x="817" y="353"/>
                  <a:pt x="817" y="353"/>
                </a:cubicBezTo>
                <a:cubicBezTo>
                  <a:pt x="821" y="355"/>
                  <a:pt x="824" y="358"/>
                  <a:pt x="827" y="361"/>
                </a:cubicBezTo>
                <a:cubicBezTo>
                  <a:pt x="827" y="361"/>
                  <a:pt x="827" y="361"/>
                  <a:pt x="827" y="361"/>
                </a:cubicBezTo>
                <a:cubicBezTo>
                  <a:pt x="828" y="362"/>
                  <a:pt x="829" y="363"/>
                  <a:pt x="830" y="364"/>
                </a:cubicBezTo>
                <a:cubicBezTo>
                  <a:pt x="830" y="364"/>
                  <a:pt x="830" y="364"/>
                  <a:pt x="831" y="364"/>
                </a:cubicBezTo>
                <a:cubicBezTo>
                  <a:pt x="834" y="368"/>
                  <a:pt x="838" y="373"/>
                  <a:pt x="841" y="377"/>
                </a:cubicBezTo>
                <a:cubicBezTo>
                  <a:pt x="841" y="377"/>
                  <a:pt x="842" y="378"/>
                  <a:pt x="842" y="378"/>
                </a:cubicBezTo>
                <a:cubicBezTo>
                  <a:pt x="842" y="379"/>
                  <a:pt x="843" y="380"/>
                  <a:pt x="844" y="381"/>
                </a:cubicBezTo>
                <a:cubicBezTo>
                  <a:pt x="844" y="381"/>
                  <a:pt x="844" y="381"/>
                  <a:pt x="844" y="382"/>
                </a:cubicBezTo>
                <a:cubicBezTo>
                  <a:pt x="847" y="385"/>
                  <a:pt x="849" y="389"/>
                  <a:pt x="851" y="392"/>
                </a:cubicBezTo>
                <a:cubicBezTo>
                  <a:pt x="851" y="392"/>
                  <a:pt x="851" y="393"/>
                  <a:pt x="851" y="393"/>
                </a:cubicBezTo>
                <a:cubicBezTo>
                  <a:pt x="851" y="394"/>
                  <a:pt x="852" y="395"/>
                  <a:pt x="852" y="396"/>
                </a:cubicBezTo>
                <a:cubicBezTo>
                  <a:pt x="853" y="396"/>
                  <a:pt x="853" y="397"/>
                  <a:pt x="853" y="397"/>
                </a:cubicBezTo>
                <a:cubicBezTo>
                  <a:pt x="853" y="398"/>
                  <a:pt x="854" y="399"/>
                  <a:pt x="854" y="401"/>
                </a:cubicBezTo>
                <a:cubicBezTo>
                  <a:pt x="857" y="407"/>
                  <a:pt x="859" y="414"/>
                  <a:pt x="861" y="421"/>
                </a:cubicBezTo>
                <a:cubicBezTo>
                  <a:pt x="861" y="423"/>
                  <a:pt x="862" y="424"/>
                  <a:pt x="862" y="426"/>
                </a:cubicBezTo>
                <a:cubicBezTo>
                  <a:pt x="862" y="427"/>
                  <a:pt x="862" y="427"/>
                  <a:pt x="862" y="428"/>
                </a:cubicBezTo>
                <a:cubicBezTo>
                  <a:pt x="862" y="429"/>
                  <a:pt x="863" y="430"/>
                  <a:pt x="863" y="431"/>
                </a:cubicBezTo>
                <a:cubicBezTo>
                  <a:pt x="863" y="432"/>
                  <a:pt x="863" y="433"/>
                  <a:pt x="863" y="433"/>
                </a:cubicBezTo>
                <a:cubicBezTo>
                  <a:pt x="863" y="435"/>
                  <a:pt x="863" y="436"/>
                  <a:pt x="863" y="438"/>
                </a:cubicBezTo>
                <a:cubicBezTo>
                  <a:pt x="863" y="438"/>
                  <a:pt x="863" y="438"/>
                  <a:pt x="863" y="438"/>
                </a:cubicBezTo>
                <a:cubicBezTo>
                  <a:pt x="863" y="440"/>
                  <a:pt x="864" y="442"/>
                  <a:pt x="864" y="444"/>
                </a:cubicBezTo>
                <a:lnTo>
                  <a:pt x="864" y="445"/>
                </a:lnTo>
                <a:cubicBezTo>
                  <a:pt x="864" y="447"/>
                  <a:pt x="864" y="448"/>
                  <a:pt x="864" y="449"/>
                </a:cubicBezTo>
                <a:cubicBezTo>
                  <a:pt x="864" y="450"/>
                  <a:pt x="864" y="450"/>
                  <a:pt x="864" y="451"/>
                </a:cubicBezTo>
                <a:cubicBezTo>
                  <a:pt x="863" y="453"/>
                  <a:pt x="863" y="454"/>
                  <a:pt x="863" y="456"/>
                </a:cubicBezTo>
                <a:cubicBezTo>
                  <a:pt x="863" y="458"/>
                  <a:pt x="863" y="460"/>
                  <a:pt x="863" y="462"/>
                </a:cubicBezTo>
                <a:close/>
                <a:moveTo>
                  <a:pt x="942" y="498"/>
                </a:moveTo>
                <a:lnTo>
                  <a:pt x="948" y="429"/>
                </a:lnTo>
                <a:lnTo>
                  <a:pt x="908" y="425"/>
                </a:lnTo>
                <a:cubicBezTo>
                  <a:pt x="906" y="406"/>
                  <a:pt x="900" y="387"/>
                  <a:pt x="891" y="370"/>
                </a:cubicBezTo>
                <a:lnTo>
                  <a:pt x="922" y="344"/>
                </a:lnTo>
                <a:lnTo>
                  <a:pt x="877" y="291"/>
                </a:lnTo>
                <a:lnTo>
                  <a:pt x="846" y="317"/>
                </a:lnTo>
                <a:cubicBezTo>
                  <a:pt x="831" y="305"/>
                  <a:pt x="814" y="296"/>
                  <a:pt x="795" y="290"/>
                </a:cubicBezTo>
                <a:lnTo>
                  <a:pt x="798" y="250"/>
                </a:lnTo>
                <a:lnTo>
                  <a:pt x="729" y="244"/>
                </a:lnTo>
                <a:lnTo>
                  <a:pt x="725" y="284"/>
                </a:lnTo>
                <a:cubicBezTo>
                  <a:pt x="706" y="287"/>
                  <a:pt x="687" y="293"/>
                  <a:pt x="670" y="302"/>
                </a:cubicBezTo>
                <a:lnTo>
                  <a:pt x="644" y="271"/>
                </a:lnTo>
                <a:lnTo>
                  <a:pt x="591" y="316"/>
                </a:lnTo>
                <a:lnTo>
                  <a:pt x="617" y="346"/>
                </a:lnTo>
                <a:cubicBezTo>
                  <a:pt x="605" y="362"/>
                  <a:pt x="596" y="379"/>
                  <a:pt x="590" y="398"/>
                </a:cubicBezTo>
                <a:lnTo>
                  <a:pt x="550" y="394"/>
                </a:lnTo>
                <a:lnTo>
                  <a:pt x="544" y="464"/>
                </a:lnTo>
                <a:lnTo>
                  <a:pt x="584" y="467"/>
                </a:lnTo>
                <a:cubicBezTo>
                  <a:pt x="587" y="487"/>
                  <a:pt x="593" y="505"/>
                  <a:pt x="602" y="522"/>
                </a:cubicBezTo>
                <a:lnTo>
                  <a:pt x="571" y="548"/>
                </a:lnTo>
                <a:lnTo>
                  <a:pt x="616" y="601"/>
                </a:lnTo>
                <a:lnTo>
                  <a:pt x="647" y="575"/>
                </a:lnTo>
                <a:cubicBezTo>
                  <a:pt x="662" y="587"/>
                  <a:pt x="679" y="596"/>
                  <a:pt x="698" y="602"/>
                </a:cubicBezTo>
                <a:lnTo>
                  <a:pt x="694" y="642"/>
                </a:lnTo>
                <a:lnTo>
                  <a:pt x="764" y="648"/>
                </a:lnTo>
                <a:lnTo>
                  <a:pt x="767" y="608"/>
                </a:lnTo>
                <a:cubicBezTo>
                  <a:pt x="787" y="606"/>
                  <a:pt x="805" y="600"/>
                  <a:pt x="822" y="591"/>
                </a:cubicBezTo>
                <a:lnTo>
                  <a:pt x="848" y="621"/>
                </a:lnTo>
                <a:lnTo>
                  <a:pt x="901" y="577"/>
                </a:lnTo>
                <a:lnTo>
                  <a:pt x="876" y="546"/>
                </a:lnTo>
                <a:cubicBezTo>
                  <a:pt x="887" y="531"/>
                  <a:pt x="896" y="513"/>
                  <a:pt x="902" y="494"/>
                </a:cubicBezTo>
                <a:lnTo>
                  <a:pt x="942" y="498"/>
                </a:lnTo>
                <a:close/>
              </a:path>
            </a:pathLst>
          </a:custGeom>
          <a:solidFill>
            <a:srgbClr val="113E6A"/>
          </a:solidFill>
          <a:ln w="9525">
            <a:noFill/>
            <a:round/>
            <a:headEnd/>
            <a:tailEnd/>
          </a:ln>
        </p:spPr>
        <p:txBody>
          <a:bodyPr/>
          <a:lstStyle/>
          <a:p>
            <a:endParaRPr lang="zh-CN" altLang="en-US"/>
          </a:p>
        </p:txBody>
      </p:sp>
      <p:sp>
        <p:nvSpPr>
          <p:cNvPr id="26631" name="Oval 39"/>
          <p:cNvSpPr>
            <a:spLocks noChangeAspect="1" noChangeArrowheads="1"/>
          </p:cNvSpPr>
          <p:nvPr/>
        </p:nvSpPr>
        <p:spPr bwMode="auto">
          <a:xfrm>
            <a:off x="4946253" y="5350098"/>
            <a:ext cx="173037" cy="158750"/>
          </a:xfrm>
          <a:prstGeom prst="ellipse">
            <a:avLst/>
          </a:prstGeom>
          <a:solidFill>
            <a:schemeClr val="bg1"/>
          </a:solidFill>
          <a:ln w="28575">
            <a:solidFill>
              <a:schemeClr val="accent2"/>
            </a:solidFill>
            <a:round/>
            <a:headEnd/>
            <a:tailEnd/>
          </a:ln>
        </p:spPr>
        <p:txBody>
          <a:bodyPr/>
          <a:lstStyle/>
          <a:p>
            <a:pPr eaLnBrk="1" hangingPunct="1"/>
            <a:endParaRPr lang="zh-CN" altLang="en-US">
              <a:solidFill>
                <a:srgbClr val="FFFFFF"/>
              </a:solidFill>
            </a:endParaRPr>
          </a:p>
        </p:txBody>
      </p:sp>
      <p:sp>
        <p:nvSpPr>
          <p:cNvPr id="26634" name="TextBox 43"/>
          <p:cNvSpPr txBox="1">
            <a:spLocks noChangeArrowheads="1"/>
          </p:cNvSpPr>
          <p:nvPr/>
        </p:nvSpPr>
        <p:spPr bwMode="auto">
          <a:xfrm>
            <a:off x="5095478" y="5199286"/>
            <a:ext cx="2859087" cy="461962"/>
          </a:xfrm>
          <a:prstGeom prst="rect">
            <a:avLst/>
          </a:prstGeom>
          <a:noFill/>
          <a:ln w="9525">
            <a:noFill/>
            <a:miter lim="800000"/>
            <a:headEnd/>
            <a:tailEnd/>
          </a:ln>
        </p:spPr>
        <p:txBody>
          <a:bodyPr>
            <a:spAutoFit/>
          </a:bodyPr>
          <a:lstStyle/>
          <a:p>
            <a:pPr eaLnBrk="1" hangingPunct="1"/>
            <a:r>
              <a:rPr lang="zh-CN" altLang="en-US" sz="2400" dirty="0" smtClean="0">
                <a:solidFill>
                  <a:srgbClr val="FFFFFF"/>
                </a:solidFill>
                <a:latin typeface="微软雅黑" pitchFamily="34" charset="-122"/>
                <a:ea typeface="微软雅黑" pitchFamily="34" charset="-122"/>
              </a:rPr>
              <a:t>系统架构设计</a:t>
            </a:r>
            <a:endParaRPr lang="zh-CN" altLang="en-US" sz="2400" dirty="0">
              <a:solidFill>
                <a:srgbClr val="FFFFFF"/>
              </a:solidFill>
              <a:latin typeface="微软雅黑" pitchFamily="34" charset="-122"/>
              <a:ea typeface="微软雅黑" pitchFamily="34" charset="-122"/>
            </a:endParaRPr>
          </a:p>
        </p:txBody>
      </p:sp>
      <p:sp>
        <p:nvSpPr>
          <p:cNvPr id="13" name="Oval 39"/>
          <p:cNvSpPr>
            <a:spLocks noChangeAspect="1" noChangeArrowheads="1"/>
          </p:cNvSpPr>
          <p:nvPr/>
        </p:nvSpPr>
        <p:spPr bwMode="auto">
          <a:xfrm>
            <a:off x="4946253" y="5812060"/>
            <a:ext cx="173037" cy="158750"/>
          </a:xfrm>
          <a:prstGeom prst="ellipse">
            <a:avLst/>
          </a:prstGeom>
          <a:solidFill>
            <a:schemeClr val="bg1"/>
          </a:solidFill>
          <a:ln w="28575">
            <a:solidFill>
              <a:schemeClr val="accent2"/>
            </a:solidFill>
            <a:round/>
            <a:headEnd/>
            <a:tailEnd/>
          </a:ln>
        </p:spPr>
        <p:txBody>
          <a:bodyPr/>
          <a:lstStyle/>
          <a:p>
            <a:pPr eaLnBrk="1" hangingPunct="1"/>
            <a:endParaRPr lang="zh-CN" altLang="en-US">
              <a:solidFill>
                <a:srgbClr val="FFFFFF"/>
              </a:solidFill>
            </a:endParaRPr>
          </a:p>
        </p:txBody>
      </p:sp>
      <p:sp>
        <p:nvSpPr>
          <p:cNvPr id="14" name="TextBox 43"/>
          <p:cNvSpPr txBox="1">
            <a:spLocks noChangeArrowheads="1"/>
          </p:cNvSpPr>
          <p:nvPr/>
        </p:nvSpPr>
        <p:spPr bwMode="auto">
          <a:xfrm>
            <a:off x="5095478" y="5661248"/>
            <a:ext cx="2859087" cy="461962"/>
          </a:xfrm>
          <a:prstGeom prst="rect">
            <a:avLst/>
          </a:prstGeom>
          <a:noFill/>
          <a:ln w="9525">
            <a:noFill/>
            <a:miter lim="800000"/>
            <a:headEnd/>
            <a:tailEnd/>
          </a:ln>
        </p:spPr>
        <p:txBody>
          <a:bodyPr>
            <a:spAutoFit/>
          </a:bodyPr>
          <a:lstStyle/>
          <a:p>
            <a:pPr eaLnBrk="1" hangingPunct="1"/>
            <a:r>
              <a:rPr lang="zh-CN" altLang="en-US" sz="2400" dirty="0" smtClean="0">
                <a:solidFill>
                  <a:srgbClr val="FFFFFF"/>
                </a:solidFill>
                <a:latin typeface="微软雅黑" pitchFamily="34" charset="-122"/>
                <a:ea typeface="微软雅黑" pitchFamily="34" charset="-122"/>
              </a:rPr>
              <a:t>系统功能设计</a:t>
            </a:r>
            <a:endParaRPr lang="zh-CN" altLang="en-US" sz="2400" dirty="0">
              <a:solidFill>
                <a:srgbClr val="FFFFFF"/>
              </a:solidFill>
              <a:latin typeface="微软雅黑" pitchFamily="34" charset="-122"/>
              <a:ea typeface="微软雅黑" pitchFamily="34" charset="-122"/>
            </a:endParaRPr>
          </a:p>
        </p:txBody>
      </p:sp>
      <p:sp>
        <p:nvSpPr>
          <p:cNvPr id="15" name="Oval 39"/>
          <p:cNvSpPr>
            <a:spLocks noChangeAspect="1" noChangeArrowheads="1"/>
          </p:cNvSpPr>
          <p:nvPr/>
        </p:nvSpPr>
        <p:spPr bwMode="auto">
          <a:xfrm>
            <a:off x="4946253" y="6274022"/>
            <a:ext cx="173037" cy="158750"/>
          </a:xfrm>
          <a:prstGeom prst="ellipse">
            <a:avLst/>
          </a:prstGeom>
          <a:solidFill>
            <a:schemeClr val="bg1"/>
          </a:solidFill>
          <a:ln w="28575">
            <a:solidFill>
              <a:schemeClr val="accent2"/>
            </a:solidFill>
            <a:round/>
            <a:headEnd/>
            <a:tailEnd/>
          </a:ln>
        </p:spPr>
        <p:txBody>
          <a:bodyPr/>
          <a:lstStyle/>
          <a:p>
            <a:pPr eaLnBrk="1" hangingPunct="1"/>
            <a:endParaRPr lang="zh-CN" altLang="en-US">
              <a:solidFill>
                <a:srgbClr val="FFFFFF"/>
              </a:solidFill>
            </a:endParaRPr>
          </a:p>
        </p:txBody>
      </p:sp>
      <p:sp>
        <p:nvSpPr>
          <p:cNvPr id="16" name="TextBox 43"/>
          <p:cNvSpPr txBox="1">
            <a:spLocks noChangeArrowheads="1"/>
          </p:cNvSpPr>
          <p:nvPr/>
        </p:nvSpPr>
        <p:spPr bwMode="auto">
          <a:xfrm>
            <a:off x="5095478" y="6123210"/>
            <a:ext cx="2859087" cy="461962"/>
          </a:xfrm>
          <a:prstGeom prst="rect">
            <a:avLst/>
          </a:prstGeom>
          <a:noFill/>
          <a:ln w="9525">
            <a:noFill/>
            <a:miter lim="800000"/>
            <a:headEnd/>
            <a:tailEnd/>
          </a:ln>
        </p:spPr>
        <p:txBody>
          <a:bodyPr>
            <a:spAutoFit/>
          </a:bodyPr>
          <a:lstStyle/>
          <a:p>
            <a:pPr eaLnBrk="1" hangingPunct="1"/>
            <a:r>
              <a:rPr lang="zh-CN" altLang="en-US" sz="2400" dirty="0" smtClean="0">
                <a:solidFill>
                  <a:srgbClr val="FFFFFF"/>
                </a:solidFill>
                <a:latin typeface="微软雅黑" pitchFamily="34" charset="-122"/>
                <a:ea typeface="微软雅黑" pitchFamily="34" charset="-122"/>
              </a:rPr>
              <a:t>系统数据库设计</a:t>
            </a:r>
            <a:endParaRPr lang="zh-CN" altLang="en-US" sz="2400" dirty="0">
              <a:solidFill>
                <a:srgbClr val="FFFFFF"/>
              </a:solidFill>
              <a:latin typeface="微软雅黑" pitchFamily="34" charset="-122"/>
              <a:ea typeface="微软雅黑" pitchFamily="34" charset="-122"/>
            </a:endParaRPr>
          </a:p>
        </p:txBody>
      </p:sp>
    </p:spTree>
  </p:cSld>
  <p:clrMapOvr>
    <a:masterClrMapping/>
  </p:clrMapOvr>
  <p:transition advTm="8561"/>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6626"/>
                                        </p:tgtEl>
                                        <p:attrNameLst>
                                          <p:attrName>style.visibility</p:attrName>
                                        </p:attrNameLst>
                                      </p:cBhvr>
                                      <p:to>
                                        <p:strVal val="visible"/>
                                      </p:to>
                                    </p:set>
                                    <p:animEffect transition="in" filter="wheel(1)">
                                      <p:cBhvr>
                                        <p:cTn id="7" dur="2000"/>
                                        <p:tgtEl>
                                          <p:spTgt spid="26626"/>
                                        </p:tgtEl>
                                      </p:cBhvr>
                                    </p:animEffect>
                                  </p:childTnLst>
                                </p:cTn>
                              </p:par>
                            </p:childTnLst>
                          </p:cTn>
                        </p:par>
                        <p:par>
                          <p:cTn id="8" fill="hold" nodeType="afterGroup">
                            <p:stCondLst>
                              <p:cond delay="2000"/>
                            </p:stCondLst>
                            <p:childTnLst>
                              <p:par>
                                <p:cTn id="9" presetID="31" presetClass="entr" presetSubtype="0" fill="hold" grpId="0" nodeType="afterEffect">
                                  <p:stCondLst>
                                    <p:cond delay="0"/>
                                  </p:stCondLst>
                                  <p:childTnLst>
                                    <p:set>
                                      <p:cBhvr>
                                        <p:cTn id="10" dur="1" fill="hold">
                                          <p:stCondLst>
                                            <p:cond delay="0"/>
                                          </p:stCondLst>
                                        </p:cTn>
                                        <p:tgtEl>
                                          <p:spTgt spid="26630"/>
                                        </p:tgtEl>
                                        <p:attrNameLst>
                                          <p:attrName>style.visibility</p:attrName>
                                        </p:attrNameLst>
                                      </p:cBhvr>
                                      <p:to>
                                        <p:strVal val="visible"/>
                                      </p:to>
                                    </p:set>
                                    <p:anim calcmode="lin" valueType="num">
                                      <p:cBhvr>
                                        <p:cTn id="11" dur="400" fill="hold"/>
                                        <p:tgtEl>
                                          <p:spTgt spid="26630"/>
                                        </p:tgtEl>
                                        <p:attrNameLst>
                                          <p:attrName>ppt_w</p:attrName>
                                        </p:attrNameLst>
                                      </p:cBhvr>
                                      <p:tavLst>
                                        <p:tav tm="0">
                                          <p:val>
                                            <p:fltVal val="0"/>
                                          </p:val>
                                        </p:tav>
                                        <p:tav tm="100000">
                                          <p:val>
                                            <p:strVal val="#ppt_w"/>
                                          </p:val>
                                        </p:tav>
                                      </p:tavLst>
                                    </p:anim>
                                    <p:anim calcmode="lin" valueType="num">
                                      <p:cBhvr>
                                        <p:cTn id="12" dur="400" fill="hold"/>
                                        <p:tgtEl>
                                          <p:spTgt spid="26630"/>
                                        </p:tgtEl>
                                        <p:attrNameLst>
                                          <p:attrName>ppt_h</p:attrName>
                                        </p:attrNameLst>
                                      </p:cBhvr>
                                      <p:tavLst>
                                        <p:tav tm="0">
                                          <p:val>
                                            <p:fltVal val="0"/>
                                          </p:val>
                                        </p:tav>
                                        <p:tav tm="100000">
                                          <p:val>
                                            <p:strVal val="#ppt_h"/>
                                          </p:val>
                                        </p:tav>
                                      </p:tavLst>
                                    </p:anim>
                                    <p:anim calcmode="lin" valueType="num">
                                      <p:cBhvr>
                                        <p:cTn id="13" dur="400" fill="hold"/>
                                        <p:tgtEl>
                                          <p:spTgt spid="26630"/>
                                        </p:tgtEl>
                                        <p:attrNameLst>
                                          <p:attrName>style.rotation</p:attrName>
                                        </p:attrNameLst>
                                      </p:cBhvr>
                                      <p:tavLst>
                                        <p:tav tm="0">
                                          <p:val>
                                            <p:fltVal val="90"/>
                                          </p:val>
                                        </p:tav>
                                        <p:tav tm="100000">
                                          <p:val>
                                            <p:fltVal val="0"/>
                                          </p:val>
                                        </p:tav>
                                      </p:tavLst>
                                    </p:anim>
                                    <p:animEffect transition="in" filter="fade">
                                      <p:cBhvr>
                                        <p:cTn id="14" dur="400"/>
                                        <p:tgtEl>
                                          <p:spTgt spid="26630"/>
                                        </p:tgtEl>
                                      </p:cBhvr>
                                    </p:animEffect>
                                  </p:childTnLst>
                                </p:cTn>
                              </p:par>
                            </p:childTnLst>
                          </p:cTn>
                        </p:par>
                        <p:par>
                          <p:cTn id="15" fill="hold" nodeType="afterGroup">
                            <p:stCondLst>
                              <p:cond delay="2400"/>
                            </p:stCondLst>
                            <p:childTnLst>
                              <p:par>
                                <p:cTn id="16" presetID="16" presetClass="entr" presetSubtype="21" fill="hold" grpId="0" nodeType="afterEffect">
                                  <p:stCondLst>
                                    <p:cond delay="0"/>
                                  </p:stCondLst>
                                  <p:childTnLst>
                                    <p:set>
                                      <p:cBhvr>
                                        <p:cTn id="17" dur="1" fill="hold">
                                          <p:stCondLst>
                                            <p:cond delay="0"/>
                                          </p:stCondLst>
                                        </p:cTn>
                                        <p:tgtEl>
                                          <p:spTgt spid="26627"/>
                                        </p:tgtEl>
                                        <p:attrNameLst>
                                          <p:attrName>style.visibility</p:attrName>
                                        </p:attrNameLst>
                                      </p:cBhvr>
                                      <p:to>
                                        <p:strVal val="visible"/>
                                      </p:to>
                                    </p:set>
                                    <p:animEffect transition="in" filter="barn(inVertical)">
                                      <p:cBhvr>
                                        <p:cTn id="18" dur="500"/>
                                        <p:tgtEl>
                                          <p:spTgt spid="26627"/>
                                        </p:tgtEl>
                                      </p:cBhvr>
                                    </p:animEffect>
                                  </p:childTnLst>
                                </p:cTn>
                              </p:par>
                            </p:childTnLst>
                          </p:cTn>
                        </p:par>
                        <p:par>
                          <p:cTn id="19" fill="hold" nodeType="afterGroup">
                            <p:stCondLst>
                              <p:cond delay="2900"/>
                            </p:stCondLst>
                            <p:childTnLst>
                              <p:par>
                                <p:cTn id="20" presetID="22" presetClass="entr" presetSubtype="1" fill="hold" grpId="0" nodeType="afterEffect">
                                  <p:stCondLst>
                                    <p:cond delay="0"/>
                                  </p:stCondLst>
                                  <p:childTnLst>
                                    <p:set>
                                      <p:cBhvr>
                                        <p:cTn id="21" dur="1" fill="hold">
                                          <p:stCondLst>
                                            <p:cond delay="0"/>
                                          </p:stCondLst>
                                        </p:cTn>
                                        <p:tgtEl>
                                          <p:spTgt spid="26628"/>
                                        </p:tgtEl>
                                        <p:attrNameLst>
                                          <p:attrName>style.visibility</p:attrName>
                                        </p:attrNameLst>
                                      </p:cBhvr>
                                      <p:to>
                                        <p:strVal val="visible"/>
                                      </p:to>
                                    </p:set>
                                    <p:animEffect transition="in" filter="wipe(up)">
                                      <p:cBhvr>
                                        <p:cTn id="22" dur="500"/>
                                        <p:tgtEl>
                                          <p:spTgt spid="26628"/>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26629"/>
                                        </p:tgtEl>
                                        <p:attrNameLst>
                                          <p:attrName>style.visibility</p:attrName>
                                        </p:attrNameLst>
                                      </p:cBhvr>
                                      <p:to>
                                        <p:strVal val="visible"/>
                                      </p:to>
                                    </p:set>
                                    <p:animEffect transition="in" filter="wipe(down)">
                                      <p:cBhvr>
                                        <p:cTn id="25" dur="500"/>
                                        <p:tgtEl>
                                          <p:spTgt spid="26629"/>
                                        </p:tgtEl>
                                      </p:cBhvr>
                                    </p:animEffect>
                                  </p:childTnLst>
                                </p:cTn>
                              </p:par>
                            </p:childTnLst>
                          </p:cTn>
                        </p:par>
                        <p:par>
                          <p:cTn id="26" fill="hold" nodeType="afterGroup">
                            <p:stCondLst>
                              <p:cond delay="3400"/>
                            </p:stCondLst>
                            <p:childTnLst>
                              <p:par>
                                <p:cTn id="27" presetID="2" presetClass="entr" presetSubtype="12" fill="hold" grpId="0" nodeType="afterEffect">
                                  <p:stCondLst>
                                    <p:cond delay="0"/>
                                  </p:stCondLst>
                                  <p:childTnLst>
                                    <p:set>
                                      <p:cBhvr>
                                        <p:cTn id="28" dur="1" fill="hold">
                                          <p:stCondLst>
                                            <p:cond delay="0"/>
                                          </p:stCondLst>
                                        </p:cTn>
                                        <p:tgtEl>
                                          <p:spTgt spid="26631"/>
                                        </p:tgtEl>
                                        <p:attrNameLst>
                                          <p:attrName>style.visibility</p:attrName>
                                        </p:attrNameLst>
                                      </p:cBhvr>
                                      <p:to>
                                        <p:strVal val="visible"/>
                                      </p:to>
                                    </p:set>
                                    <p:anim calcmode="lin" valueType="num">
                                      <p:cBhvr additive="base">
                                        <p:cTn id="29" dur="500" fill="hold"/>
                                        <p:tgtEl>
                                          <p:spTgt spid="26631"/>
                                        </p:tgtEl>
                                        <p:attrNameLst>
                                          <p:attrName>ppt_x</p:attrName>
                                        </p:attrNameLst>
                                      </p:cBhvr>
                                      <p:tavLst>
                                        <p:tav tm="0">
                                          <p:val>
                                            <p:strVal val="0-#ppt_w/2"/>
                                          </p:val>
                                        </p:tav>
                                        <p:tav tm="100000">
                                          <p:val>
                                            <p:strVal val="#ppt_x"/>
                                          </p:val>
                                        </p:tav>
                                      </p:tavLst>
                                    </p:anim>
                                    <p:anim calcmode="lin" valueType="num">
                                      <p:cBhvr additive="base">
                                        <p:cTn id="30" dur="500" fill="hold"/>
                                        <p:tgtEl>
                                          <p:spTgt spid="26631"/>
                                        </p:tgtEl>
                                        <p:attrNameLst>
                                          <p:attrName>ppt_y</p:attrName>
                                        </p:attrNameLst>
                                      </p:cBhvr>
                                      <p:tavLst>
                                        <p:tav tm="0">
                                          <p:val>
                                            <p:strVal val="1+#ppt_h/2"/>
                                          </p:val>
                                        </p:tav>
                                        <p:tav tm="100000">
                                          <p:val>
                                            <p:strVal val="#ppt_y"/>
                                          </p:val>
                                        </p:tav>
                                      </p:tavLst>
                                    </p:anim>
                                  </p:childTnLst>
                                </p:cTn>
                              </p:par>
                            </p:childTnLst>
                          </p:cTn>
                        </p:par>
                        <p:par>
                          <p:cTn id="31" fill="hold" nodeType="afterGroup">
                            <p:stCondLst>
                              <p:cond delay="3900"/>
                            </p:stCondLst>
                            <p:childTnLst>
                              <p:par>
                                <p:cTn id="32" presetID="22" presetClass="entr" presetSubtype="8" fill="hold" grpId="0" nodeType="afterEffect">
                                  <p:stCondLst>
                                    <p:cond delay="0"/>
                                  </p:stCondLst>
                                  <p:childTnLst>
                                    <p:set>
                                      <p:cBhvr>
                                        <p:cTn id="33" dur="1" fill="hold">
                                          <p:stCondLst>
                                            <p:cond delay="0"/>
                                          </p:stCondLst>
                                        </p:cTn>
                                        <p:tgtEl>
                                          <p:spTgt spid="26634"/>
                                        </p:tgtEl>
                                        <p:attrNameLst>
                                          <p:attrName>style.visibility</p:attrName>
                                        </p:attrNameLst>
                                      </p:cBhvr>
                                      <p:to>
                                        <p:strVal val="visible"/>
                                      </p:to>
                                    </p:set>
                                    <p:animEffect transition="in" filter="wipe(left)">
                                      <p:cBhvr>
                                        <p:cTn id="34" dur="500"/>
                                        <p:tgtEl>
                                          <p:spTgt spid="26634"/>
                                        </p:tgtEl>
                                      </p:cBhvr>
                                    </p:animEffect>
                                  </p:childTnLst>
                                </p:cTn>
                              </p:par>
                            </p:childTnLst>
                          </p:cTn>
                        </p:par>
                        <p:par>
                          <p:cTn id="35" fill="hold">
                            <p:stCondLst>
                              <p:cond delay="4400"/>
                            </p:stCondLst>
                            <p:childTnLst>
                              <p:par>
                                <p:cTn id="36" presetID="2" presetClass="entr" presetSubtype="12" fill="hold" grpId="0" nodeType="afterEffect">
                                  <p:stCondLst>
                                    <p:cond delay="0"/>
                                  </p:stCondLst>
                                  <p:childTnLst>
                                    <p:set>
                                      <p:cBhvr>
                                        <p:cTn id="37" dur="1" fill="hold">
                                          <p:stCondLst>
                                            <p:cond delay="0"/>
                                          </p:stCondLst>
                                        </p:cTn>
                                        <p:tgtEl>
                                          <p:spTgt spid="13"/>
                                        </p:tgtEl>
                                        <p:attrNameLst>
                                          <p:attrName>style.visibility</p:attrName>
                                        </p:attrNameLst>
                                      </p:cBhvr>
                                      <p:to>
                                        <p:strVal val="visible"/>
                                      </p:to>
                                    </p:set>
                                    <p:anim calcmode="lin" valueType="num">
                                      <p:cBhvr additive="base">
                                        <p:cTn id="38" dur="500" fill="hold"/>
                                        <p:tgtEl>
                                          <p:spTgt spid="13"/>
                                        </p:tgtEl>
                                        <p:attrNameLst>
                                          <p:attrName>ppt_x</p:attrName>
                                        </p:attrNameLst>
                                      </p:cBhvr>
                                      <p:tavLst>
                                        <p:tav tm="0">
                                          <p:val>
                                            <p:strVal val="0-#ppt_w/2"/>
                                          </p:val>
                                        </p:tav>
                                        <p:tav tm="100000">
                                          <p:val>
                                            <p:strVal val="#ppt_x"/>
                                          </p:val>
                                        </p:tav>
                                      </p:tavLst>
                                    </p:anim>
                                    <p:anim calcmode="lin" valueType="num">
                                      <p:cBhvr additive="base">
                                        <p:cTn id="39" dur="500" fill="hold"/>
                                        <p:tgtEl>
                                          <p:spTgt spid="13"/>
                                        </p:tgtEl>
                                        <p:attrNameLst>
                                          <p:attrName>ppt_y</p:attrName>
                                        </p:attrNameLst>
                                      </p:cBhvr>
                                      <p:tavLst>
                                        <p:tav tm="0">
                                          <p:val>
                                            <p:strVal val="1+#ppt_h/2"/>
                                          </p:val>
                                        </p:tav>
                                        <p:tav tm="100000">
                                          <p:val>
                                            <p:strVal val="#ppt_y"/>
                                          </p:val>
                                        </p:tav>
                                      </p:tavLst>
                                    </p:anim>
                                  </p:childTnLst>
                                </p:cTn>
                              </p:par>
                            </p:childTnLst>
                          </p:cTn>
                        </p:par>
                        <p:par>
                          <p:cTn id="40" fill="hold">
                            <p:stCondLst>
                              <p:cond delay="4900"/>
                            </p:stCondLst>
                            <p:childTnLst>
                              <p:par>
                                <p:cTn id="41" presetID="22" presetClass="entr" presetSubtype="8" fill="hold" grpId="0"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ipe(left)">
                                      <p:cBhvr>
                                        <p:cTn id="43" dur="500"/>
                                        <p:tgtEl>
                                          <p:spTgt spid="14"/>
                                        </p:tgtEl>
                                      </p:cBhvr>
                                    </p:animEffect>
                                  </p:childTnLst>
                                </p:cTn>
                              </p:par>
                            </p:childTnLst>
                          </p:cTn>
                        </p:par>
                        <p:par>
                          <p:cTn id="44" fill="hold">
                            <p:stCondLst>
                              <p:cond delay="5400"/>
                            </p:stCondLst>
                            <p:childTnLst>
                              <p:par>
                                <p:cTn id="45" presetID="2" presetClass="entr" presetSubtype="12" fill="hold" grpId="0" nodeType="after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500" fill="hold"/>
                                        <p:tgtEl>
                                          <p:spTgt spid="15"/>
                                        </p:tgtEl>
                                        <p:attrNameLst>
                                          <p:attrName>ppt_x</p:attrName>
                                        </p:attrNameLst>
                                      </p:cBhvr>
                                      <p:tavLst>
                                        <p:tav tm="0">
                                          <p:val>
                                            <p:strVal val="0-#ppt_w/2"/>
                                          </p:val>
                                        </p:tav>
                                        <p:tav tm="100000">
                                          <p:val>
                                            <p:strVal val="#ppt_x"/>
                                          </p:val>
                                        </p:tav>
                                      </p:tavLst>
                                    </p:anim>
                                    <p:anim calcmode="lin" valueType="num">
                                      <p:cBhvr additive="base">
                                        <p:cTn id="48" dur="500" fill="hold"/>
                                        <p:tgtEl>
                                          <p:spTgt spid="15"/>
                                        </p:tgtEl>
                                        <p:attrNameLst>
                                          <p:attrName>ppt_y</p:attrName>
                                        </p:attrNameLst>
                                      </p:cBhvr>
                                      <p:tavLst>
                                        <p:tav tm="0">
                                          <p:val>
                                            <p:strVal val="1+#ppt_h/2"/>
                                          </p:val>
                                        </p:tav>
                                        <p:tav tm="100000">
                                          <p:val>
                                            <p:strVal val="#ppt_y"/>
                                          </p:val>
                                        </p:tav>
                                      </p:tavLst>
                                    </p:anim>
                                  </p:childTnLst>
                                </p:cTn>
                              </p:par>
                            </p:childTnLst>
                          </p:cTn>
                        </p:par>
                        <p:par>
                          <p:cTn id="49" fill="hold">
                            <p:stCondLst>
                              <p:cond delay="5900"/>
                            </p:stCondLst>
                            <p:childTnLst>
                              <p:par>
                                <p:cTn id="50" presetID="22" presetClass="entr" presetSubtype="8"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wipe(left)">
                                      <p:cBhvr>
                                        <p:cTn id="5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animBg="1" autoUpdateAnimBg="0"/>
      <p:bldP spid="26627" grpId="0" animBg="1"/>
      <p:bldP spid="26628" grpId="0" autoUpdateAnimBg="0"/>
      <p:bldP spid="26629" grpId="0" autoUpdateAnimBg="0"/>
      <p:bldP spid="26630" grpId="0" animBg="1"/>
      <p:bldP spid="26631" grpId="0" animBg="1" autoUpdateAnimBg="0"/>
      <p:bldP spid="26634" grpId="0" autoUpdateAnimBg="0"/>
      <p:bldP spid="13" grpId="0" animBg="1" autoUpdateAnimBg="0"/>
      <p:bldP spid="14" grpId="0" autoUpdateAnimBg="0"/>
      <p:bldP spid="15" grpId="0" animBg="1" autoUpdateAnimBg="0"/>
      <p:bldP spid="16"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Box 27"/>
          <p:cNvSpPr txBox="1">
            <a:spLocks noChangeArrowheads="1"/>
          </p:cNvSpPr>
          <p:nvPr/>
        </p:nvSpPr>
        <p:spPr bwMode="auto">
          <a:xfrm>
            <a:off x="1012825" y="176213"/>
            <a:ext cx="3191899"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4.1 </a:t>
            </a:r>
            <a:r>
              <a:rPr lang="zh-CN" altLang="en-US" sz="3000" b="1" dirty="0" smtClean="0">
                <a:solidFill>
                  <a:schemeClr val="accent1"/>
                </a:solidFill>
                <a:latin typeface="微软雅黑" pitchFamily="34" charset="-122"/>
                <a:ea typeface="微软雅黑" pitchFamily="34" charset="-122"/>
              </a:rPr>
              <a:t>系统架构设计</a:t>
            </a:r>
            <a:endParaRPr lang="zh-CN" altLang="en-US" sz="3000" b="1" dirty="0">
              <a:solidFill>
                <a:schemeClr val="accent1"/>
              </a:solidFill>
              <a:latin typeface="微软雅黑" pitchFamily="34" charset="-122"/>
              <a:ea typeface="微软雅黑" pitchFamily="34" charset="-122"/>
            </a:endParaRPr>
          </a:p>
        </p:txBody>
      </p:sp>
      <p:sp>
        <p:nvSpPr>
          <p:cNvPr id="21507"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round/>
            <a:headEnd/>
            <a:tailEnd/>
          </a:ln>
        </p:spPr>
        <p:txBody>
          <a:bodyPr/>
          <a:lstStyle/>
          <a:p>
            <a:endParaRPr lang="zh-CN" altLang="en-US"/>
          </a:p>
        </p:txBody>
      </p:sp>
      <p:sp>
        <p:nvSpPr>
          <p:cNvPr id="23554" name="Rectangle 2"/>
          <p:cNvSpPr>
            <a:spLocks noChangeArrowheads="1"/>
          </p:cNvSpPr>
          <p:nvPr/>
        </p:nvSpPr>
        <p:spPr bwMode="auto">
          <a:xfrm>
            <a:off x="0" y="0"/>
            <a:ext cx="12196763"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3553" name="Object 1"/>
          <p:cNvGraphicFramePr>
            <a:graphicFrameLocks noChangeAspect="1"/>
          </p:cNvGraphicFramePr>
          <p:nvPr/>
        </p:nvGraphicFramePr>
        <p:xfrm>
          <a:off x="4370189" y="216024"/>
          <a:ext cx="4928002" cy="6453336"/>
        </p:xfrm>
        <a:graphic>
          <a:graphicData uri="http://schemas.openxmlformats.org/presentationml/2006/ole">
            <mc:AlternateContent xmlns:mc="http://schemas.openxmlformats.org/markup-compatibility/2006">
              <mc:Choice xmlns:v="urn:schemas-microsoft-com:vml" Requires="v">
                <p:oleObj spid="_x0000_s23556" name="Visio" r:id="rId3" imgW="6191177" imgH="8115390" progId="Visio.Drawing.15">
                  <p:embed/>
                </p:oleObj>
              </mc:Choice>
              <mc:Fallback>
                <p:oleObj name="Visio" r:id="rId3" imgW="6191177" imgH="8115390" progId="Visio.Drawing.15">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70189" y="216024"/>
                        <a:ext cx="4928002" cy="64533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1507"/>
                                        </p:tgtEl>
                                        <p:attrNameLst>
                                          <p:attrName>style.visibility</p:attrName>
                                        </p:attrNameLst>
                                      </p:cBhvr>
                                      <p:to>
                                        <p:strVal val="visible"/>
                                      </p:to>
                                    </p:set>
                                    <p:anim calcmode="lin" valueType="num">
                                      <p:cBhvr>
                                        <p:cTn id="7" dur="300" fill="hold"/>
                                        <p:tgtEl>
                                          <p:spTgt spid="21507"/>
                                        </p:tgtEl>
                                        <p:attrNameLst>
                                          <p:attrName>ppt_w</p:attrName>
                                        </p:attrNameLst>
                                      </p:cBhvr>
                                      <p:tavLst>
                                        <p:tav tm="0">
                                          <p:val>
                                            <p:fltVal val="0"/>
                                          </p:val>
                                        </p:tav>
                                        <p:tav tm="100000">
                                          <p:val>
                                            <p:strVal val="#ppt_w"/>
                                          </p:val>
                                        </p:tav>
                                      </p:tavLst>
                                    </p:anim>
                                    <p:anim calcmode="lin" valueType="num">
                                      <p:cBhvr>
                                        <p:cTn id="8" dur="300" fill="hold"/>
                                        <p:tgtEl>
                                          <p:spTgt spid="21507"/>
                                        </p:tgtEl>
                                        <p:attrNameLst>
                                          <p:attrName>ppt_h</p:attrName>
                                        </p:attrNameLst>
                                      </p:cBhvr>
                                      <p:tavLst>
                                        <p:tav tm="0">
                                          <p:val>
                                            <p:fltVal val="0"/>
                                          </p:val>
                                        </p:tav>
                                        <p:tav tm="100000">
                                          <p:val>
                                            <p:strVal val="#ppt_h"/>
                                          </p:val>
                                        </p:tav>
                                      </p:tavLst>
                                    </p:anim>
                                    <p:anim calcmode="lin" valueType="num">
                                      <p:cBhvr>
                                        <p:cTn id="9" dur="300" fill="hold"/>
                                        <p:tgtEl>
                                          <p:spTgt spid="21507"/>
                                        </p:tgtEl>
                                        <p:attrNameLst>
                                          <p:attrName>style.rotation</p:attrName>
                                        </p:attrNameLst>
                                      </p:cBhvr>
                                      <p:tavLst>
                                        <p:tav tm="0">
                                          <p:val>
                                            <p:fltVal val="90"/>
                                          </p:val>
                                        </p:tav>
                                        <p:tav tm="100000">
                                          <p:val>
                                            <p:fltVal val="0"/>
                                          </p:val>
                                        </p:tav>
                                      </p:tavLst>
                                    </p:anim>
                                    <p:animEffect transition="in" filter="fade">
                                      <p:cBhvr>
                                        <p:cTn id="10" dur="300"/>
                                        <p:tgtEl>
                                          <p:spTgt spid="21507"/>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1506"/>
                                        </p:tgtEl>
                                        <p:attrNameLst>
                                          <p:attrName>style.visibility</p:attrName>
                                        </p:attrNameLst>
                                      </p:cBhvr>
                                      <p:to>
                                        <p:strVal val="visible"/>
                                      </p:to>
                                    </p:set>
                                    <p:anim calcmode="lin" valueType="num">
                                      <p:cBhvr>
                                        <p:cTn id="14" dur="400" fill="hold"/>
                                        <p:tgtEl>
                                          <p:spTgt spid="21506"/>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1506"/>
                                        </p:tgtEl>
                                        <p:attrNameLst>
                                          <p:attrName>ppt_y</p:attrName>
                                        </p:attrNameLst>
                                      </p:cBhvr>
                                      <p:tavLst>
                                        <p:tav tm="0">
                                          <p:val>
                                            <p:strVal val="#ppt_y"/>
                                          </p:val>
                                        </p:tav>
                                        <p:tav tm="100000">
                                          <p:val>
                                            <p:strVal val="#ppt_y"/>
                                          </p:val>
                                        </p:tav>
                                      </p:tavLst>
                                    </p:anim>
                                    <p:anim calcmode="lin" valueType="num">
                                      <p:cBhvr>
                                        <p:cTn id="16" dur="400" fill="hold"/>
                                        <p:tgtEl>
                                          <p:spTgt spid="21506"/>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1506"/>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15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 grpId="0" autoUpdateAnimBg="0"/>
      <p:bldP spid="2150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Box 27"/>
          <p:cNvSpPr txBox="1">
            <a:spLocks noChangeArrowheads="1"/>
          </p:cNvSpPr>
          <p:nvPr/>
        </p:nvSpPr>
        <p:spPr bwMode="auto">
          <a:xfrm>
            <a:off x="1012825" y="176213"/>
            <a:ext cx="3191899"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4.2 </a:t>
            </a:r>
            <a:r>
              <a:rPr lang="zh-CN" altLang="en-US" sz="3000" b="1" dirty="0" smtClean="0">
                <a:solidFill>
                  <a:schemeClr val="accent1"/>
                </a:solidFill>
                <a:latin typeface="微软雅黑" pitchFamily="34" charset="-122"/>
                <a:ea typeface="微软雅黑" pitchFamily="34" charset="-122"/>
              </a:rPr>
              <a:t>系统功能设计</a:t>
            </a:r>
            <a:endParaRPr lang="zh-CN" altLang="en-US" sz="3000" b="1" dirty="0">
              <a:solidFill>
                <a:schemeClr val="accent1"/>
              </a:solidFill>
              <a:latin typeface="微软雅黑" pitchFamily="34" charset="-122"/>
              <a:ea typeface="微软雅黑" pitchFamily="34" charset="-122"/>
            </a:endParaRPr>
          </a:p>
        </p:txBody>
      </p:sp>
      <p:sp>
        <p:nvSpPr>
          <p:cNvPr id="23555"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round/>
            <a:headEnd/>
            <a:tailEnd/>
          </a:ln>
        </p:spPr>
        <p:txBody>
          <a:bodyPr/>
          <a:lstStyle/>
          <a:p>
            <a:endParaRPr lang="zh-CN" altLang="en-US"/>
          </a:p>
        </p:txBody>
      </p:sp>
      <p:sp>
        <p:nvSpPr>
          <p:cNvPr id="69634" name="Rectangle 2"/>
          <p:cNvSpPr>
            <a:spLocks noChangeArrowheads="1"/>
          </p:cNvSpPr>
          <p:nvPr/>
        </p:nvSpPr>
        <p:spPr bwMode="auto">
          <a:xfrm>
            <a:off x="0" y="0"/>
            <a:ext cx="12196763"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9633" name="Object 1"/>
          <p:cNvGraphicFramePr>
            <a:graphicFrameLocks noChangeAspect="1"/>
          </p:cNvGraphicFramePr>
          <p:nvPr/>
        </p:nvGraphicFramePr>
        <p:xfrm>
          <a:off x="4101907" y="72008"/>
          <a:ext cx="6244946" cy="6669360"/>
        </p:xfrm>
        <a:graphic>
          <a:graphicData uri="http://schemas.openxmlformats.org/presentationml/2006/ole">
            <mc:AlternateContent xmlns:mc="http://schemas.openxmlformats.org/markup-compatibility/2006">
              <mc:Choice xmlns:v="urn:schemas-microsoft-com:vml" Requires="v">
                <p:oleObj spid="_x0000_s69636" name="Visio" r:id="rId3" imgW="6467381" imgH="6924636" progId="Visio.Drawing.15">
                  <p:embed/>
                </p:oleObj>
              </mc:Choice>
              <mc:Fallback>
                <p:oleObj name="Visio" r:id="rId3" imgW="6467381" imgH="6924636" progId="Visio.Drawing.15">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01907" y="72008"/>
                        <a:ext cx="6244946" cy="66693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 name="矩形 29"/>
          <p:cNvSpPr/>
          <p:nvPr/>
        </p:nvSpPr>
        <p:spPr>
          <a:xfrm>
            <a:off x="394597" y="961192"/>
            <a:ext cx="3262432"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考生用户考试申请流程</a:t>
            </a:r>
            <a:endParaRPr lang="en-US" altLang="zh-CN" sz="2400" b="1" dirty="0" smtClean="0">
              <a:solidFill>
                <a:srgbClr val="F8F8F8"/>
              </a:solidFill>
              <a:latin typeface="+mn-ea"/>
              <a:ea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3555"/>
                                        </p:tgtEl>
                                        <p:attrNameLst>
                                          <p:attrName>style.visibility</p:attrName>
                                        </p:attrNameLst>
                                      </p:cBhvr>
                                      <p:to>
                                        <p:strVal val="visible"/>
                                      </p:to>
                                    </p:set>
                                    <p:anim calcmode="lin" valueType="num">
                                      <p:cBhvr>
                                        <p:cTn id="7" dur="300" fill="hold"/>
                                        <p:tgtEl>
                                          <p:spTgt spid="23555"/>
                                        </p:tgtEl>
                                        <p:attrNameLst>
                                          <p:attrName>ppt_w</p:attrName>
                                        </p:attrNameLst>
                                      </p:cBhvr>
                                      <p:tavLst>
                                        <p:tav tm="0">
                                          <p:val>
                                            <p:fltVal val="0"/>
                                          </p:val>
                                        </p:tav>
                                        <p:tav tm="100000">
                                          <p:val>
                                            <p:strVal val="#ppt_w"/>
                                          </p:val>
                                        </p:tav>
                                      </p:tavLst>
                                    </p:anim>
                                    <p:anim calcmode="lin" valueType="num">
                                      <p:cBhvr>
                                        <p:cTn id="8" dur="300" fill="hold"/>
                                        <p:tgtEl>
                                          <p:spTgt spid="23555"/>
                                        </p:tgtEl>
                                        <p:attrNameLst>
                                          <p:attrName>ppt_h</p:attrName>
                                        </p:attrNameLst>
                                      </p:cBhvr>
                                      <p:tavLst>
                                        <p:tav tm="0">
                                          <p:val>
                                            <p:fltVal val="0"/>
                                          </p:val>
                                        </p:tav>
                                        <p:tav tm="100000">
                                          <p:val>
                                            <p:strVal val="#ppt_h"/>
                                          </p:val>
                                        </p:tav>
                                      </p:tavLst>
                                    </p:anim>
                                    <p:anim calcmode="lin" valueType="num">
                                      <p:cBhvr>
                                        <p:cTn id="9" dur="300" fill="hold"/>
                                        <p:tgtEl>
                                          <p:spTgt spid="23555"/>
                                        </p:tgtEl>
                                        <p:attrNameLst>
                                          <p:attrName>style.rotation</p:attrName>
                                        </p:attrNameLst>
                                      </p:cBhvr>
                                      <p:tavLst>
                                        <p:tav tm="0">
                                          <p:val>
                                            <p:fltVal val="90"/>
                                          </p:val>
                                        </p:tav>
                                        <p:tav tm="100000">
                                          <p:val>
                                            <p:fltVal val="0"/>
                                          </p:val>
                                        </p:tav>
                                      </p:tavLst>
                                    </p:anim>
                                    <p:animEffect transition="in" filter="fade">
                                      <p:cBhvr>
                                        <p:cTn id="10" dur="300"/>
                                        <p:tgtEl>
                                          <p:spTgt spid="23555"/>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3554"/>
                                        </p:tgtEl>
                                        <p:attrNameLst>
                                          <p:attrName>style.visibility</p:attrName>
                                        </p:attrNameLst>
                                      </p:cBhvr>
                                      <p:to>
                                        <p:strVal val="visible"/>
                                      </p:to>
                                    </p:set>
                                    <p:anim calcmode="lin" valueType="num">
                                      <p:cBhvr>
                                        <p:cTn id="14" dur="400" fill="hold"/>
                                        <p:tgtEl>
                                          <p:spTgt spid="2355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3554"/>
                                        </p:tgtEl>
                                        <p:attrNameLst>
                                          <p:attrName>ppt_y</p:attrName>
                                        </p:attrNameLst>
                                      </p:cBhvr>
                                      <p:tavLst>
                                        <p:tav tm="0">
                                          <p:val>
                                            <p:strVal val="#ppt_y"/>
                                          </p:val>
                                        </p:tav>
                                        <p:tav tm="100000">
                                          <p:val>
                                            <p:strVal val="#ppt_y"/>
                                          </p:val>
                                        </p:tav>
                                      </p:tavLst>
                                    </p:anim>
                                    <p:anim calcmode="lin" valueType="num">
                                      <p:cBhvr>
                                        <p:cTn id="16" dur="400" fill="hold"/>
                                        <p:tgtEl>
                                          <p:spTgt spid="2355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355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3554"/>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wipe(left)">
                                      <p:cBhvr>
                                        <p:cTn id="21"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autoUpdateAnimBg="0"/>
      <p:bldP spid="23555" grpId="0" animBg="1"/>
      <p:bldP spid="3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Box 27"/>
          <p:cNvSpPr txBox="1">
            <a:spLocks noChangeArrowheads="1"/>
          </p:cNvSpPr>
          <p:nvPr/>
        </p:nvSpPr>
        <p:spPr bwMode="auto">
          <a:xfrm>
            <a:off x="1012825" y="176213"/>
            <a:ext cx="3191899"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4.2 </a:t>
            </a:r>
            <a:r>
              <a:rPr lang="zh-CN" altLang="en-US" sz="3000" b="1" dirty="0" smtClean="0">
                <a:solidFill>
                  <a:schemeClr val="accent1"/>
                </a:solidFill>
                <a:latin typeface="微软雅黑" pitchFamily="34" charset="-122"/>
                <a:ea typeface="微软雅黑" pitchFamily="34" charset="-122"/>
              </a:rPr>
              <a:t>系统功能设计</a:t>
            </a:r>
            <a:endParaRPr lang="zh-CN" altLang="en-US" sz="3000" b="1" dirty="0">
              <a:solidFill>
                <a:schemeClr val="accent1"/>
              </a:solidFill>
              <a:latin typeface="微软雅黑" pitchFamily="34" charset="-122"/>
              <a:ea typeface="微软雅黑" pitchFamily="34" charset="-122"/>
            </a:endParaRPr>
          </a:p>
        </p:txBody>
      </p:sp>
      <p:sp>
        <p:nvSpPr>
          <p:cNvPr id="23555"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round/>
            <a:headEnd/>
            <a:tailEnd/>
          </a:ln>
        </p:spPr>
        <p:txBody>
          <a:bodyPr/>
          <a:lstStyle/>
          <a:p>
            <a:endParaRPr lang="zh-CN" altLang="en-US"/>
          </a:p>
        </p:txBody>
      </p:sp>
      <p:sp>
        <p:nvSpPr>
          <p:cNvPr id="69634" name="Rectangle 2"/>
          <p:cNvSpPr>
            <a:spLocks noChangeArrowheads="1"/>
          </p:cNvSpPr>
          <p:nvPr/>
        </p:nvSpPr>
        <p:spPr bwMode="auto">
          <a:xfrm>
            <a:off x="0" y="0"/>
            <a:ext cx="12196763"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30" name="矩形 29"/>
          <p:cNvSpPr/>
          <p:nvPr/>
        </p:nvSpPr>
        <p:spPr>
          <a:xfrm>
            <a:off x="394597" y="961192"/>
            <a:ext cx="3570208"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管理员用户信息管理流程</a:t>
            </a:r>
            <a:endParaRPr lang="en-US" altLang="zh-CN" sz="2400" b="1" dirty="0" smtClean="0">
              <a:solidFill>
                <a:srgbClr val="F8F8F8"/>
              </a:solidFill>
              <a:latin typeface="+mn-ea"/>
              <a:ea typeface="+mn-ea"/>
            </a:endParaRPr>
          </a:p>
        </p:txBody>
      </p:sp>
      <p:sp>
        <p:nvSpPr>
          <p:cNvPr id="70660" name="Rectangle 4"/>
          <p:cNvSpPr>
            <a:spLocks noChangeArrowheads="1"/>
          </p:cNvSpPr>
          <p:nvPr/>
        </p:nvSpPr>
        <p:spPr bwMode="auto">
          <a:xfrm>
            <a:off x="0" y="0"/>
            <a:ext cx="12196763"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0659" name="Object 3"/>
          <p:cNvGraphicFramePr>
            <a:graphicFrameLocks noChangeAspect="1"/>
          </p:cNvGraphicFramePr>
          <p:nvPr/>
        </p:nvGraphicFramePr>
        <p:xfrm>
          <a:off x="6026373" y="44624"/>
          <a:ext cx="4038600" cy="6543675"/>
        </p:xfrm>
        <a:graphic>
          <a:graphicData uri="http://schemas.openxmlformats.org/presentationml/2006/ole">
            <mc:AlternateContent xmlns:mc="http://schemas.openxmlformats.org/markup-compatibility/2006">
              <mc:Choice xmlns:v="urn:schemas-microsoft-com:vml" Requires="v">
                <p:oleObj spid="_x0000_s70662" name="Visio" r:id="rId3" imgW="5762746" imgH="9372510" progId="Visio.Drawing.15">
                  <p:embed/>
                </p:oleObj>
              </mc:Choice>
              <mc:Fallback>
                <p:oleObj name="Visio" r:id="rId3" imgW="5762746" imgH="9372510" progId="Visio.Drawing.15">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26373" y="44624"/>
                        <a:ext cx="4038600" cy="6543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3555"/>
                                        </p:tgtEl>
                                        <p:attrNameLst>
                                          <p:attrName>style.visibility</p:attrName>
                                        </p:attrNameLst>
                                      </p:cBhvr>
                                      <p:to>
                                        <p:strVal val="visible"/>
                                      </p:to>
                                    </p:set>
                                    <p:anim calcmode="lin" valueType="num">
                                      <p:cBhvr>
                                        <p:cTn id="7" dur="300" fill="hold"/>
                                        <p:tgtEl>
                                          <p:spTgt spid="23555"/>
                                        </p:tgtEl>
                                        <p:attrNameLst>
                                          <p:attrName>ppt_w</p:attrName>
                                        </p:attrNameLst>
                                      </p:cBhvr>
                                      <p:tavLst>
                                        <p:tav tm="0">
                                          <p:val>
                                            <p:fltVal val="0"/>
                                          </p:val>
                                        </p:tav>
                                        <p:tav tm="100000">
                                          <p:val>
                                            <p:strVal val="#ppt_w"/>
                                          </p:val>
                                        </p:tav>
                                      </p:tavLst>
                                    </p:anim>
                                    <p:anim calcmode="lin" valueType="num">
                                      <p:cBhvr>
                                        <p:cTn id="8" dur="300" fill="hold"/>
                                        <p:tgtEl>
                                          <p:spTgt spid="23555"/>
                                        </p:tgtEl>
                                        <p:attrNameLst>
                                          <p:attrName>ppt_h</p:attrName>
                                        </p:attrNameLst>
                                      </p:cBhvr>
                                      <p:tavLst>
                                        <p:tav tm="0">
                                          <p:val>
                                            <p:fltVal val="0"/>
                                          </p:val>
                                        </p:tav>
                                        <p:tav tm="100000">
                                          <p:val>
                                            <p:strVal val="#ppt_h"/>
                                          </p:val>
                                        </p:tav>
                                      </p:tavLst>
                                    </p:anim>
                                    <p:anim calcmode="lin" valueType="num">
                                      <p:cBhvr>
                                        <p:cTn id="9" dur="300" fill="hold"/>
                                        <p:tgtEl>
                                          <p:spTgt spid="23555"/>
                                        </p:tgtEl>
                                        <p:attrNameLst>
                                          <p:attrName>style.rotation</p:attrName>
                                        </p:attrNameLst>
                                      </p:cBhvr>
                                      <p:tavLst>
                                        <p:tav tm="0">
                                          <p:val>
                                            <p:fltVal val="90"/>
                                          </p:val>
                                        </p:tav>
                                        <p:tav tm="100000">
                                          <p:val>
                                            <p:fltVal val="0"/>
                                          </p:val>
                                        </p:tav>
                                      </p:tavLst>
                                    </p:anim>
                                    <p:animEffect transition="in" filter="fade">
                                      <p:cBhvr>
                                        <p:cTn id="10" dur="300"/>
                                        <p:tgtEl>
                                          <p:spTgt spid="23555"/>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3554"/>
                                        </p:tgtEl>
                                        <p:attrNameLst>
                                          <p:attrName>style.visibility</p:attrName>
                                        </p:attrNameLst>
                                      </p:cBhvr>
                                      <p:to>
                                        <p:strVal val="visible"/>
                                      </p:to>
                                    </p:set>
                                    <p:anim calcmode="lin" valueType="num">
                                      <p:cBhvr>
                                        <p:cTn id="14" dur="400" fill="hold"/>
                                        <p:tgtEl>
                                          <p:spTgt spid="2355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3554"/>
                                        </p:tgtEl>
                                        <p:attrNameLst>
                                          <p:attrName>ppt_y</p:attrName>
                                        </p:attrNameLst>
                                      </p:cBhvr>
                                      <p:tavLst>
                                        <p:tav tm="0">
                                          <p:val>
                                            <p:strVal val="#ppt_y"/>
                                          </p:val>
                                        </p:tav>
                                        <p:tav tm="100000">
                                          <p:val>
                                            <p:strVal val="#ppt_y"/>
                                          </p:val>
                                        </p:tav>
                                      </p:tavLst>
                                    </p:anim>
                                    <p:anim calcmode="lin" valueType="num">
                                      <p:cBhvr>
                                        <p:cTn id="16" dur="400" fill="hold"/>
                                        <p:tgtEl>
                                          <p:spTgt spid="2355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355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3554"/>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wipe(left)">
                                      <p:cBhvr>
                                        <p:cTn id="21"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autoUpdateAnimBg="0"/>
      <p:bldP spid="23555" grpId="0" animBg="1"/>
      <p:bldP spid="3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Box 27"/>
          <p:cNvSpPr txBox="1">
            <a:spLocks noChangeArrowheads="1"/>
          </p:cNvSpPr>
          <p:nvPr/>
        </p:nvSpPr>
        <p:spPr bwMode="auto">
          <a:xfrm>
            <a:off x="1012825" y="176213"/>
            <a:ext cx="2807179"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4.3 </a:t>
            </a:r>
            <a:r>
              <a:rPr lang="zh-CN" altLang="en-US" sz="3000" b="1" dirty="0" smtClean="0">
                <a:solidFill>
                  <a:schemeClr val="accent1"/>
                </a:solidFill>
                <a:latin typeface="微软雅黑" pitchFamily="34" charset="-122"/>
                <a:ea typeface="微软雅黑" pitchFamily="34" charset="-122"/>
              </a:rPr>
              <a:t>数据库设计</a:t>
            </a:r>
            <a:endParaRPr lang="zh-CN" altLang="en-US" sz="3000" b="1" dirty="0">
              <a:solidFill>
                <a:schemeClr val="accent1"/>
              </a:solidFill>
              <a:latin typeface="微软雅黑" pitchFamily="34" charset="-122"/>
              <a:ea typeface="微软雅黑" pitchFamily="34" charset="-122"/>
            </a:endParaRPr>
          </a:p>
        </p:txBody>
      </p:sp>
      <p:sp>
        <p:nvSpPr>
          <p:cNvPr id="23555"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round/>
            <a:headEnd/>
            <a:tailEnd/>
          </a:ln>
        </p:spPr>
        <p:txBody>
          <a:bodyPr/>
          <a:lstStyle/>
          <a:p>
            <a:endParaRPr lang="zh-CN" altLang="en-US"/>
          </a:p>
        </p:txBody>
      </p:sp>
      <p:sp>
        <p:nvSpPr>
          <p:cNvPr id="21508" name="Rectangle 4"/>
          <p:cNvSpPr>
            <a:spLocks noChangeArrowheads="1"/>
          </p:cNvSpPr>
          <p:nvPr/>
        </p:nvSpPr>
        <p:spPr bwMode="auto">
          <a:xfrm>
            <a:off x="0" y="0"/>
            <a:ext cx="12196763"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1507" name="Object 3"/>
          <p:cNvGraphicFramePr>
            <a:graphicFrameLocks noChangeAspect="1"/>
          </p:cNvGraphicFramePr>
          <p:nvPr/>
        </p:nvGraphicFramePr>
        <p:xfrm>
          <a:off x="3820004" y="176213"/>
          <a:ext cx="6860927" cy="6860927"/>
        </p:xfrm>
        <a:graphic>
          <a:graphicData uri="http://schemas.openxmlformats.org/presentationml/2006/ole">
            <mc:AlternateContent xmlns:mc="http://schemas.openxmlformats.org/markup-compatibility/2006">
              <mc:Choice xmlns:v="urn:schemas-microsoft-com:vml" Requires="v">
                <p:oleObj spid="_x0000_s21510" name="Visio" r:id="rId3" imgW="12315901" imgH="12315780" progId="Visio.Drawing.15">
                  <p:embed/>
                </p:oleObj>
              </mc:Choice>
              <mc:Fallback>
                <p:oleObj name="Visio" r:id="rId3" imgW="12315901" imgH="12315780" progId="Visio.Drawing.15">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20004" y="176213"/>
                        <a:ext cx="6860927" cy="68609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3555"/>
                                        </p:tgtEl>
                                        <p:attrNameLst>
                                          <p:attrName>style.visibility</p:attrName>
                                        </p:attrNameLst>
                                      </p:cBhvr>
                                      <p:to>
                                        <p:strVal val="visible"/>
                                      </p:to>
                                    </p:set>
                                    <p:anim calcmode="lin" valueType="num">
                                      <p:cBhvr>
                                        <p:cTn id="7" dur="300" fill="hold"/>
                                        <p:tgtEl>
                                          <p:spTgt spid="23555"/>
                                        </p:tgtEl>
                                        <p:attrNameLst>
                                          <p:attrName>ppt_w</p:attrName>
                                        </p:attrNameLst>
                                      </p:cBhvr>
                                      <p:tavLst>
                                        <p:tav tm="0">
                                          <p:val>
                                            <p:fltVal val="0"/>
                                          </p:val>
                                        </p:tav>
                                        <p:tav tm="100000">
                                          <p:val>
                                            <p:strVal val="#ppt_w"/>
                                          </p:val>
                                        </p:tav>
                                      </p:tavLst>
                                    </p:anim>
                                    <p:anim calcmode="lin" valueType="num">
                                      <p:cBhvr>
                                        <p:cTn id="8" dur="300" fill="hold"/>
                                        <p:tgtEl>
                                          <p:spTgt spid="23555"/>
                                        </p:tgtEl>
                                        <p:attrNameLst>
                                          <p:attrName>ppt_h</p:attrName>
                                        </p:attrNameLst>
                                      </p:cBhvr>
                                      <p:tavLst>
                                        <p:tav tm="0">
                                          <p:val>
                                            <p:fltVal val="0"/>
                                          </p:val>
                                        </p:tav>
                                        <p:tav tm="100000">
                                          <p:val>
                                            <p:strVal val="#ppt_h"/>
                                          </p:val>
                                        </p:tav>
                                      </p:tavLst>
                                    </p:anim>
                                    <p:anim calcmode="lin" valueType="num">
                                      <p:cBhvr>
                                        <p:cTn id="9" dur="300" fill="hold"/>
                                        <p:tgtEl>
                                          <p:spTgt spid="23555"/>
                                        </p:tgtEl>
                                        <p:attrNameLst>
                                          <p:attrName>style.rotation</p:attrName>
                                        </p:attrNameLst>
                                      </p:cBhvr>
                                      <p:tavLst>
                                        <p:tav tm="0">
                                          <p:val>
                                            <p:fltVal val="90"/>
                                          </p:val>
                                        </p:tav>
                                        <p:tav tm="100000">
                                          <p:val>
                                            <p:fltVal val="0"/>
                                          </p:val>
                                        </p:tav>
                                      </p:tavLst>
                                    </p:anim>
                                    <p:animEffect transition="in" filter="fade">
                                      <p:cBhvr>
                                        <p:cTn id="10" dur="300"/>
                                        <p:tgtEl>
                                          <p:spTgt spid="23555"/>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3554"/>
                                        </p:tgtEl>
                                        <p:attrNameLst>
                                          <p:attrName>style.visibility</p:attrName>
                                        </p:attrNameLst>
                                      </p:cBhvr>
                                      <p:to>
                                        <p:strVal val="visible"/>
                                      </p:to>
                                    </p:set>
                                    <p:anim calcmode="lin" valueType="num">
                                      <p:cBhvr>
                                        <p:cTn id="14" dur="400" fill="hold"/>
                                        <p:tgtEl>
                                          <p:spTgt spid="2355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3554"/>
                                        </p:tgtEl>
                                        <p:attrNameLst>
                                          <p:attrName>ppt_y</p:attrName>
                                        </p:attrNameLst>
                                      </p:cBhvr>
                                      <p:tavLst>
                                        <p:tav tm="0">
                                          <p:val>
                                            <p:strVal val="#ppt_y"/>
                                          </p:val>
                                        </p:tav>
                                        <p:tav tm="100000">
                                          <p:val>
                                            <p:strVal val="#ppt_y"/>
                                          </p:val>
                                        </p:tav>
                                      </p:tavLst>
                                    </p:anim>
                                    <p:anim calcmode="lin" valueType="num">
                                      <p:cBhvr>
                                        <p:cTn id="16" dur="400" fill="hold"/>
                                        <p:tgtEl>
                                          <p:spTgt spid="2355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355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35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autoUpdateAnimBg="0"/>
      <p:bldP spid="2355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Oval 5"/>
          <p:cNvSpPr>
            <a:spLocks noChangeArrowheads="1"/>
          </p:cNvSpPr>
          <p:nvPr/>
        </p:nvSpPr>
        <p:spPr bwMode="auto">
          <a:xfrm>
            <a:off x="4062413" y="627063"/>
            <a:ext cx="4141787" cy="4144962"/>
          </a:xfrm>
          <a:prstGeom prst="ellipse">
            <a:avLst/>
          </a:prstGeom>
          <a:solidFill>
            <a:srgbClr val="FFFFFF"/>
          </a:solidFill>
          <a:ln w="9525">
            <a:noFill/>
            <a:round/>
            <a:headEnd/>
            <a:tailEnd/>
          </a:ln>
        </p:spPr>
        <p:txBody>
          <a:bodyPr/>
          <a:lstStyle/>
          <a:p>
            <a:pPr eaLnBrk="1" hangingPunct="1"/>
            <a:endParaRPr lang="zh-CN" altLang="en-US">
              <a:solidFill>
                <a:srgbClr val="004C54"/>
              </a:solidFill>
            </a:endParaRPr>
          </a:p>
        </p:txBody>
      </p:sp>
      <p:sp>
        <p:nvSpPr>
          <p:cNvPr id="26627" name="Line 12"/>
          <p:cNvSpPr>
            <a:spLocks noChangeShapeType="1"/>
          </p:cNvSpPr>
          <p:nvPr/>
        </p:nvSpPr>
        <p:spPr bwMode="auto">
          <a:xfrm>
            <a:off x="4195763" y="2740025"/>
            <a:ext cx="3808412" cy="0"/>
          </a:xfrm>
          <a:prstGeom prst="line">
            <a:avLst/>
          </a:prstGeom>
          <a:noFill/>
          <a:ln w="12700">
            <a:solidFill>
              <a:schemeClr val="bg2"/>
            </a:solidFill>
            <a:round/>
            <a:headEnd/>
            <a:tailEnd/>
          </a:ln>
        </p:spPr>
        <p:txBody>
          <a:bodyPr/>
          <a:lstStyle/>
          <a:p>
            <a:endParaRPr lang="zh-CN" altLang="en-US"/>
          </a:p>
        </p:txBody>
      </p:sp>
      <p:sp>
        <p:nvSpPr>
          <p:cNvPr id="26628" name="TextBox 77"/>
          <p:cNvSpPr txBox="1">
            <a:spLocks noChangeArrowheads="1"/>
          </p:cNvSpPr>
          <p:nvPr/>
        </p:nvSpPr>
        <p:spPr bwMode="auto">
          <a:xfrm>
            <a:off x="4602163" y="2852738"/>
            <a:ext cx="3168650" cy="769441"/>
          </a:xfrm>
          <a:prstGeom prst="rect">
            <a:avLst/>
          </a:prstGeom>
          <a:noFill/>
          <a:ln w="9525">
            <a:noFill/>
            <a:miter lim="800000"/>
            <a:headEnd/>
            <a:tailEnd/>
          </a:ln>
        </p:spPr>
        <p:txBody>
          <a:bodyPr>
            <a:spAutoFit/>
          </a:bodyPr>
          <a:lstStyle/>
          <a:p>
            <a:pPr algn="ctr" eaLnBrk="1" hangingPunct="1"/>
            <a:r>
              <a:rPr lang="zh-CN" altLang="en-US" sz="4400" b="1" dirty="0" smtClean="0">
                <a:solidFill>
                  <a:srgbClr val="363636"/>
                </a:solidFill>
                <a:latin typeface="微软雅黑" pitchFamily="34" charset="-122"/>
                <a:ea typeface="微软雅黑" pitchFamily="34" charset="-122"/>
              </a:rPr>
              <a:t>系统实现</a:t>
            </a:r>
            <a:endParaRPr lang="zh-CN" altLang="en-US" sz="4400" b="1" dirty="0">
              <a:solidFill>
                <a:srgbClr val="363636"/>
              </a:solidFill>
              <a:latin typeface="微软雅黑" pitchFamily="34" charset="-122"/>
              <a:ea typeface="微软雅黑" pitchFamily="34" charset="-122"/>
            </a:endParaRPr>
          </a:p>
        </p:txBody>
      </p:sp>
      <p:sp>
        <p:nvSpPr>
          <p:cNvPr id="26629" name="Rectangle 14"/>
          <p:cNvSpPr>
            <a:spLocks noChangeArrowheads="1"/>
          </p:cNvSpPr>
          <p:nvPr/>
        </p:nvSpPr>
        <p:spPr bwMode="auto">
          <a:xfrm>
            <a:off x="5634038" y="2255838"/>
            <a:ext cx="931858" cy="400110"/>
          </a:xfrm>
          <a:prstGeom prst="rect">
            <a:avLst/>
          </a:prstGeom>
          <a:noFill/>
          <a:ln w="9525">
            <a:noFill/>
            <a:miter lim="800000"/>
            <a:headEnd/>
            <a:tailEnd/>
          </a:ln>
        </p:spPr>
        <p:txBody>
          <a:bodyPr wrap="none" lIns="0" tIns="0" rIns="0" bIns="0">
            <a:spAutoFit/>
          </a:bodyPr>
          <a:lstStyle/>
          <a:p>
            <a:pPr eaLnBrk="1" hangingPunct="1"/>
            <a:r>
              <a:rPr lang="zh-CN" altLang="en-US" sz="2600" dirty="0">
                <a:solidFill>
                  <a:srgbClr val="363636"/>
                </a:solidFill>
                <a:latin typeface="微软雅黑" pitchFamily="34" charset="-122"/>
                <a:ea typeface="微软雅黑" pitchFamily="34" charset="-122"/>
              </a:rPr>
              <a:t>Part </a:t>
            </a:r>
            <a:r>
              <a:rPr lang="en-US" altLang="zh-CN" sz="2600" dirty="0" smtClean="0">
                <a:solidFill>
                  <a:srgbClr val="363636"/>
                </a:solidFill>
                <a:latin typeface="微软雅黑" pitchFamily="34" charset="-122"/>
                <a:ea typeface="微软雅黑" pitchFamily="34" charset="-122"/>
              </a:rPr>
              <a:t>5</a:t>
            </a:r>
            <a:endParaRPr lang="zh-CN" altLang="en-US" sz="2600" dirty="0">
              <a:solidFill>
                <a:srgbClr val="363636"/>
              </a:solidFill>
              <a:latin typeface="微软雅黑" pitchFamily="34" charset="-122"/>
              <a:ea typeface="微软雅黑" pitchFamily="34" charset="-122"/>
            </a:endParaRPr>
          </a:p>
        </p:txBody>
      </p:sp>
      <p:sp>
        <p:nvSpPr>
          <p:cNvPr id="26630" name="Freeform 11"/>
          <p:cNvSpPr>
            <a:spLocks noEditPoints="1"/>
          </p:cNvSpPr>
          <p:nvPr/>
        </p:nvSpPr>
        <p:spPr bwMode="auto">
          <a:xfrm>
            <a:off x="5354638" y="850900"/>
            <a:ext cx="1489075" cy="1287463"/>
          </a:xfrm>
          <a:custGeom>
            <a:avLst/>
            <a:gdLst>
              <a:gd name="T0" fmla="*/ 2147483646 w 948"/>
              <a:gd name="T1" fmla="*/ 2147483646 h 810"/>
              <a:gd name="T2" fmla="*/ 2147483646 w 948"/>
              <a:gd name="T3" fmla="*/ 2147483646 h 810"/>
              <a:gd name="T4" fmla="*/ 2147483646 w 948"/>
              <a:gd name="T5" fmla="*/ 2147483646 h 810"/>
              <a:gd name="T6" fmla="*/ 2147483646 w 948"/>
              <a:gd name="T7" fmla="*/ 2147483646 h 810"/>
              <a:gd name="T8" fmla="*/ 2147483646 w 948"/>
              <a:gd name="T9" fmla="*/ 2147483646 h 810"/>
              <a:gd name="T10" fmla="*/ 2147483646 w 948"/>
              <a:gd name="T11" fmla="*/ 2147483646 h 810"/>
              <a:gd name="T12" fmla="*/ 2147483646 w 948"/>
              <a:gd name="T13" fmla="*/ 2147483646 h 810"/>
              <a:gd name="T14" fmla="*/ 2147483646 w 948"/>
              <a:gd name="T15" fmla="*/ 2147483646 h 810"/>
              <a:gd name="T16" fmla="*/ 2147483646 w 948"/>
              <a:gd name="T17" fmla="*/ 2147483646 h 810"/>
              <a:gd name="T18" fmla="*/ 2147483646 w 948"/>
              <a:gd name="T19" fmla="*/ 2147483646 h 810"/>
              <a:gd name="T20" fmla="*/ 2147483646 w 948"/>
              <a:gd name="T21" fmla="*/ 2147483646 h 810"/>
              <a:gd name="T22" fmla="*/ 2147483646 w 948"/>
              <a:gd name="T23" fmla="*/ 2147483646 h 810"/>
              <a:gd name="T24" fmla="*/ 2147483646 w 948"/>
              <a:gd name="T25" fmla="*/ 2147483646 h 810"/>
              <a:gd name="T26" fmla="*/ 2147483646 w 948"/>
              <a:gd name="T27" fmla="*/ 2147483646 h 810"/>
              <a:gd name="T28" fmla="*/ 2147483646 w 948"/>
              <a:gd name="T29" fmla="*/ 2147483646 h 810"/>
              <a:gd name="T30" fmla="*/ 2147483646 w 948"/>
              <a:gd name="T31" fmla="*/ 2147483646 h 810"/>
              <a:gd name="T32" fmla="*/ 2147483646 w 948"/>
              <a:gd name="T33" fmla="*/ 2147483646 h 810"/>
              <a:gd name="T34" fmla="*/ 2147483646 w 948"/>
              <a:gd name="T35" fmla="*/ 2147483646 h 810"/>
              <a:gd name="T36" fmla="*/ 2147483646 w 948"/>
              <a:gd name="T37" fmla="*/ 2147483646 h 810"/>
              <a:gd name="T38" fmla="*/ 2147483646 w 948"/>
              <a:gd name="T39" fmla="*/ 2147483646 h 810"/>
              <a:gd name="T40" fmla="*/ 2147483646 w 948"/>
              <a:gd name="T41" fmla="*/ 2147483646 h 810"/>
              <a:gd name="T42" fmla="*/ 2147483646 w 948"/>
              <a:gd name="T43" fmla="*/ 2147483646 h 810"/>
              <a:gd name="T44" fmla="*/ 2147483646 w 948"/>
              <a:gd name="T45" fmla="*/ 2147483646 h 810"/>
              <a:gd name="T46" fmla="*/ 2147483646 w 948"/>
              <a:gd name="T47" fmla="*/ 2147483646 h 810"/>
              <a:gd name="T48" fmla="*/ 2147483646 w 948"/>
              <a:gd name="T49" fmla="*/ 2147483646 h 810"/>
              <a:gd name="T50" fmla="*/ 2147483646 w 948"/>
              <a:gd name="T51" fmla="*/ 2147483646 h 810"/>
              <a:gd name="T52" fmla="*/ 2147483646 w 948"/>
              <a:gd name="T53" fmla="*/ 2147483646 h 810"/>
              <a:gd name="T54" fmla="*/ 2147483646 w 948"/>
              <a:gd name="T55" fmla="*/ 2147483646 h 810"/>
              <a:gd name="T56" fmla="*/ 2147483646 w 948"/>
              <a:gd name="T57" fmla="*/ 2147483646 h 810"/>
              <a:gd name="T58" fmla="*/ 2147483646 w 948"/>
              <a:gd name="T59" fmla="*/ 2147483646 h 810"/>
              <a:gd name="T60" fmla="*/ 2147483646 w 948"/>
              <a:gd name="T61" fmla="*/ 2147483646 h 810"/>
              <a:gd name="T62" fmla="*/ 2147483646 w 948"/>
              <a:gd name="T63" fmla="*/ 2147483646 h 810"/>
              <a:gd name="T64" fmla="*/ 2147483646 w 948"/>
              <a:gd name="T65" fmla="*/ 2147483646 h 810"/>
              <a:gd name="T66" fmla="*/ 2147483646 w 948"/>
              <a:gd name="T67" fmla="*/ 2147483646 h 810"/>
              <a:gd name="T68" fmla="*/ 2147483646 w 948"/>
              <a:gd name="T69" fmla="*/ 2147483646 h 810"/>
              <a:gd name="T70" fmla="*/ 2147483646 w 948"/>
              <a:gd name="T71" fmla="*/ 2147483646 h 810"/>
              <a:gd name="T72" fmla="*/ 2147483646 w 948"/>
              <a:gd name="T73" fmla="*/ 2147483646 h 810"/>
              <a:gd name="T74" fmla="*/ 2147483646 w 948"/>
              <a:gd name="T75" fmla="*/ 2147483646 h 810"/>
              <a:gd name="T76" fmla="*/ 2147483646 w 948"/>
              <a:gd name="T77" fmla="*/ 2147483646 h 810"/>
              <a:gd name="T78" fmla="*/ 2147483646 w 948"/>
              <a:gd name="T79" fmla="*/ 2147483646 h 810"/>
              <a:gd name="T80" fmla="*/ 2147483646 w 948"/>
              <a:gd name="T81" fmla="*/ 2147483646 h 810"/>
              <a:gd name="T82" fmla="*/ 2147483646 w 948"/>
              <a:gd name="T83" fmla="*/ 2147483646 h 810"/>
              <a:gd name="T84" fmla="*/ 2147483646 w 948"/>
              <a:gd name="T85" fmla="*/ 2147483646 h 810"/>
              <a:gd name="T86" fmla="*/ 2147483646 w 948"/>
              <a:gd name="T87" fmla="*/ 2147483646 h 810"/>
              <a:gd name="T88" fmla="*/ 2147483646 w 948"/>
              <a:gd name="T89" fmla="*/ 2147483646 h 810"/>
              <a:gd name="T90" fmla="*/ 2147483646 w 948"/>
              <a:gd name="T91" fmla="*/ 2147483646 h 810"/>
              <a:gd name="T92" fmla="*/ 2147483646 w 948"/>
              <a:gd name="T93" fmla="*/ 2147483646 h 810"/>
              <a:gd name="T94" fmla="*/ 2147483646 w 948"/>
              <a:gd name="T95" fmla="*/ 2147483646 h 810"/>
              <a:gd name="T96" fmla="*/ 2147483646 w 948"/>
              <a:gd name="T97" fmla="*/ 2147483646 h 810"/>
              <a:gd name="T98" fmla="*/ 2147483646 w 948"/>
              <a:gd name="T99" fmla="*/ 2147483646 h 810"/>
              <a:gd name="T100" fmla="*/ 2147483646 w 948"/>
              <a:gd name="T101" fmla="*/ 2147483646 h 810"/>
              <a:gd name="T102" fmla="*/ 2147483646 w 948"/>
              <a:gd name="T103" fmla="*/ 2147483646 h 810"/>
              <a:gd name="T104" fmla="*/ 2147483646 w 948"/>
              <a:gd name="T105" fmla="*/ 2147483646 h 810"/>
              <a:gd name="T106" fmla="*/ 2147483646 w 948"/>
              <a:gd name="T107" fmla="*/ 2147483646 h 810"/>
              <a:gd name="T108" fmla="*/ 2147483646 w 948"/>
              <a:gd name="T109" fmla="*/ 2147483646 h 810"/>
              <a:gd name="T110" fmla="*/ 2147483646 w 948"/>
              <a:gd name="T111" fmla="*/ 2147483646 h 810"/>
              <a:gd name="T112" fmla="*/ 2147483646 w 948"/>
              <a:gd name="T113" fmla="*/ 2147483646 h 810"/>
              <a:gd name="T114" fmla="*/ 2147483646 w 948"/>
              <a:gd name="T115" fmla="*/ 2147483646 h 810"/>
              <a:gd name="T116" fmla="*/ 2147483646 w 948"/>
              <a:gd name="T117" fmla="*/ 2147483646 h 810"/>
              <a:gd name="T118" fmla="*/ 2147483646 w 948"/>
              <a:gd name="T119" fmla="*/ 2147483646 h 81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948" h="810">
                <a:moveTo>
                  <a:pt x="588" y="151"/>
                </a:moveTo>
                <a:cubicBezTo>
                  <a:pt x="588" y="151"/>
                  <a:pt x="588" y="152"/>
                  <a:pt x="588" y="152"/>
                </a:cubicBezTo>
                <a:cubicBezTo>
                  <a:pt x="588" y="153"/>
                  <a:pt x="589" y="154"/>
                  <a:pt x="589" y="155"/>
                </a:cubicBezTo>
                <a:cubicBezTo>
                  <a:pt x="589" y="156"/>
                  <a:pt x="589" y="156"/>
                  <a:pt x="589" y="157"/>
                </a:cubicBezTo>
                <a:cubicBezTo>
                  <a:pt x="589" y="158"/>
                  <a:pt x="589" y="159"/>
                  <a:pt x="589" y="161"/>
                </a:cubicBezTo>
                <a:cubicBezTo>
                  <a:pt x="589" y="161"/>
                  <a:pt x="589" y="161"/>
                  <a:pt x="589" y="161"/>
                </a:cubicBezTo>
                <a:cubicBezTo>
                  <a:pt x="589" y="162"/>
                  <a:pt x="589" y="164"/>
                  <a:pt x="589" y="165"/>
                </a:cubicBezTo>
                <a:cubicBezTo>
                  <a:pt x="589" y="165"/>
                  <a:pt x="589" y="166"/>
                  <a:pt x="589" y="166"/>
                </a:cubicBezTo>
                <a:cubicBezTo>
                  <a:pt x="589" y="167"/>
                  <a:pt x="589" y="168"/>
                  <a:pt x="589" y="169"/>
                </a:cubicBezTo>
                <a:cubicBezTo>
                  <a:pt x="589" y="170"/>
                  <a:pt x="589" y="170"/>
                  <a:pt x="589" y="171"/>
                </a:cubicBezTo>
                <a:cubicBezTo>
                  <a:pt x="588" y="178"/>
                  <a:pt x="586" y="185"/>
                  <a:pt x="584" y="191"/>
                </a:cubicBezTo>
                <a:cubicBezTo>
                  <a:pt x="584" y="192"/>
                  <a:pt x="583" y="193"/>
                  <a:pt x="583" y="194"/>
                </a:cubicBezTo>
                <a:cubicBezTo>
                  <a:pt x="583" y="195"/>
                  <a:pt x="583" y="195"/>
                  <a:pt x="583" y="195"/>
                </a:cubicBezTo>
                <a:cubicBezTo>
                  <a:pt x="583" y="196"/>
                  <a:pt x="582" y="197"/>
                  <a:pt x="582" y="198"/>
                </a:cubicBezTo>
                <a:cubicBezTo>
                  <a:pt x="582" y="198"/>
                  <a:pt x="582" y="198"/>
                  <a:pt x="582" y="198"/>
                </a:cubicBezTo>
                <a:cubicBezTo>
                  <a:pt x="580" y="201"/>
                  <a:pt x="579" y="204"/>
                  <a:pt x="577" y="207"/>
                </a:cubicBezTo>
                <a:cubicBezTo>
                  <a:pt x="577" y="207"/>
                  <a:pt x="577" y="207"/>
                  <a:pt x="577" y="208"/>
                </a:cubicBezTo>
                <a:cubicBezTo>
                  <a:pt x="577" y="208"/>
                  <a:pt x="576" y="209"/>
                  <a:pt x="575" y="210"/>
                </a:cubicBezTo>
                <a:cubicBezTo>
                  <a:pt x="575" y="210"/>
                  <a:pt x="575" y="211"/>
                  <a:pt x="575" y="211"/>
                </a:cubicBezTo>
                <a:cubicBezTo>
                  <a:pt x="573" y="215"/>
                  <a:pt x="570" y="218"/>
                  <a:pt x="567" y="222"/>
                </a:cubicBezTo>
                <a:cubicBezTo>
                  <a:pt x="567" y="222"/>
                  <a:pt x="567" y="222"/>
                  <a:pt x="567" y="222"/>
                </a:cubicBezTo>
                <a:cubicBezTo>
                  <a:pt x="566" y="223"/>
                  <a:pt x="566" y="224"/>
                  <a:pt x="565" y="224"/>
                </a:cubicBezTo>
                <a:cubicBezTo>
                  <a:pt x="565" y="224"/>
                  <a:pt x="565" y="225"/>
                  <a:pt x="565" y="225"/>
                </a:cubicBezTo>
                <a:cubicBezTo>
                  <a:pt x="562" y="227"/>
                  <a:pt x="560" y="230"/>
                  <a:pt x="558" y="232"/>
                </a:cubicBezTo>
                <a:cubicBezTo>
                  <a:pt x="558" y="232"/>
                  <a:pt x="557" y="232"/>
                  <a:pt x="557" y="232"/>
                </a:cubicBezTo>
                <a:cubicBezTo>
                  <a:pt x="557" y="233"/>
                  <a:pt x="556" y="233"/>
                  <a:pt x="555" y="234"/>
                </a:cubicBezTo>
                <a:cubicBezTo>
                  <a:pt x="555" y="234"/>
                  <a:pt x="555" y="234"/>
                  <a:pt x="554" y="234"/>
                </a:cubicBezTo>
                <a:cubicBezTo>
                  <a:pt x="554" y="235"/>
                  <a:pt x="553" y="236"/>
                  <a:pt x="552" y="236"/>
                </a:cubicBezTo>
                <a:cubicBezTo>
                  <a:pt x="547" y="240"/>
                  <a:pt x="543" y="243"/>
                  <a:pt x="537" y="246"/>
                </a:cubicBezTo>
                <a:cubicBezTo>
                  <a:pt x="536" y="246"/>
                  <a:pt x="535" y="247"/>
                  <a:pt x="534" y="247"/>
                </a:cubicBezTo>
                <a:cubicBezTo>
                  <a:pt x="533" y="247"/>
                  <a:pt x="533" y="248"/>
                  <a:pt x="532" y="248"/>
                </a:cubicBezTo>
                <a:cubicBezTo>
                  <a:pt x="532" y="248"/>
                  <a:pt x="531" y="249"/>
                  <a:pt x="530" y="249"/>
                </a:cubicBezTo>
                <a:cubicBezTo>
                  <a:pt x="529" y="249"/>
                  <a:pt x="529" y="249"/>
                  <a:pt x="528" y="249"/>
                </a:cubicBezTo>
                <a:cubicBezTo>
                  <a:pt x="527" y="250"/>
                  <a:pt x="526" y="250"/>
                  <a:pt x="525" y="251"/>
                </a:cubicBezTo>
                <a:cubicBezTo>
                  <a:pt x="525" y="251"/>
                  <a:pt x="525" y="251"/>
                  <a:pt x="525" y="251"/>
                </a:cubicBezTo>
                <a:cubicBezTo>
                  <a:pt x="523" y="251"/>
                  <a:pt x="522" y="252"/>
                  <a:pt x="520" y="252"/>
                </a:cubicBezTo>
                <a:cubicBezTo>
                  <a:pt x="520" y="252"/>
                  <a:pt x="520" y="252"/>
                  <a:pt x="519" y="252"/>
                </a:cubicBezTo>
                <a:cubicBezTo>
                  <a:pt x="518" y="253"/>
                  <a:pt x="517" y="253"/>
                  <a:pt x="516" y="253"/>
                </a:cubicBezTo>
                <a:cubicBezTo>
                  <a:pt x="516" y="253"/>
                  <a:pt x="515" y="253"/>
                  <a:pt x="515" y="253"/>
                </a:cubicBezTo>
                <a:cubicBezTo>
                  <a:pt x="514" y="254"/>
                  <a:pt x="512" y="254"/>
                  <a:pt x="511" y="254"/>
                </a:cubicBezTo>
                <a:cubicBezTo>
                  <a:pt x="509" y="254"/>
                  <a:pt x="508" y="255"/>
                  <a:pt x="506" y="255"/>
                </a:cubicBezTo>
                <a:cubicBezTo>
                  <a:pt x="506" y="255"/>
                  <a:pt x="506" y="255"/>
                  <a:pt x="505" y="255"/>
                </a:cubicBezTo>
                <a:cubicBezTo>
                  <a:pt x="504" y="255"/>
                  <a:pt x="503" y="255"/>
                  <a:pt x="502" y="255"/>
                </a:cubicBezTo>
                <a:cubicBezTo>
                  <a:pt x="502" y="255"/>
                  <a:pt x="501" y="255"/>
                  <a:pt x="501" y="255"/>
                </a:cubicBezTo>
                <a:cubicBezTo>
                  <a:pt x="499" y="255"/>
                  <a:pt x="498" y="255"/>
                  <a:pt x="496" y="255"/>
                </a:cubicBezTo>
                <a:cubicBezTo>
                  <a:pt x="496" y="255"/>
                  <a:pt x="496" y="255"/>
                  <a:pt x="496" y="255"/>
                </a:cubicBezTo>
                <a:cubicBezTo>
                  <a:pt x="495" y="255"/>
                  <a:pt x="494" y="255"/>
                  <a:pt x="492" y="255"/>
                </a:cubicBezTo>
                <a:cubicBezTo>
                  <a:pt x="492" y="255"/>
                  <a:pt x="491" y="255"/>
                  <a:pt x="491" y="255"/>
                </a:cubicBezTo>
                <a:cubicBezTo>
                  <a:pt x="490" y="255"/>
                  <a:pt x="489" y="255"/>
                  <a:pt x="488" y="255"/>
                </a:cubicBezTo>
                <a:cubicBezTo>
                  <a:pt x="488" y="255"/>
                  <a:pt x="487" y="255"/>
                  <a:pt x="487" y="255"/>
                </a:cubicBezTo>
                <a:cubicBezTo>
                  <a:pt x="485" y="255"/>
                  <a:pt x="484" y="255"/>
                  <a:pt x="483" y="255"/>
                </a:cubicBezTo>
                <a:cubicBezTo>
                  <a:pt x="477" y="254"/>
                  <a:pt x="471" y="253"/>
                  <a:pt x="466" y="251"/>
                </a:cubicBezTo>
                <a:cubicBezTo>
                  <a:pt x="465" y="250"/>
                  <a:pt x="464" y="250"/>
                  <a:pt x="463" y="250"/>
                </a:cubicBezTo>
                <a:cubicBezTo>
                  <a:pt x="463" y="250"/>
                  <a:pt x="462" y="250"/>
                  <a:pt x="462" y="249"/>
                </a:cubicBezTo>
                <a:cubicBezTo>
                  <a:pt x="461" y="249"/>
                  <a:pt x="460" y="249"/>
                  <a:pt x="459" y="248"/>
                </a:cubicBezTo>
                <a:cubicBezTo>
                  <a:pt x="459" y="248"/>
                  <a:pt x="459" y="248"/>
                  <a:pt x="459" y="248"/>
                </a:cubicBezTo>
                <a:cubicBezTo>
                  <a:pt x="456" y="247"/>
                  <a:pt x="453" y="245"/>
                  <a:pt x="450" y="244"/>
                </a:cubicBezTo>
                <a:cubicBezTo>
                  <a:pt x="450" y="244"/>
                  <a:pt x="450" y="244"/>
                  <a:pt x="450" y="244"/>
                </a:cubicBezTo>
                <a:cubicBezTo>
                  <a:pt x="449" y="243"/>
                  <a:pt x="448" y="243"/>
                  <a:pt x="447" y="242"/>
                </a:cubicBezTo>
                <a:cubicBezTo>
                  <a:pt x="447" y="242"/>
                  <a:pt x="447" y="242"/>
                  <a:pt x="446" y="242"/>
                </a:cubicBezTo>
                <a:cubicBezTo>
                  <a:pt x="443" y="239"/>
                  <a:pt x="439" y="237"/>
                  <a:pt x="436" y="234"/>
                </a:cubicBezTo>
                <a:cubicBezTo>
                  <a:pt x="435" y="234"/>
                  <a:pt x="435" y="234"/>
                  <a:pt x="435" y="234"/>
                </a:cubicBezTo>
                <a:cubicBezTo>
                  <a:pt x="434" y="233"/>
                  <a:pt x="434" y="232"/>
                  <a:pt x="433" y="232"/>
                </a:cubicBezTo>
                <a:cubicBezTo>
                  <a:pt x="433" y="231"/>
                  <a:pt x="433" y="231"/>
                  <a:pt x="432" y="231"/>
                </a:cubicBezTo>
                <a:cubicBezTo>
                  <a:pt x="430" y="229"/>
                  <a:pt x="428" y="227"/>
                  <a:pt x="425" y="224"/>
                </a:cubicBezTo>
                <a:cubicBezTo>
                  <a:pt x="425" y="224"/>
                  <a:pt x="425" y="224"/>
                  <a:pt x="425" y="224"/>
                </a:cubicBezTo>
                <a:cubicBezTo>
                  <a:pt x="425" y="223"/>
                  <a:pt x="424" y="222"/>
                  <a:pt x="423" y="222"/>
                </a:cubicBezTo>
                <a:cubicBezTo>
                  <a:pt x="423" y="221"/>
                  <a:pt x="423" y="221"/>
                  <a:pt x="423" y="221"/>
                </a:cubicBezTo>
                <a:cubicBezTo>
                  <a:pt x="422" y="220"/>
                  <a:pt x="421" y="219"/>
                  <a:pt x="421" y="218"/>
                </a:cubicBezTo>
                <a:cubicBezTo>
                  <a:pt x="417" y="213"/>
                  <a:pt x="413" y="207"/>
                  <a:pt x="410" y="200"/>
                </a:cubicBezTo>
                <a:cubicBezTo>
                  <a:pt x="410" y="200"/>
                  <a:pt x="410" y="199"/>
                  <a:pt x="409" y="199"/>
                </a:cubicBezTo>
                <a:cubicBezTo>
                  <a:pt x="409" y="198"/>
                  <a:pt x="409" y="197"/>
                  <a:pt x="408" y="196"/>
                </a:cubicBezTo>
                <a:cubicBezTo>
                  <a:pt x="408" y="196"/>
                  <a:pt x="408" y="195"/>
                  <a:pt x="408" y="195"/>
                </a:cubicBezTo>
                <a:cubicBezTo>
                  <a:pt x="407" y="194"/>
                  <a:pt x="407" y="193"/>
                  <a:pt x="407" y="191"/>
                </a:cubicBezTo>
                <a:cubicBezTo>
                  <a:pt x="406" y="191"/>
                  <a:pt x="406" y="191"/>
                  <a:pt x="406" y="191"/>
                </a:cubicBezTo>
                <a:cubicBezTo>
                  <a:pt x="406" y="190"/>
                  <a:pt x="406" y="188"/>
                  <a:pt x="405" y="187"/>
                </a:cubicBezTo>
                <a:cubicBezTo>
                  <a:pt x="405" y="187"/>
                  <a:pt x="405" y="186"/>
                  <a:pt x="405" y="186"/>
                </a:cubicBezTo>
                <a:cubicBezTo>
                  <a:pt x="405" y="185"/>
                  <a:pt x="404" y="184"/>
                  <a:pt x="404" y="183"/>
                </a:cubicBezTo>
                <a:cubicBezTo>
                  <a:pt x="404" y="182"/>
                  <a:pt x="404" y="182"/>
                  <a:pt x="404" y="181"/>
                </a:cubicBezTo>
                <a:cubicBezTo>
                  <a:pt x="404" y="180"/>
                  <a:pt x="403" y="179"/>
                  <a:pt x="403" y="177"/>
                </a:cubicBezTo>
                <a:cubicBezTo>
                  <a:pt x="403" y="176"/>
                  <a:pt x="403" y="174"/>
                  <a:pt x="402" y="173"/>
                </a:cubicBezTo>
                <a:cubicBezTo>
                  <a:pt x="402" y="173"/>
                  <a:pt x="402" y="172"/>
                  <a:pt x="402" y="172"/>
                </a:cubicBezTo>
                <a:cubicBezTo>
                  <a:pt x="402" y="171"/>
                  <a:pt x="402" y="170"/>
                  <a:pt x="402" y="169"/>
                </a:cubicBezTo>
                <a:cubicBezTo>
                  <a:pt x="402" y="168"/>
                  <a:pt x="402" y="168"/>
                  <a:pt x="402" y="167"/>
                </a:cubicBezTo>
                <a:cubicBezTo>
                  <a:pt x="402" y="166"/>
                  <a:pt x="402" y="164"/>
                  <a:pt x="402" y="163"/>
                </a:cubicBezTo>
                <a:cubicBezTo>
                  <a:pt x="402" y="163"/>
                  <a:pt x="402" y="163"/>
                  <a:pt x="402" y="163"/>
                </a:cubicBezTo>
                <a:cubicBezTo>
                  <a:pt x="402" y="161"/>
                  <a:pt x="402" y="160"/>
                  <a:pt x="402" y="159"/>
                </a:cubicBezTo>
                <a:cubicBezTo>
                  <a:pt x="402" y="158"/>
                  <a:pt x="402" y="158"/>
                  <a:pt x="402" y="157"/>
                </a:cubicBezTo>
                <a:cubicBezTo>
                  <a:pt x="402" y="156"/>
                  <a:pt x="402" y="156"/>
                  <a:pt x="402" y="155"/>
                </a:cubicBezTo>
                <a:cubicBezTo>
                  <a:pt x="402" y="154"/>
                  <a:pt x="402" y="154"/>
                  <a:pt x="402" y="153"/>
                </a:cubicBezTo>
                <a:cubicBezTo>
                  <a:pt x="402" y="152"/>
                  <a:pt x="402" y="151"/>
                  <a:pt x="403" y="149"/>
                </a:cubicBezTo>
                <a:cubicBezTo>
                  <a:pt x="403" y="149"/>
                  <a:pt x="403" y="149"/>
                  <a:pt x="403" y="149"/>
                </a:cubicBezTo>
                <a:cubicBezTo>
                  <a:pt x="403" y="143"/>
                  <a:pt x="405" y="138"/>
                  <a:pt x="406" y="132"/>
                </a:cubicBezTo>
                <a:cubicBezTo>
                  <a:pt x="407" y="131"/>
                  <a:pt x="407" y="130"/>
                  <a:pt x="408" y="129"/>
                </a:cubicBezTo>
                <a:cubicBezTo>
                  <a:pt x="408" y="129"/>
                  <a:pt x="408" y="129"/>
                  <a:pt x="408" y="129"/>
                </a:cubicBezTo>
                <a:cubicBezTo>
                  <a:pt x="408" y="128"/>
                  <a:pt x="409" y="127"/>
                  <a:pt x="409" y="126"/>
                </a:cubicBezTo>
                <a:cubicBezTo>
                  <a:pt x="409" y="126"/>
                  <a:pt x="409" y="126"/>
                  <a:pt x="409" y="126"/>
                </a:cubicBezTo>
                <a:cubicBezTo>
                  <a:pt x="410" y="123"/>
                  <a:pt x="412" y="120"/>
                  <a:pt x="413" y="117"/>
                </a:cubicBezTo>
                <a:cubicBezTo>
                  <a:pt x="413" y="117"/>
                  <a:pt x="414" y="116"/>
                  <a:pt x="414" y="116"/>
                </a:cubicBezTo>
                <a:cubicBezTo>
                  <a:pt x="414" y="115"/>
                  <a:pt x="415" y="114"/>
                  <a:pt x="415" y="114"/>
                </a:cubicBezTo>
                <a:cubicBezTo>
                  <a:pt x="415" y="113"/>
                  <a:pt x="415" y="113"/>
                  <a:pt x="416" y="113"/>
                </a:cubicBezTo>
                <a:cubicBezTo>
                  <a:pt x="418" y="109"/>
                  <a:pt x="420" y="106"/>
                  <a:pt x="423" y="102"/>
                </a:cubicBezTo>
                <a:cubicBezTo>
                  <a:pt x="423" y="102"/>
                  <a:pt x="423" y="102"/>
                  <a:pt x="424" y="102"/>
                </a:cubicBezTo>
                <a:cubicBezTo>
                  <a:pt x="424" y="101"/>
                  <a:pt x="425" y="100"/>
                  <a:pt x="426" y="99"/>
                </a:cubicBezTo>
                <a:cubicBezTo>
                  <a:pt x="426" y="99"/>
                  <a:pt x="426" y="99"/>
                  <a:pt x="426" y="99"/>
                </a:cubicBezTo>
                <a:cubicBezTo>
                  <a:pt x="428" y="97"/>
                  <a:pt x="431" y="94"/>
                  <a:pt x="433" y="92"/>
                </a:cubicBezTo>
                <a:cubicBezTo>
                  <a:pt x="433" y="92"/>
                  <a:pt x="433" y="92"/>
                  <a:pt x="433" y="92"/>
                </a:cubicBezTo>
                <a:cubicBezTo>
                  <a:pt x="434" y="91"/>
                  <a:pt x="435" y="90"/>
                  <a:pt x="436" y="90"/>
                </a:cubicBezTo>
                <a:cubicBezTo>
                  <a:pt x="436" y="90"/>
                  <a:pt x="436" y="89"/>
                  <a:pt x="436" y="89"/>
                </a:cubicBezTo>
                <a:cubicBezTo>
                  <a:pt x="437" y="89"/>
                  <a:pt x="438" y="88"/>
                  <a:pt x="439" y="87"/>
                </a:cubicBezTo>
                <a:cubicBezTo>
                  <a:pt x="443" y="84"/>
                  <a:pt x="448" y="81"/>
                  <a:pt x="453" y="78"/>
                </a:cubicBezTo>
                <a:cubicBezTo>
                  <a:pt x="454" y="78"/>
                  <a:pt x="456" y="77"/>
                  <a:pt x="457" y="77"/>
                </a:cubicBezTo>
                <a:cubicBezTo>
                  <a:pt x="457" y="76"/>
                  <a:pt x="458" y="76"/>
                  <a:pt x="458" y="76"/>
                </a:cubicBezTo>
                <a:cubicBezTo>
                  <a:pt x="459" y="76"/>
                  <a:pt x="460" y="75"/>
                  <a:pt x="461" y="75"/>
                </a:cubicBezTo>
                <a:cubicBezTo>
                  <a:pt x="461" y="75"/>
                  <a:pt x="462" y="74"/>
                  <a:pt x="462" y="74"/>
                </a:cubicBezTo>
                <a:cubicBezTo>
                  <a:pt x="463" y="74"/>
                  <a:pt x="465" y="73"/>
                  <a:pt x="466" y="73"/>
                </a:cubicBezTo>
                <a:cubicBezTo>
                  <a:pt x="466" y="73"/>
                  <a:pt x="466" y="73"/>
                  <a:pt x="466" y="73"/>
                </a:cubicBezTo>
                <a:cubicBezTo>
                  <a:pt x="467" y="72"/>
                  <a:pt x="469" y="72"/>
                  <a:pt x="470" y="72"/>
                </a:cubicBezTo>
                <a:cubicBezTo>
                  <a:pt x="471" y="72"/>
                  <a:pt x="471" y="71"/>
                  <a:pt x="471" y="71"/>
                </a:cubicBezTo>
                <a:cubicBezTo>
                  <a:pt x="472" y="71"/>
                  <a:pt x="473" y="71"/>
                  <a:pt x="474" y="71"/>
                </a:cubicBezTo>
                <a:cubicBezTo>
                  <a:pt x="475" y="71"/>
                  <a:pt x="475" y="70"/>
                  <a:pt x="476" y="70"/>
                </a:cubicBezTo>
                <a:cubicBezTo>
                  <a:pt x="477" y="70"/>
                  <a:pt x="479" y="70"/>
                  <a:pt x="480" y="70"/>
                </a:cubicBezTo>
                <a:cubicBezTo>
                  <a:pt x="481" y="69"/>
                  <a:pt x="483" y="69"/>
                  <a:pt x="484" y="69"/>
                </a:cubicBezTo>
                <a:cubicBezTo>
                  <a:pt x="485" y="69"/>
                  <a:pt x="485" y="69"/>
                  <a:pt x="486" y="69"/>
                </a:cubicBezTo>
                <a:cubicBezTo>
                  <a:pt x="487" y="69"/>
                  <a:pt x="488" y="69"/>
                  <a:pt x="489" y="69"/>
                </a:cubicBezTo>
                <a:cubicBezTo>
                  <a:pt x="489" y="68"/>
                  <a:pt x="490" y="68"/>
                  <a:pt x="490" y="68"/>
                </a:cubicBezTo>
                <a:cubicBezTo>
                  <a:pt x="491" y="68"/>
                  <a:pt x="493" y="68"/>
                  <a:pt x="494" y="68"/>
                </a:cubicBezTo>
                <a:cubicBezTo>
                  <a:pt x="494" y="68"/>
                  <a:pt x="494" y="68"/>
                  <a:pt x="495" y="68"/>
                </a:cubicBezTo>
                <a:cubicBezTo>
                  <a:pt x="496" y="68"/>
                  <a:pt x="497" y="68"/>
                  <a:pt x="498" y="68"/>
                </a:cubicBezTo>
                <a:cubicBezTo>
                  <a:pt x="499" y="68"/>
                  <a:pt x="499" y="68"/>
                  <a:pt x="500" y="68"/>
                </a:cubicBezTo>
                <a:cubicBezTo>
                  <a:pt x="501" y="68"/>
                  <a:pt x="502" y="68"/>
                  <a:pt x="503" y="69"/>
                </a:cubicBezTo>
                <a:cubicBezTo>
                  <a:pt x="503" y="69"/>
                  <a:pt x="504" y="69"/>
                  <a:pt x="504" y="69"/>
                </a:cubicBezTo>
                <a:cubicBezTo>
                  <a:pt x="505" y="69"/>
                  <a:pt x="507" y="69"/>
                  <a:pt x="508" y="69"/>
                </a:cubicBezTo>
                <a:cubicBezTo>
                  <a:pt x="514" y="70"/>
                  <a:pt x="519" y="71"/>
                  <a:pt x="525" y="73"/>
                </a:cubicBezTo>
                <a:cubicBezTo>
                  <a:pt x="526" y="73"/>
                  <a:pt x="527" y="74"/>
                  <a:pt x="528" y="74"/>
                </a:cubicBezTo>
                <a:cubicBezTo>
                  <a:pt x="528" y="74"/>
                  <a:pt x="528" y="74"/>
                  <a:pt x="528" y="74"/>
                </a:cubicBezTo>
                <a:cubicBezTo>
                  <a:pt x="529" y="75"/>
                  <a:pt x="530" y="75"/>
                  <a:pt x="531" y="75"/>
                </a:cubicBezTo>
                <a:cubicBezTo>
                  <a:pt x="531" y="75"/>
                  <a:pt x="532" y="76"/>
                  <a:pt x="532" y="76"/>
                </a:cubicBezTo>
                <a:cubicBezTo>
                  <a:pt x="535" y="77"/>
                  <a:pt x="538" y="78"/>
                  <a:pt x="541" y="80"/>
                </a:cubicBezTo>
                <a:cubicBezTo>
                  <a:pt x="541" y="80"/>
                  <a:pt x="541" y="80"/>
                  <a:pt x="541" y="80"/>
                </a:cubicBezTo>
                <a:cubicBezTo>
                  <a:pt x="542" y="81"/>
                  <a:pt x="543" y="81"/>
                  <a:pt x="544" y="82"/>
                </a:cubicBezTo>
                <a:cubicBezTo>
                  <a:pt x="544" y="82"/>
                  <a:pt x="544" y="82"/>
                  <a:pt x="544" y="82"/>
                </a:cubicBezTo>
                <a:cubicBezTo>
                  <a:pt x="548" y="84"/>
                  <a:pt x="552" y="87"/>
                  <a:pt x="555" y="90"/>
                </a:cubicBezTo>
                <a:cubicBezTo>
                  <a:pt x="555" y="90"/>
                  <a:pt x="555" y="90"/>
                  <a:pt x="556" y="90"/>
                </a:cubicBezTo>
                <a:cubicBezTo>
                  <a:pt x="556" y="91"/>
                  <a:pt x="557" y="92"/>
                  <a:pt x="558" y="92"/>
                </a:cubicBezTo>
                <a:cubicBezTo>
                  <a:pt x="558" y="92"/>
                  <a:pt x="558" y="92"/>
                  <a:pt x="558" y="93"/>
                </a:cubicBezTo>
                <a:cubicBezTo>
                  <a:pt x="561" y="95"/>
                  <a:pt x="563" y="97"/>
                  <a:pt x="565" y="100"/>
                </a:cubicBezTo>
                <a:cubicBezTo>
                  <a:pt x="565" y="100"/>
                  <a:pt x="565" y="100"/>
                  <a:pt x="565" y="100"/>
                </a:cubicBezTo>
                <a:cubicBezTo>
                  <a:pt x="566" y="101"/>
                  <a:pt x="567" y="101"/>
                  <a:pt x="567" y="102"/>
                </a:cubicBezTo>
                <a:cubicBezTo>
                  <a:pt x="568" y="102"/>
                  <a:pt x="568" y="103"/>
                  <a:pt x="568" y="103"/>
                </a:cubicBezTo>
                <a:cubicBezTo>
                  <a:pt x="569" y="104"/>
                  <a:pt x="569" y="104"/>
                  <a:pt x="570" y="105"/>
                </a:cubicBezTo>
                <a:cubicBezTo>
                  <a:pt x="573" y="110"/>
                  <a:pt x="576" y="115"/>
                  <a:pt x="579" y="120"/>
                </a:cubicBezTo>
                <a:cubicBezTo>
                  <a:pt x="580" y="121"/>
                  <a:pt x="580" y="122"/>
                  <a:pt x="581" y="123"/>
                </a:cubicBezTo>
                <a:cubicBezTo>
                  <a:pt x="581" y="124"/>
                  <a:pt x="581" y="124"/>
                  <a:pt x="581" y="125"/>
                </a:cubicBezTo>
                <a:cubicBezTo>
                  <a:pt x="582" y="126"/>
                  <a:pt x="582" y="127"/>
                  <a:pt x="582" y="127"/>
                </a:cubicBezTo>
                <a:cubicBezTo>
                  <a:pt x="583" y="128"/>
                  <a:pt x="583" y="128"/>
                  <a:pt x="583" y="129"/>
                </a:cubicBezTo>
                <a:cubicBezTo>
                  <a:pt x="583" y="130"/>
                  <a:pt x="584" y="131"/>
                  <a:pt x="584" y="132"/>
                </a:cubicBezTo>
                <a:cubicBezTo>
                  <a:pt x="584" y="132"/>
                  <a:pt x="584" y="133"/>
                  <a:pt x="584" y="133"/>
                </a:cubicBezTo>
                <a:cubicBezTo>
                  <a:pt x="585" y="134"/>
                  <a:pt x="585" y="135"/>
                  <a:pt x="585" y="137"/>
                </a:cubicBezTo>
                <a:lnTo>
                  <a:pt x="586" y="138"/>
                </a:lnTo>
                <a:cubicBezTo>
                  <a:pt x="586" y="139"/>
                  <a:pt x="586" y="140"/>
                  <a:pt x="587" y="141"/>
                </a:cubicBezTo>
                <a:cubicBezTo>
                  <a:pt x="587" y="141"/>
                  <a:pt x="587" y="142"/>
                  <a:pt x="587" y="142"/>
                </a:cubicBezTo>
                <a:cubicBezTo>
                  <a:pt x="587" y="144"/>
                  <a:pt x="587" y="145"/>
                  <a:pt x="588" y="147"/>
                </a:cubicBezTo>
                <a:cubicBezTo>
                  <a:pt x="588" y="148"/>
                  <a:pt x="588" y="149"/>
                  <a:pt x="588" y="151"/>
                </a:cubicBezTo>
                <a:close/>
                <a:moveTo>
                  <a:pt x="657" y="163"/>
                </a:moveTo>
                <a:lnTo>
                  <a:pt x="648" y="108"/>
                </a:lnTo>
                <a:lnTo>
                  <a:pt x="616" y="114"/>
                </a:lnTo>
                <a:cubicBezTo>
                  <a:pt x="611" y="99"/>
                  <a:pt x="602" y="86"/>
                  <a:pt x="592" y="74"/>
                </a:cubicBezTo>
                <a:lnTo>
                  <a:pt x="611" y="48"/>
                </a:lnTo>
                <a:lnTo>
                  <a:pt x="565" y="16"/>
                </a:lnTo>
                <a:lnTo>
                  <a:pt x="547" y="42"/>
                </a:lnTo>
                <a:cubicBezTo>
                  <a:pt x="533" y="36"/>
                  <a:pt x="518" y="32"/>
                  <a:pt x="502" y="32"/>
                </a:cubicBezTo>
                <a:lnTo>
                  <a:pt x="497" y="0"/>
                </a:lnTo>
                <a:lnTo>
                  <a:pt x="442" y="9"/>
                </a:lnTo>
                <a:lnTo>
                  <a:pt x="447" y="41"/>
                </a:lnTo>
                <a:cubicBezTo>
                  <a:pt x="432" y="47"/>
                  <a:pt x="419" y="55"/>
                  <a:pt x="408" y="65"/>
                </a:cubicBezTo>
                <a:lnTo>
                  <a:pt x="382" y="47"/>
                </a:lnTo>
                <a:lnTo>
                  <a:pt x="350" y="92"/>
                </a:lnTo>
                <a:lnTo>
                  <a:pt x="376" y="110"/>
                </a:lnTo>
                <a:cubicBezTo>
                  <a:pt x="370" y="124"/>
                  <a:pt x="366" y="140"/>
                  <a:pt x="365" y="155"/>
                </a:cubicBezTo>
                <a:lnTo>
                  <a:pt x="334" y="161"/>
                </a:lnTo>
                <a:lnTo>
                  <a:pt x="343" y="215"/>
                </a:lnTo>
                <a:lnTo>
                  <a:pt x="374" y="210"/>
                </a:lnTo>
                <a:cubicBezTo>
                  <a:pt x="380" y="225"/>
                  <a:pt x="388" y="238"/>
                  <a:pt x="399" y="249"/>
                </a:cubicBezTo>
                <a:lnTo>
                  <a:pt x="380" y="275"/>
                </a:lnTo>
                <a:lnTo>
                  <a:pt x="425" y="308"/>
                </a:lnTo>
                <a:lnTo>
                  <a:pt x="444" y="282"/>
                </a:lnTo>
                <a:cubicBezTo>
                  <a:pt x="458" y="288"/>
                  <a:pt x="473" y="291"/>
                  <a:pt x="489" y="292"/>
                </a:cubicBezTo>
                <a:lnTo>
                  <a:pt x="494" y="324"/>
                </a:lnTo>
                <a:lnTo>
                  <a:pt x="549" y="315"/>
                </a:lnTo>
                <a:lnTo>
                  <a:pt x="544" y="283"/>
                </a:lnTo>
                <a:cubicBezTo>
                  <a:pt x="558" y="277"/>
                  <a:pt x="571" y="269"/>
                  <a:pt x="583" y="258"/>
                </a:cubicBezTo>
                <a:lnTo>
                  <a:pt x="609" y="277"/>
                </a:lnTo>
                <a:lnTo>
                  <a:pt x="641" y="232"/>
                </a:lnTo>
                <a:lnTo>
                  <a:pt x="615" y="213"/>
                </a:lnTo>
                <a:cubicBezTo>
                  <a:pt x="621" y="199"/>
                  <a:pt x="625" y="184"/>
                  <a:pt x="625" y="168"/>
                </a:cubicBezTo>
                <a:lnTo>
                  <a:pt x="657" y="163"/>
                </a:lnTo>
                <a:close/>
                <a:moveTo>
                  <a:pt x="453" y="544"/>
                </a:moveTo>
                <a:cubicBezTo>
                  <a:pt x="453" y="545"/>
                  <a:pt x="453" y="546"/>
                  <a:pt x="453" y="547"/>
                </a:cubicBezTo>
                <a:cubicBezTo>
                  <a:pt x="452" y="548"/>
                  <a:pt x="452" y="550"/>
                  <a:pt x="452" y="552"/>
                </a:cubicBezTo>
                <a:cubicBezTo>
                  <a:pt x="452" y="553"/>
                  <a:pt x="451" y="554"/>
                  <a:pt x="451" y="554"/>
                </a:cubicBezTo>
                <a:cubicBezTo>
                  <a:pt x="451" y="557"/>
                  <a:pt x="450" y="559"/>
                  <a:pt x="450" y="562"/>
                </a:cubicBezTo>
                <a:cubicBezTo>
                  <a:pt x="450" y="562"/>
                  <a:pt x="450" y="562"/>
                  <a:pt x="449" y="562"/>
                </a:cubicBezTo>
                <a:cubicBezTo>
                  <a:pt x="449" y="565"/>
                  <a:pt x="448" y="567"/>
                  <a:pt x="448" y="569"/>
                </a:cubicBezTo>
                <a:cubicBezTo>
                  <a:pt x="447" y="570"/>
                  <a:pt x="447" y="570"/>
                  <a:pt x="447" y="571"/>
                </a:cubicBezTo>
                <a:cubicBezTo>
                  <a:pt x="447" y="573"/>
                  <a:pt x="446" y="575"/>
                  <a:pt x="445" y="576"/>
                </a:cubicBezTo>
                <a:cubicBezTo>
                  <a:pt x="445" y="577"/>
                  <a:pt x="445" y="578"/>
                  <a:pt x="445" y="579"/>
                </a:cubicBezTo>
                <a:cubicBezTo>
                  <a:pt x="440" y="591"/>
                  <a:pt x="435" y="602"/>
                  <a:pt x="428" y="612"/>
                </a:cubicBezTo>
                <a:cubicBezTo>
                  <a:pt x="427" y="614"/>
                  <a:pt x="426" y="616"/>
                  <a:pt x="425" y="617"/>
                </a:cubicBezTo>
                <a:cubicBezTo>
                  <a:pt x="424" y="617"/>
                  <a:pt x="424" y="618"/>
                  <a:pt x="424" y="618"/>
                </a:cubicBezTo>
                <a:cubicBezTo>
                  <a:pt x="423" y="620"/>
                  <a:pt x="422" y="621"/>
                  <a:pt x="421" y="623"/>
                </a:cubicBezTo>
                <a:cubicBezTo>
                  <a:pt x="421" y="623"/>
                  <a:pt x="420" y="623"/>
                  <a:pt x="420" y="623"/>
                </a:cubicBezTo>
                <a:cubicBezTo>
                  <a:pt x="417" y="628"/>
                  <a:pt x="413" y="632"/>
                  <a:pt x="409" y="637"/>
                </a:cubicBezTo>
                <a:cubicBezTo>
                  <a:pt x="409" y="637"/>
                  <a:pt x="409" y="637"/>
                  <a:pt x="408" y="637"/>
                </a:cubicBezTo>
                <a:cubicBezTo>
                  <a:pt x="407" y="639"/>
                  <a:pt x="406" y="640"/>
                  <a:pt x="404" y="641"/>
                </a:cubicBezTo>
                <a:cubicBezTo>
                  <a:pt x="404" y="641"/>
                  <a:pt x="404" y="642"/>
                  <a:pt x="404" y="642"/>
                </a:cubicBezTo>
                <a:cubicBezTo>
                  <a:pt x="398" y="648"/>
                  <a:pt x="392" y="653"/>
                  <a:pt x="386" y="657"/>
                </a:cubicBezTo>
                <a:cubicBezTo>
                  <a:pt x="385" y="657"/>
                  <a:pt x="385" y="658"/>
                  <a:pt x="385" y="658"/>
                </a:cubicBezTo>
                <a:cubicBezTo>
                  <a:pt x="383" y="659"/>
                  <a:pt x="382" y="660"/>
                  <a:pt x="380" y="661"/>
                </a:cubicBezTo>
                <a:cubicBezTo>
                  <a:pt x="380" y="661"/>
                  <a:pt x="379" y="661"/>
                  <a:pt x="379" y="662"/>
                </a:cubicBezTo>
                <a:cubicBezTo>
                  <a:pt x="374" y="665"/>
                  <a:pt x="369" y="668"/>
                  <a:pt x="364" y="670"/>
                </a:cubicBezTo>
                <a:cubicBezTo>
                  <a:pt x="364" y="671"/>
                  <a:pt x="364" y="671"/>
                  <a:pt x="363" y="671"/>
                </a:cubicBezTo>
                <a:cubicBezTo>
                  <a:pt x="362" y="672"/>
                  <a:pt x="360" y="672"/>
                  <a:pt x="358" y="673"/>
                </a:cubicBezTo>
                <a:cubicBezTo>
                  <a:pt x="358" y="673"/>
                  <a:pt x="358" y="674"/>
                  <a:pt x="357" y="674"/>
                </a:cubicBezTo>
                <a:cubicBezTo>
                  <a:pt x="356" y="675"/>
                  <a:pt x="354" y="675"/>
                  <a:pt x="352" y="676"/>
                </a:cubicBezTo>
                <a:cubicBezTo>
                  <a:pt x="343" y="680"/>
                  <a:pt x="333" y="683"/>
                  <a:pt x="323" y="685"/>
                </a:cubicBezTo>
                <a:cubicBezTo>
                  <a:pt x="321" y="686"/>
                  <a:pt x="318" y="686"/>
                  <a:pt x="316" y="687"/>
                </a:cubicBezTo>
                <a:cubicBezTo>
                  <a:pt x="315" y="687"/>
                  <a:pt x="314" y="687"/>
                  <a:pt x="313" y="687"/>
                </a:cubicBezTo>
                <a:cubicBezTo>
                  <a:pt x="312" y="687"/>
                  <a:pt x="310" y="688"/>
                  <a:pt x="308" y="688"/>
                </a:cubicBezTo>
                <a:cubicBezTo>
                  <a:pt x="307" y="688"/>
                  <a:pt x="307" y="688"/>
                  <a:pt x="306" y="688"/>
                </a:cubicBezTo>
                <a:cubicBezTo>
                  <a:pt x="304" y="688"/>
                  <a:pt x="301" y="689"/>
                  <a:pt x="299" y="689"/>
                </a:cubicBezTo>
                <a:cubicBezTo>
                  <a:pt x="299" y="689"/>
                  <a:pt x="299" y="689"/>
                  <a:pt x="298" y="689"/>
                </a:cubicBezTo>
                <a:cubicBezTo>
                  <a:pt x="296" y="689"/>
                  <a:pt x="293" y="689"/>
                  <a:pt x="291" y="689"/>
                </a:cubicBezTo>
                <a:cubicBezTo>
                  <a:pt x="290" y="689"/>
                  <a:pt x="289" y="689"/>
                  <a:pt x="289" y="689"/>
                </a:cubicBezTo>
                <a:cubicBezTo>
                  <a:pt x="287" y="689"/>
                  <a:pt x="285" y="689"/>
                  <a:pt x="283" y="689"/>
                </a:cubicBezTo>
                <a:cubicBezTo>
                  <a:pt x="282" y="689"/>
                  <a:pt x="281" y="689"/>
                  <a:pt x="281" y="689"/>
                </a:cubicBezTo>
                <a:cubicBezTo>
                  <a:pt x="278" y="689"/>
                  <a:pt x="276" y="689"/>
                  <a:pt x="273" y="689"/>
                </a:cubicBezTo>
                <a:cubicBezTo>
                  <a:pt x="270" y="688"/>
                  <a:pt x="268" y="688"/>
                  <a:pt x="265" y="688"/>
                </a:cubicBezTo>
                <a:cubicBezTo>
                  <a:pt x="265" y="688"/>
                  <a:pt x="264" y="687"/>
                  <a:pt x="263" y="687"/>
                </a:cubicBezTo>
                <a:cubicBezTo>
                  <a:pt x="261" y="687"/>
                  <a:pt x="259" y="687"/>
                  <a:pt x="257" y="686"/>
                </a:cubicBezTo>
                <a:cubicBezTo>
                  <a:pt x="257" y="686"/>
                  <a:pt x="256" y="686"/>
                  <a:pt x="255" y="686"/>
                </a:cubicBezTo>
                <a:cubicBezTo>
                  <a:pt x="253" y="686"/>
                  <a:pt x="250" y="685"/>
                  <a:pt x="248" y="684"/>
                </a:cubicBezTo>
                <a:cubicBezTo>
                  <a:pt x="248" y="684"/>
                  <a:pt x="247" y="684"/>
                  <a:pt x="247" y="684"/>
                </a:cubicBezTo>
                <a:cubicBezTo>
                  <a:pt x="245" y="684"/>
                  <a:pt x="243" y="683"/>
                  <a:pt x="241" y="683"/>
                </a:cubicBezTo>
                <a:cubicBezTo>
                  <a:pt x="240" y="682"/>
                  <a:pt x="239" y="682"/>
                  <a:pt x="238" y="682"/>
                </a:cubicBezTo>
                <a:cubicBezTo>
                  <a:pt x="237" y="681"/>
                  <a:pt x="235" y="681"/>
                  <a:pt x="233" y="680"/>
                </a:cubicBezTo>
                <a:cubicBezTo>
                  <a:pt x="233" y="680"/>
                  <a:pt x="232" y="680"/>
                  <a:pt x="231" y="679"/>
                </a:cubicBezTo>
                <a:cubicBezTo>
                  <a:pt x="229" y="679"/>
                  <a:pt x="226" y="678"/>
                  <a:pt x="224" y="677"/>
                </a:cubicBezTo>
                <a:cubicBezTo>
                  <a:pt x="215" y="673"/>
                  <a:pt x="206" y="668"/>
                  <a:pt x="197" y="663"/>
                </a:cubicBezTo>
                <a:cubicBezTo>
                  <a:pt x="196" y="662"/>
                  <a:pt x="194" y="661"/>
                  <a:pt x="192" y="660"/>
                </a:cubicBezTo>
                <a:cubicBezTo>
                  <a:pt x="192" y="659"/>
                  <a:pt x="192" y="659"/>
                  <a:pt x="191" y="659"/>
                </a:cubicBezTo>
                <a:cubicBezTo>
                  <a:pt x="190" y="658"/>
                  <a:pt x="188" y="657"/>
                  <a:pt x="187" y="656"/>
                </a:cubicBezTo>
                <a:cubicBezTo>
                  <a:pt x="187" y="655"/>
                  <a:pt x="187" y="655"/>
                  <a:pt x="186" y="655"/>
                </a:cubicBezTo>
                <a:cubicBezTo>
                  <a:pt x="182" y="652"/>
                  <a:pt x="177" y="648"/>
                  <a:pt x="173" y="644"/>
                </a:cubicBezTo>
                <a:cubicBezTo>
                  <a:pt x="173" y="644"/>
                  <a:pt x="172" y="643"/>
                  <a:pt x="172" y="643"/>
                </a:cubicBezTo>
                <a:cubicBezTo>
                  <a:pt x="171" y="642"/>
                  <a:pt x="170" y="641"/>
                  <a:pt x="168" y="639"/>
                </a:cubicBezTo>
                <a:cubicBezTo>
                  <a:pt x="168" y="639"/>
                  <a:pt x="168" y="639"/>
                  <a:pt x="167" y="638"/>
                </a:cubicBezTo>
                <a:cubicBezTo>
                  <a:pt x="162" y="633"/>
                  <a:pt x="157" y="627"/>
                  <a:pt x="152" y="620"/>
                </a:cubicBezTo>
                <a:cubicBezTo>
                  <a:pt x="152" y="620"/>
                  <a:pt x="152" y="620"/>
                  <a:pt x="151" y="619"/>
                </a:cubicBezTo>
                <a:cubicBezTo>
                  <a:pt x="150" y="618"/>
                  <a:pt x="149" y="616"/>
                  <a:pt x="148" y="615"/>
                </a:cubicBezTo>
                <a:cubicBezTo>
                  <a:pt x="148" y="615"/>
                  <a:pt x="148" y="614"/>
                  <a:pt x="148" y="614"/>
                </a:cubicBezTo>
                <a:cubicBezTo>
                  <a:pt x="145" y="609"/>
                  <a:pt x="142" y="604"/>
                  <a:pt x="139" y="599"/>
                </a:cubicBezTo>
                <a:cubicBezTo>
                  <a:pt x="139" y="599"/>
                  <a:pt x="139" y="598"/>
                  <a:pt x="139" y="598"/>
                </a:cubicBezTo>
                <a:cubicBezTo>
                  <a:pt x="138" y="597"/>
                  <a:pt x="137" y="595"/>
                  <a:pt x="136" y="593"/>
                </a:cubicBezTo>
                <a:cubicBezTo>
                  <a:pt x="136" y="593"/>
                  <a:pt x="136" y="592"/>
                  <a:pt x="136" y="592"/>
                </a:cubicBezTo>
                <a:cubicBezTo>
                  <a:pt x="135" y="590"/>
                  <a:pt x="134" y="589"/>
                  <a:pt x="133" y="587"/>
                </a:cubicBezTo>
                <a:cubicBezTo>
                  <a:pt x="129" y="575"/>
                  <a:pt x="125" y="563"/>
                  <a:pt x="123" y="551"/>
                </a:cubicBezTo>
                <a:cubicBezTo>
                  <a:pt x="123" y="550"/>
                  <a:pt x="122" y="549"/>
                  <a:pt x="122" y="548"/>
                </a:cubicBezTo>
                <a:cubicBezTo>
                  <a:pt x="122" y="547"/>
                  <a:pt x="122" y="545"/>
                  <a:pt x="122" y="543"/>
                </a:cubicBezTo>
                <a:cubicBezTo>
                  <a:pt x="122" y="542"/>
                  <a:pt x="121" y="541"/>
                  <a:pt x="121" y="541"/>
                </a:cubicBezTo>
                <a:cubicBezTo>
                  <a:pt x="121" y="538"/>
                  <a:pt x="121" y="536"/>
                  <a:pt x="121" y="534"/>
                </a:cubicBezTo>
                <a:cubicBezTo>
                  <a:pt x="121" y="534"/>
                  <a:pt x="121" y="533"/>
                  <a:pt x="121" y="533"/>
                </a:cubicBezTo>
                <a:cubicBezTo>
                  <a:pt x="120" y="531"/>
                  <a:pt x="120" y="528"/>
                  <a:pt x="120" y="526"/>
                </a:cubicBezTo>
                <a:cubicBezTo>
                  <a:pt x="120" y="525"/>
                  <a:pt x="120" y="524"/>
                  <a:pt x="120" y="523"/>
                </a:cubicBezTo>
                <a:cubicBezTo>
                  <a:pt x="120" y="522"/>
                  <a:pt x="120" y="520"/>
                  <a:pt x="120" y="518"/>
                </a:cubicBezTo>
                <a:cubicBezTo>
                  <a:pt x="120" y="517"/>
                  <a:pt x="120" y="516"/>
                  <a:pt x="120" y="515"/>
                </a:cubicBezTo>
                <a:cubicBezTo>
                  <a:pt x="121" y="513"/>
                  <a:pt x="121" y="510"/>
                  <a:pt x="121" y="508"/>
                </a:cubicBezTo>
                <a:cubicBezTo>
                  <a:pt x="121" y="505"/>
                  <a:pt x="121" y="503"/>
                  <a:pt x="122" y="500"/>
                </a:cubicBezTo>
                <a:cubicBezTo>
                  <a:pt x="122" y="499"/>
                  <a:pt x="122" y="499"/>
                  <a:pt x="122" y="498"/>
                </a:cubicBezTo>
                <a:cubicBezTo>
                  <a:pt x="122" y="496"/>
                  <a:pt x="123" y="494"/>
                  <a:pt x="123" y="492"/>
                </a:cubicBezTo>
                <a:cubicBezTo>
                  <a:pt x="123" y="492"/>
                  <a:pt x="123" y="491"/>
                  <a:pt x="123" y="490"/>
                </a:cubicBezTo>
                <a:cubicBezTo>
                  <a:pt x="124" y="488"/>
                  <a:pt x="124" y="485"/>
                  <a:pt x="125" y="483"/>
                </a:cubicBezTo>
                <a:cubicBezTo>
                  <a:pt x="125" y="482"/>
                  <a:pt x="125" y="482"/>
                  <a:pt x="125" y="482"/>
                </a:cubicBezTo>
                <a:cubicBezTo>
                  <a:pt x="126" y="480"/>
                  <a:pt x="126" y="478"/>
                  <a:pt x="127" y="475"/>
                </a:cubicBezTo>
                <a:cubicBezTo>
                  <a:pt x="127" y="475"/>
                  <a:pt x="127" y="474"/>
                  <a:pt x="128" y="473"/>
                </a:cubicBezTo>
                <a:cubicBezTo>
                  <a:pt x="128" y="471"/>
                  <a:pt x="129" y="470"/>
                  <a:pt x="129" y="468"/>
                </a:cubicBezTo>
                <a:cubicBezTo>
                  <a:pt x="130" y="467"/>
                  <a:pt x="130" y="467"/>
                  <a:pt x="130" y="466"/>
                </a:cubicBezTo>
                <a:cubicBezTo>
                  <a:pt x="131" y="464"/>
                  <a:pt x="132" y="461"/>
                  <a:pt x="133" y="459"/>
                </a:cubicBezTo>
                <a:cubicBezTo>
                  <a:pt x="133" y="459"/>
                  <a:pt x="133" y="459"/>
                  <a:pt x="133" y="459"/>
                </a:cubicBezTo>
                <a:cubicBezTo>
                  <a:pt x="136" y="450"/>
                  <a:pt x="141" y="440"/>
                  <a:pt x="147" y="432"/>
                </a:cubicBezTo>
                <a:cubicBezTo>
                  <a:pt x="148" y="430"/>
                  <a:pt x="149" y="429"/>
                  <a:pt x="150" y="427"/>
                </a:cubicBezTo>
                <a:cubicBezTo>
                  <a:pt x="150" y="427"/>
                  <a:pt x="150" y="426"/>
                  <a:pt x="151" y="426"/>
                </a:cubicBezTo>
                <a:cubicBezTo>
                  <a:pt x="152" y="425"/>
                  <a:pt x="153" y="423"/>
                  <a:pt x="154" y="422"/>
                </a:cubicBezTo>
                <a:cubicBezTo>
                  <a:pt x="154" y="422"/>
                  <a:pt x="154" y="421"/>
                  <a:pt x="154" y="421"/>
                </a:cubicBezTo>
                <a:cubicBezTo>
                  <a:pt x="158" y="416"/>
                  <a:pt x="162" y="412"/>
                  <a:pt x="166" y="408"/>
                </a:cubicBezTo>
                <a:cubicBezTo>
                  <a:pt x="166" y="407"/>
                  <a:pt x="166" y="407"/>
                  <a:pt x="166" y="407"/>
                </a:cubicBezTo>
                <a:cubicBezTo>
                  <a:pt x="168" y="406"/>
                  <a:pt x="169" y="404"/>
                  <a:pt x="170" y="403"/>
                </a:cubicBezTo>
                <a:cubicBezTo>
                  <a:pt x="170" y="403"/>
                  <a:pt x="171" y="403"/>
                  <a:pt x="171" y="402"/>
                </a:cubicBezTo>
                <a:cubicBezTo>
                  <a:pt x="177" y="397"/>
                  <a:pt x="183" y="392"/>
                  <a:pt x="189" y="387"/>
                </a:cubicBezTo>
                <a:cubicBezTo>
                  <a:pt x="189" y="387"/>
                  <a:pt x="190" y="387"/>
                  <a:pt x="190" y="386"/>
                </a:cubicBezTo>
                <a:cubicBezTo>
                  <a:pt x="192" y="385"/>
                  <a:pt x="193" y="384"/>
                  <a:pt x="195" y="383"/>
                </a:cubicBezTo>
                <a:cubicBezTo>
                  <a:pt x="195" y="383"/>
                  <a:pt x="195" y="383"/>
                  <a:pt x="195" y="383"/>
                </a:cubicBezTo>
                <a:cubicBezTo>
                  <a:pt x="200" y="379"/>
                  <a:pt x="205" y="377"/>
                  <a:pt x="211" y="374"/>
                </a:cubicBezTo>
                <a:cubicBezTo>
                  <a:pt x="211" y="374"/>
                  <a:pt x="211" y="374"/>
                  <a:pt x="211" y="373"/>
                </a:cubicBezTo>
                <a:cubicBezTo>
                  <a:pt x="213" y="373"/>
                  <a:pt x="215" y="372"/>
                  <a:pt x="216" y="371"/>
                </a:cubicBezTo>
                <a:cubicBezTo>
                  <a:pt x="217" y="371"/>
                  <a:pt x="217" y="371"/>
                  <a:pt x="217" y="371"/>
                </a:cubicBezTo>
                <a:cubicBezTo>
                  <a:pt x="219" y="370"/>
                  <a:pt x="221" y="369"/>
                  <a:pt x="223" y="368"/>
                </a:cubicBezTo>
                <a:cubicBezTo>
                  <a:pt x="232" y="364"/>
                  <a:pt x="242" y="361"/>
                  <a:pt x="252" y="359"/>
                </a:cubicBezTo>
                <a:cubicBezTo>
                  <a:pt x="254" y="358"/>
                  <a:pt x="256" y="358"/>
                  <a:pt x="259" y="358"/>
                </a:cubicBezTo>
                <a:cubicBezTo>
                  <a:pt x="260" y="357"/>
                  <a:pt x="260" y="357"/>
                  <a:pt x="261" y="357"/>
                </a:cubicBezTo>
                <a:cubicBezTo>
                  <a:pt x="263" y="357"/>
                  <a:pt x="265" y="357"/>
                  <a:pt x="266" y="356"/>
                </a:cubicBezTo>
                <a:cubicBezTo>
                  <a:pt x="267" y="356"/>
                  <a:pt x="268" y="356"/>
                  <a:pt x="269" y="356"/>
                </a:cubicBezTo>
                <a:cubicBezTo>
                  <a:pt x="271" y="356"/>
                  <a:pt x="273" y="356"/>
                  <a:pt x="276" y="356"/>
                </a:cubicBezTo>
                <a:cubicBezTo>
                  <a:pt x="276" y="355"/>
                  <a:pt x="276" y="355"/>
                  <a:pt x="276" y="355"/>
                </a:cubicBezTo>
                <a:cubicBezTo>
                  <a:pt x="279" y="355"/>
                  <a:pt x="281" y="355"/>
                  <a:pt x="284" y="355"/>
                </a:cubicBezTo>
                <a:cubicBezTo>
                  <a:pt x="285" y="355"/>
                  <a:pt x="285" y="355"/>
                  <a:pt x="286" y="355"/>
                </a:cubicBezTo>
                <a:cubicBezTo>
                  <a:pt x="288" y="355"/>
                  <a:pt x="290" y="355"/>
                  <a:pt x="292" y="355"/>
                </a:cubicBezTo>
                <a:cubicBezTo>
                  <a:pt x="292" y="355"/>
                  <a:pt x="293" y="355"/>
                  <a:pt x="294" y="355"/>
                </a:cubicBezTo>
                <a:cubicBezTo>
                  <a:pt x="297" y="355"/>
                  <a:pt x="299" y="356"/>
                  <a:pt x="302" y="356"/>
                </a:cubicBezTo>
                <a:cubicBezTo>
                  <a:pt x="304" y="356"/>
                  <a:pt x="307" y="356"/>
                  <a:pt x="309" y="357"/>
                </a:cubicBezTo>
                <a:cubicBezTo>
                  <a:pt x="310" y="357"/>
                  <a:pt x="311" y="357"/>
                  <a:pt x="312" y="357"/>
                </a:cubicBezTo>
                <a:cubicBezTo>
                  <a:pt x="314" y="357"/>
                  <a:pt x="315" y="357"/>
                  <a:pt x="317" y="358"/>
                </a:cubicBezTo>
                <a:cubicBezTo>
                  <a:pt x="318" y="358"/>
                  <a:pt x="319" y="358"/>
                  <a:pt x="319" y="358"/>
                </a:cubicBezTo>
                <a:cubicBezTo>
                  <a:pt x="322" y="359"/>
                  <a:pt x="324" y="359"/>
                  <a:pt x="327" y="360"/>
                </a:cubicBezTo>
                <a:cubicBezTo>
                  <a:pt x="327" y="360"/>
                  <a:pt x="327" y="360"/>
                  <a:pt x="328" y="360"/>
                </a:cubicBezTo>
                <a:cubicBezTo>
                  <a:pt x="330" y="361"/>
                  <a:pt x="332" y="361"/>
                  <a:pt x="334" y="362"/>
                </a:cubicBezTo>
                <a:cubicBezTo>
                  <a:pt x="335" y="362"/>
                  <a:pt x="336" y="362"/>
                  <a:pt x="336" y="363"/>
                </a:cubicBezTo>
                <a:cubicBezTo>
                  <a:pt x="338" y="363"/>
                  <a:pt x="340" y="363"/>
                  <a:pt x="341" y="364"/>
                </a:cubicBezTo>
                <a:cubicBezTo>
                  <a:pt x="342" y="364"/>
                  <a:pt x="343" y="365"/>
                  <a:pt x="344" y="365"/>
                </a:cubicBezTo>
                <a:cubicBezTo>
                  <a:pt x="346" y="366"/>
                  <a:pt x="348" y="367"/>
                  <a:pt x="350" y="367"/>
                </a:cubicBezTo>
                <a:cubicBezTo>
                  <a:pt x="360" y="371"/>
                  <a:pt x="369" y="376"/>
                  <a:pt x="378" y="382"/>
                </a:cubicBezTo>
                <a:cubicBezTo>
                  <a:pt x="379" y="383"/>
                  <a:pt x="381" y="384"/>
                  <a:pt x="382" y="385"/>
                </a:cubicBezTo>
                <a:cubicBezTo>
                  <a:pt x="383" y="385"/>
                  <a:pt x="383" y="385"/>
                  <a:pt x="383" y="385"/>
                </a:cubicBezTo>
                <a:cubicBezTo>
                  <a:pt x="385" y="387"/>
                  <a:pt x="386" y="388"/>
                  <a:pt x="388" y="389"/>
                </a:cubicBezTo>
                <a:cubicBezTo>
                  <a:pt x="388" y="389"/>
                  <a:pt x="388" y="389"/>
                  <a:pt x="388" y="389"/>
                </a:cubicBezTo>
                <a:cubicBezTo>
                  <a:pt x="393" y="393"/>
                  <a:pt x="398" y="397"/>
                  <a:pt x="402" y="401"/>
                </a:cubicBezTo>
                <a:cubicBezTo>
                  <a:pt x="402" y="401"/>
                  <a:pt x="402" y="401"/>
                  <a:pt x="402" y="401"/>
                </a:cubicBezTo>
                <a:cubicBezTo>
                  <a:pt x="404" y="402"/>
                  <a:pt x="405" y="404"/>
                  <a:pt x="406" y="405"/>
                </a:cubicBezTo>
                <a:cubicBezTo>
                  <a:pt x="407" y="405"/>
                  <a:pt x="407" y="406"/>
                  <a:pt x="407" y="406"/>
                </a:cubicBezTo>
                <a:cubicBezTo>
                  <a:pt x="413" y="412"/>
                  <a:pt x="418" y="418"/>
                  <a:pt x="422" y="424"/>
                </a:cubicBezTo>
                <a:cubicBezTo>
                  <a:pt x="423" y="424"/>
                  <a:pt x="423" y="425"/>
                  <a:pt x="423" y="425"/>
                </a:cubicBezTo>
                <a:cubicBezTo>
                  <a:pt x="424" y="426"/>
                  <a:pt x="425" y="428"/>
                  <a:pt x="426" y="429"/>
                </a:cubicBezTo>
                <a:cubicBezTo>
                  <a:pt x="426" y="430"/>
                  <a:pt x="427" y="430"/>
                  <a:pt x="427" y="430"/>
                </a:cubicBezTo>
                <a:cubicBezTo>
                  <a:pt x="430" y="435"/>
                  <a:pt x="433" y="440"/>
                  <a:pt x="436" y="445"/>
                </a:cubicBezTo>
                <a:cubicBezTo>
                  <a:pt x="436" y="446"/>
                  <a:pt x="436" y="446"/>
                  <a:pt x="436" y="446"/>
                </a:cubicBezTo>
                <a:cubicBezTo>
                  <a:pt x="437" y="448"/>
                  <a:pt x="438" y="449"/>
                  <a:pt x="438" y="451"/>
                </a:cubicBezTo>
                <a:cubicBezTo>
                  <a:pt x="439" y="451"/>
                  <a:pt x="439" y="452"/>
                  <a:pt x="439" y="452"/>
                </a:cubicBezTo>
                <a:cubicBezTo>
                  <a:pt x="440" y="454"/>
                  <a:pt x="441" y="456"/>
                  <a:pt x="441" y="457"/>
                </a:cubicBezTo>
                <a:cubicBezTo>
                  <a:pt x="445" y="467"/>
                  <a:pt x="448" y="476"/>
                  <a:pt x="451" y="487"/>
                </a:cubicBezTo>
                <a:cubicBezTo>
                  <a:pt x="451" y="489"/>
                  <a:pt x="452" y="491"/>
                  <a:pt x="452" y="494"/>
                </a:cubicBezTo>
                <a:cubicBezTo>
                  <a:pt x="452" y="494"/>
                  <a:pt x="452" y="495"/>
                  <a:pt x="452" y="496"/>
                </a:cubicBezTo>
                <a:cubicBezTo>
                  <a:pt x="453" y="498"/>
                  <a:pt x="453" y="499"/>
                  <a:pt x="453" y="501"/>
                </a:cubicBezTo>
                <a:cubicBezTo>
                  <a:pt x="453" y="502"/>
                  <a:pt x="453" y="503"/>
                  <a:pt x="453" y="504"/>
                </a:cubicBezTo>
                <a:cubicBezTo>
                  <a:pt x="454" y="506"/>
                  <a:pt x="454" y="508"/>
                  <a:pt x="454" y="510"/>
                </a:cubicBezTo>
                <a:cubicBezTo>
                  <a:pt x="454" y="511"/>
                  <a:pt x="454" y="511"/>
                  <a:pt x="454" y="511"/>
                </a:cubicBezTo>
                <a:cubicBezTo>
                  <a:pt x="454" y="514"/>
                  <a:pt x="454" y="516"/>
                  <a:pt x="454" y="519"/>
                </a:cubicBezTo>
                <a:lnTo>
                  <a:pt x="454" y="521"/>
                </a:lnTo>
                <a:cubicBezTo>
                  <a:pt x="454" y="523"/>
                  <a:pt x="454" y="525"/>
                  <a:pt x="454" y="527"/>
                </a:cubicBezTo>
                <a:cubicBezTo>
                  <a:pt x="454" y="527"/>
                  <a:pt x="454" y="528"/>
                  <a:pt x="454" y="529"/>
                </a:cubicBezTo>
                <a:cubicBezTo>
                  <a:pt x="454" y="531"/>
                  <a:pt x="454" y="534"/>
                  <a:pt x="454" y="537"/>
                </a:cubicBezTo>
                <a:cubicBezTo>
                  <a:pt x="454" y="539"/>
                  <a:pt x="453" y="542"/>
                  <a:pt x="453" y="544"/>
                </a:cubicBezTo>
                <a:close/>
                <a:moveTo>
                  <a:pt x="566" y="596"/>
                </a:moveTo>
                <a:lnTo>
                  <a:pt x="575" y="497"/>
                </a:lnTo>
                <a:lnTo>
                  <a:pt x="518" y="492"/>
                </a:lnTo>
                <a:cubicBezTo>
                  <a:pt x="514" y="464"/>
                  <a:pt x="506" y="438"/>
                  <a:pt x="493" y="414"/>
                </a:cubicBezTo>
                <a:lnTo>
                  <a:pt x="537" y="377"/>
                </a:lnTo>
                <a:lnTo>
                  <a:pt x="473" y="301"/>
                </a:lnTo>
                <a:lnTo>
                  <a:pt x="429" y="338"/>
                </a:lnTo>
                <a:cubicBezTo>
                  <a:pt x="408" y="321"/>
                  <a:pt x="383" y="308"/>
                  <a:pt x="356" y="300"/>
                </a:cubicBezTo>
                <a:lnTo>
                  <a:pt x="361" y="243"/>
                </a:lnTo>
                <a:lnTo>
                  <a:pt x="262" y="235"/>
                </a:lnTo>
                <a:lnTo>
                  <a:pt x="258" y="291"/>
                </a:lnTo>
                <a:cubicBezTo>
                  <a:pt x="230" y="295"/>
                  <a:pt x="203" y="304"/>
                  <a:pt x="179" y="316"/>
                </a:cubicBezTo>
                <a:lnTo>
                  <a:pt x="142" y="273"/>
                </a:lnTo>
                <a:lnTo>
                  <a:pt x="66" y="336"/>
                </a:lnTo>
                <a:lnTo>
                  <a:pt x="103" y="380"/>
                </a:lnTo>
                <a:cubicBezTo>
                  <a:pt x="87" y="402"/>
                  <a:pt x="73" y="426"/>
                  <a:pt x="65" y="453"/>
                </a:cubicBezTo>
                <a:lnTo>
                  <a:pt x="8" y="448"/>
                </a:lnTo>
                <a:lnTo>
                  <a:pt x="0" y="547"/>
                </a:lnTo>
                <a:lnTo>
                  <a:pt x="57" y="552"/>
                </a:lnTo>
                <a:cubicBezTo>
                  <a:pt x="60" y="580"/>
                  <a:pt x="69" y="606"/>
                  <a:pt x="82" y="631"/>
                </a:cubicBezTo>
                <a:lnTo>
                  <a:pt x="38" y="667"/>
                </a:lnTo>
                <a:lnTo>
                  <a:pt x="102" y="743"/>
                </a:lnTo>
                <a:lnTo>
                  <a:pt x="145" y="706"/>
                </a:lnTo>
                <a:cubicBezTo>
                  <a:pt x="167" y="723"/>
                  <a:pt x="192" y="736"/>
                  <a:pt x="219" y="744"/>
                </a:cubicBezTo>
                <a:lnTo>
                  <a:pt x="214" y="801"/>
                </a:lnTo>
                <a:lnTo>
                  <a:pt x="312" y="810"/>
                </a:lnTo>
                <a:lnTo>
                  <a:pt x="317" y="753"/>
                </a:lnTo>
                <a:cubicBezTo>
                  <a:pt x="345" y="749"/>
                  <a:pt x="372" y="741"/>
                  <a:pt x="396" y="728"/>
                </a:cubicBezTo>
                <a:lnTo>
                  <a:pt x="432" y="772"/>
                </a:lnTo>
                <a:lnTo>
                  <a:pt x="508" y="708"/>
                </a:lnTo>
                <a:lnTo>
                  <a:pt x="471" y="664"/>
                </a:lnTo>
                <a:cubicBezTo>
                  <a:pt x="488" y="643"/>
                  <a:pt x="501" y="618"/>
                  <a:pt x="509" y="591"/>
                </a:cubicBezTo>
                <a:lnTo>
                  <a:pt x="566" y="596"/>
                </a:lnTo>
                <a:close/>
                <a:moveTo>
                  <a:pt x="863" y="462"/>
                </a:moveTo>
                <a:cubicBezTo>
                  <a:pt x="863" y="462"/>
                  <a:pt x="862" y="463"/>
                  <a:pt x="862" y="463"/>
                </a:cubicBezTo>
                <a:cubicBezTo>
                  <a:pt x="862" y="465"/>
                  <a:pt x="862" y="466"/>
                  <a:pt x="862" y="467"/>
                </a:cubicBezTo>
                <a:cubicBezTo>
                  <a:pt x="862" y="468"/>
                  <a:pt x="862" y="468"/>
                  <a:pt x="861" y="469"/>
                </a:cubicBezTo>
                <a:cubicBezTo>
                  <a:pt x="861" y="470"/>
                  <a:pt x="861" y="472"/>
                  <a:pt x="860" y="474"/>
                </a:cubicBezTo>
                <a:cubicBezTo>
                  <a:pt x="860" y="474"/>
                  <a:pt x="860" y="474"/>
                  <a:pt x="860" y="474"/>
                </a:cubicBezTo>
                <a:cubicBezTo>
                  <a:pt x="860" y="476"/>
                  <a:pt x="859" y="477"/>
                  <a:pt x="859" y="479"/>
                </a:cubicBezTo>
                <a:cubicBezTo>
                  <a:pt x="859" y="479"/>
                  <a:pt x="859" y="480"/>
                  <a:pt x="858" y="481"/>
                </a:cubicBezTo>
                <a:cubicBezTo>
                  <a:pt x="858" y="482"/>
                  <a:pt x="858" y="483"/>
                  <a:pt x="857" y="484"/>
                </a:cubicBezTo>
                <a:cubicBezTo>
                  <a:pt x="857" y="485"/>
                  <a:pt x="857" y="485"/>
                  <a:pt x="857" y="486"/>
                </a:cubicBezTo>
                <a:cubicBezTo>
                  <a:pt x="854" y="494"/>
                  <a:pt x="850" y="502"/>
                  <a:pt x="845" y="510"/>
                </a:cubicBezTo>
                <a:cubicBezTo>
                  <a:pt x="844" y="511"/>
                  <a:pt x="844" y="512"/>
                  <a:pt x="843" y="513"/>
                </a:cubicBezTo>
                <a:cubicBezTo>
                  <a:pt x="843" y="513"/>
                  <a:pt x="842" y="513"/>
                  <a:pt x="842" y="513"/>
                </a:cubicBezTo>
                <a:cubicBezTo>
                  <a:pt x="842" y="515"/>
                  <a:pt x="841" y="516"/>
                  <a:pt x="840" y="517"/>
                </a:cubicBezTo>
                <a:cubicBezTo>
                  <a:pt x="840" y="517"/>
                  <a:pt x="840" y="517"/>
                  <a:pt x="840" y="517"/>
                </a:cubicBezTo>
                <a:cubicBezTo>
                  <a:pt x="837" y="520"/>
                  <a:pt x="835" y="524"/>
                  <a:pt x="832" y="527"/>
                </a:cubicBezTo>
                <a:cubicBezTo>
                  <a:pt x="832" y="527"/>
                  <a:pt x="831" y="527"/>
                  <a:pt x="831" y="527"/>
                </a:cubicBezTo>
                <a:cubicBezTo>
                  <a:pt x="830" y="528"/>
                  <a:pt x="829" y="529"/>
                  <a:pt x="829" y="530"/>
                </a:cubicBezTo>
                <a:cubicBezTo>
                  <a:pt x="828" y="530"/>
                  <a:pt x="828" y="530"/>
                  <a:pt x="828" y="530"/>
                </a:cubicBezTo>
                <a:cubicBezTo>
                  <a:pt x="824" y="534"/>
                  <a:pt x="820" y="538"/>
                  <a:pt x="815" y="541"/>
                </a:cubicBezTo>
                <a:cubicBezTo>
                  <a:pt x="815" y="541"/>
                  <a:pt x="815" y="541"/>
                  <a:pt x="815" y="541"/>
                </a:cubicBezTo>
                <a:cubicBezTo>
                  <a:pt x="814" y="542"/>
                  <a:pt x="812" y="543"/>
                  <a:pt x="811" y="544"/>
                </a:cubicBezTo>
                <a:cubicBezTo>
                  <a:pt x="811" y="544"/>
                  <a:pt x="811" y="544"/>
                  <a:pt x="811" y="544"/>
                </a:cubicBezTo>
                <a:cubicBezTo>
                  <a:pt x="807" y="546"/>
                  <a:pt x="804" y="548"/>
                  <a:pt x="800" y="550"/>
                </a:cubicBezTo>
                <a:cubicBezTo>
                  <a:pt x="800" y="550"/>
                  <a:pt x="800" y="550"/>
                  <a:pt x="800" y="551"/>
                </a:cubicBezTo>
                <a:cubicBezTo>
                  <a:pt x="799" y="551"/>
                  <a:pt x="797" y="552"/>
                  <a:pt x="796" y="552"/>
                </a:cubicBezTo>
                <a:cubicBezTo>
                  <a:pt x="796" y="552"/>
                  <a:pt x="796" y="552"/>
                  <a:pt x="795" y="553"/>
                </a:cubicBezTo>
                <a:cubicBezTo>
                  <a:pt x="794" y="553"/>
                  <a:pt x="793" y="554"/>
                  <a:pt x="792" y="554"/>
                </a:cubicBezTo>
                <a:cubicBezTo>
                  <a:pt x="785" y="557"/>
                  <a:pt x="778" y="559"/>
                  <a:pt x="771" y="561"/>
                </a:cubicBezTo>
                <a:cubicBezTo>
                  <a:pt x="770" y="561"/>
                  <a:pt x="768" y="561"/>
                  <a:pt x="766" y="562"/>
                </a:cubicBezTo>
                <a:cubicBezTo>
                  <a:pt x="766" y="562"/>
                  <a:pt x="765" y="562"/>
                  <a:pt x="765" y="562"/>
                </a:cubicBezTo>
                <a:cubicBezTo>
                  <a:pt x="763" y="562"/>
                  <a:pt x="762" y="562"/>
                  <a:pt x="761" y="562"/>
                </a:cubicBezTo>
                <a:cubicBezTo>
                  <a:pt x="760" y="563"/>
                  <a:pt x="760" y="563"/>
                  <a:pt x="759" y="563"/>
                </a:cubicBezTo>
                <a:cubicBezTo>
                  <a:pt x="758" y="563"/>
                  <a:pt x="756" y="563"/>
                  <a:pt x="755" y="563"/>
                </a:cubicBezTo>
                <a:cubicBezTo>
                  <a:pt x="754" y="563"/>
                  <a:pt x="754" y="563"/>
                  <a:pt x="754" y="563"/>
                </a:cubicBezTo>
                <a:cubicBezTo>
                  <a:pt x="752" y="563"/>
                  <a:pt x="751" y="563"/>
                  <a:pt x="749" y="563"/>
                </a:cubicBezTo>
                <a:cubicBezTo>
                  <a:pt x="748" y="563"/>
                  <a:pt x="748" y="563"/>
                  <a:pt x="747" y="563"/>
                </a:cubicBezTo>
                <a:cubicBezTo>
                  <a:pt x="746" y="563"/>
                  <a:pt x="745" y="563"/>
                  <a:pt x="743" y="563"/>
                </a:cubicBezTo>
                <a:cubicBezTo>
                  <a:pt x="743" y="563"/>
                  <a:pt x="742" y="563"/>
                  <a:pt x="742" y="563"/>
                </a:cubicBezTo>
                <a:cubicBezTo>
                  <a:pt x="740" y="563"/>
                  <a:pt x="738" y="563"/>
                  <a:pt x="736" y="563"/>
                </a:cubicBezTo>
                <a:cubicBezTo>
                  <a:pt x="734" y="563"/>
                  <a:pt x="733" y="563"/>
                  <a:pt x="731" y="562"/>
                </a:cubicBezTo>
                <a:cubicBezTo>
                  <a:pt x="730" y="562"/>
                  <a:pt x="730" y="562"/>
                  <a:pt x="729" y="562"/>
                </a:cubicBezTo>
                <a:cubicBezTo>
                  <a:pt x="728" y="562"/>
                  <a:pt x="727" y="562"/>
                  <a:pt x="725" y="562"/>
                </a:cubicBezTo>
                <a:cubicBezTo>
                  <a:pt x="725" y="561"/>
                  <a:pt x="724" y="561"/>
                  <a:pt x="724" y="561"/>
                </a:cubicBezTo>
                <a:cubicBezTo>
                  <a:pt x="722" y="561"/>
                  <a:pt x="720" y="561"/>
                  <a:pt x="719" y="560"/>
                </a:cubicBezTo>
                <a:cubicBezTo>
                  <a:pt x="718" y="560"/>
                  <a:pt x="718" y="560"/>
                  <a:pt x="718" y="560"/>
                </a:cubicBezTo>
                <a:cubicBezTo>
                  <a:pt x="717" y="560"/>
                  <a:pt x="715" y="559"/>
                  <a:pt x="714" y="559"/>
                </a:cubicBezTo>
                <a:cubicBezTo>
                  <a:pt x="713" y="559"/>
                  <a:pt x="712" y="558"/>
                  <a:pt x="712" y="558"/>
                </a:cubicBezTo>
                <a:cubicBezTo>
                  <a:pt x="711" y="558"/>
                  <a:pt x="710" y="558"/>
                  <a:pt x="708" y="557"/>
                </a:cubicBezTo>
                <a:cubicBezTo>
                  <a:pt x="708" y="557"/>
                  <a:pt x="707" y="557"/>
                  <a:pt x="707" y="557"/>
                </a:cubicBezTo>
                <a:cubicBezTo>
                  <a:pt x="705" y="556"/>
                  <a:pt x="704" y="555"/>
                  <a:pt x="702" y="555"/>
                </a:cubicBezTo>
                <a:cubicBezTo>
                  <a:pt x="695" y="552"/>
                  <a:pt x="689" y="549"/>
                  <a:pt x="683" y="545"/>
                </a:cubicBezTo>
                <a:cubicBezTo>
                  <a:pt x="682" y="544"/>
                  <a:pt x="681" y="543"/>
                  <a:pt x="680" y="543"/>
                </a:cubicBezTo>
                <a:cubicBezTo>
                  <a:pt x="679" y="542"/>
                  <a:pt x="679" y="542"/>
                  <a:pt x="679" y="542"/>
                </a:cubicBezTo>
                <a:cubicBezTo>
                  <a:pt x="678" y="541"/>
                  <a:pt x="677" y="541"/>
                  <a:pt x="676" y="540"/>
                </a:cubicBezTo>
                <a:cubicBezTo>
                  <a:pt x="676" y="540"/>
                  <a:pt x="676" y="540"/>
                  <a:pt x="675" y="539"/>
                </a:cubicBezTo>
                <a:cubicBezTo>
                  <a:pt x="672" y="537"/>
                  <a:pt x="669" y="534"/>
                  <a:pt x="666" y="531"/>
                </a:cubicBezTo>
                <a:cubicBezTo>
                  <a:pt x="666" y="531"/>
                  <a:pt x="666" y="531"/>
                  <a:pt x="665" y="531"/>
                </a:cubicBezTo>
                <a:cubicBezTo>
                  <a:pt x="665" y="530"/>
                  <a:pt x="664" y="529"/>
                  <a:pt x="663" y="528"/>
                </a:cubicBezTo>
                <a:cubicBezTo>
                  <a:pt x="663" y="528"/>
                  <a:pt x="662" y="528"/>
                  <a:pt x="662" y="528"/>
                </a:cubicBezTo>
                <a:cubicBezTo>
                  <a:pt x="658" y="524"/>
                  <a:pt x="655" y="520"/>
                  <a:pt x="651" y="515"/>
                </a:cubicBezTo>
                <a:cubicBezTo>
                  <a:pt x="651" y="515"/>
                  <a:pt x="651" y="515"/>
                  <a:pt x="651" y="514"/>
                </a:cubicBezTo>
                <a:cubicBezTo>
                  <a:pt x="650" y="513"/>
                  <a:pt x="649" y="512"/>
                  <a:pt x="649" y="511"/>
                </a:cubicBezTo>
                <a:cubicBezTo>
                  <a:pt x="649" y="511"/>
                  <a:pt x="649" y="511"/>
                  <a:pt x="648" y="511"/>
                </a:cubicBezTo>
                <a:cubicBezTo>
                  <a:pt x="646" y="507"/>
                  <a:pt x="644" y="504"/>
                  <a:pt x="642" y="500"/>
                </a:cubicBezTo>
                <a:cubicBezTo>
                  <a:pt x="642" y="500"/>
                  <a:pt x="642" y="500"/>
                  <a:pt x="642" y="500"/>
                </a:cubicBezTo>
                <a:cubicBezTo>
                  <a:pt x="641" y="498"/>
                  <a:pt x="641" y="497"/>
                  <a:pt x="640" y="496"/>
                </a:cubicBezTo>
                <a:cubicBezTo>
                  <a:pt x="640" y="496"/>
                  <a:pt x="640" y="495"/>
                  <a:pt x="640" y="495"/>
                </a:cubicBezTo>
                <a:cubicBezTo>
                  <a:pt x="639" y="494"/>
                  <a:pt x="639" y="493"/>
                  <a:pt x="638" y="492"/>
                </a:cubicBezTo>
                <a:cubicBezTo>
                  <a:pt x="635" y="484"/>
                  <a:pt x="632" y="475"/>
                  <a:pt x="631" y="466"/>
                </a:cubicBezTo>
                <a:cubicBezTo>
                  <a:pt x="631" y="466"/>
                  <a:pt x="631" y="465"/>
                  <a:pt x="630" y="464"/>
                </a:cubicBezTo>
                <a:cubicBezTo>
                  <a:pt x="630" y="463"/>
                  <a:pt x="630" y="462"/>
                  <a:pt x="630" y="461"/>
                </a:cubicBezTo>
                <a:cubicBezTo>
                  <a:pt x="630" y="460"/>
                  <a:pt x="630" y="460"/>
                  <a:pt x="630" y="459"/>
                </a:cubicBezTo>
                <a:cubicBezTo>
                  <a:pt x="630" y="458"/>
                  <a:pt x="629" y="456"/>
                  <a:pt x="629" y="454"/>
                </a:cubicBezTo>
                <a:cubicBezTo>
                  <a:pt x="629" y="454"/>
                  <a:pt x="629" y="454"/>
                  <a:pt x="629" y="454"/>
                </a:cubicBezTo>
                <a:cubicBezTo>
                  <a:pt x="629" y="452"/>
                  <a:pt x="629" y="450"/>
                  <a:pt x="629" y="449"/>
                </a:cubicBezTo>
                <a:cubicBezTo>
                  <a:pt x="629" y="448"/>
                  <a:pt x="629" y="448"/>
                  <a:pt x="629" y="447"/>
                </a:cubicBezTo>
                <a:cubicBezTo>
                  <a:pt x="629" y="446"/>
                  <a:pt x="629" y="444"/>
                  <a:pt x="629" y="443"/>
                </a:cubicBezTo>
                <a:cubicBezTo>
                  <a:pt x="629" y="443"/>
                  <a:pt x="629" y="442"/>
                  <a:pt x="629" y="441"/>
                </a:cubicBezTo>
                <a:cubicBezTo>
                  <a:pt x="629" y="440"/>
                  <a:pt x="629" y="438"/>
                  <a:pt x="629" y="436"/>
                </a:cubicBezTo>
                <a:cubicBezTo>
                  <a:pt x="630" y="434"/>
                  <a:pt x="630" y="432"/>
                  <a:pt x="630" y="431"/>
                </a:cubicBezTo>
                <a:cubicBezTo>
                  <a:pt x="630" y="430"/>
                  <a:pt x="630" y="430"/>
                  <a:pt x="630" y="429"/>
                </a:cubicBezTo>
                <a:cubicBezTo>
                  <a:pt x="630" y="428"/>
                  <a:pt x="631" y="426"/>
                  <a:pt x="631" y="425"/>
                </a:cubicBezTo>
                <a:cubicBezTo>
                  <a:pt x="631" y="425"/>
                  <a:pt x="631" y="424"/>
                  <a:pt x="631" y="424"/>
                </a:cubicBezTo>
                <a:cubicBezTo>
                  <a:pt x="632" y="422"/>
                  <a:pt x="632" y="420"/>
                  <a:pt x="632" y="418"/>
                </a:cubicBezTo>
                <a:cubicBezTo>
                  <a:pt x="632" y="418"/>
                  <a:pt x="632" y="418"/>
                  <a:pt x="632" y="418"/>
                </a:cubicBezTo>
                <a:cubicBezTo>
                  <a:pt x="633" y="416"/>
                  <a:pt x="633" y="415"/>
                  <a:pt x="634" y="413"/>
                </a:cubicBezTo>
                <a:cubicBezTo>
                  <a:pt x="634" y="413"/>
                  <a:pt x="634" y="412"/>
                  <a:pt x="634" y="412"/>
                </a:cubicBezTo>
                <a:cubicBezTo>
                  <a:pt x="635" y="410"/>
                  <a:pt x="635" y="409"/>
                  <a:pt x="635" y="408"/>
                </a:cubicBezTo>
                <a:cubicBezTo>
                  <a:pt x="635" y="408"/>
                  <a:pt x="636" y="407"/>
                  <a:pt x="636" y="407"/>
                </a:cubicBezTo>
                <a:cubicBezTo>
                  <a:pt x="636" y="405"/>
                  <a:pt x="637" y="403"/>
                  <a:pt x="638" y="402"/>
                </a:cubicBezTo>
                <a:cubicBezTo>
                  <a:pt x="638" y="402"/>
                  <a:pt x="638" y="402"/>
                  <a:pt x="638" y="402"/>
                </a:cubicBezTo>
                <a:cubicBezTo>
                  <a:pt x="640" y="395"/>
                  <a:pt x="644" y="389"/>
                  <a:pt x="648" y="383"/>
                </a:cubicBezTo>
                <a:cubicBezTo>
                  <a:pt x="648" y="382"/>
                  <a:pt x="649" y="380"/>
                  <a:pt x="650" y="379"/>
                </a:cubicBezTo>
                <a:cubicBezTo>
                  <a:pt x="650" y="379"/>
                  <a:pt x="650" y="379"/>
                  <a:pt x="650" y="379"/>
                </a:cubicBezTo>
                <a:cubicBezTo>
                  <a:pt x="651" y="378"/>
                  <a:pt x="652" y="377"/>
                  <a:pt x="653" y="376"/>
                </a:cubicBezTo>
                <a:cubicBezTo>
                  <a:pt x="653" y="375"/>
                  <a:pt x="653" y="375"/>
                  <a:pt x="653" y="375"/>
                </a:cubicBezTo>
                <a:cubicBezTo>
                  <a:pt x="655" y="372"/>
                  <a:pt x="658" y="369"/>
                  <a:pt x="661" y="366"/>
                </a:cubicBezTo>
                <a:cubicBezTo>
                  <a:pt x="661" y="366"/>
                  <a:pt x="661" y="365"/>
                  <a:pt x="661" y="365"/>
                </a:cubicBezTo>
                <a:cubicBezTo>
                  <a:pt x="662" y="364"/>
                  <a:pt x="663" y="363"/>
                  <a:pt x="664" y="363"/>
                </a:cubicBezTo>
                <a:cubicBezTo>
                  <a:pt x="664" y="362"/>
                  <a:pt x="664" y="362"/>
                  <a:pt x="665" y="362"/>
                </a:cubicBezTo>
                <a:cubicBezTo>
                  <a:pt x="669" y="358"/>
                  <a:pt x="673" y="355"/>
                  <a:pt x="677" y="351"/>
                </a:cubicBezTo>
                <a:cubicBezTo>
                  <a:pt x="678" y="351"/>
                  <a:pt x="678" y="351"/>
                  <a:pt x="678" y="351"/>
                </a:cubicBezTo>
                <a:cubicBezTo>
                  <a:pt x="679" y="350"/>
                  <a:pt x="680" y="349"/>
                  <a:pt x="681" y="349"/>
                </a:cubicBezTo>
                <a:cubicBezTo>
                  <a:pt x="681" y="348"/>
                  <a:pt x="682" y="348"/>
                  <a:pt x="682" y="348"/>
                </a:cubicBezTo>
                <a:cubicBezTo>
                  <a:pt x="685" y="346"/>
                  <a:pt x="689" y="344"/>
                  <a:pt x="692" y="342"/>
                </a:cubicBezTo>
                <a:cubicBezTo>
                  <a:pt x="693" y="342"/>
                  <a:pt x="693" y="342"/>
                  <a:pt x="693" y="342"/>
                </a:cubicBezTo>
                <a:cubicBezTo>
                  <a:pt x="694" y="341"/>
                  <a:pt x="695" y="341"/>
                  <a:pt x="696" y="340"/>
                </a:cubicBezTo>
                <a:cubicBezTo>
                  <a:pt x="697" y="340"/>
                  <a:pt x="697" y="340"/>
                  <a:pt x="697" y="340"/>
                </a:cubicBezTo>
                <a:cubicBezTo>
                  <a:pt x="698" y="339"/>
                  <a:pt x="700" y="339"/>
                  <a:pt x="701" y="338"/>
                </a:cubicBezTo>
                <a:cubicBezTo>
                  <a:pt x="707" y="335"/>
                  <a:pt x="714" y="333"/>
                  <a:pt x="721" y="331"/>
                </a:cubicBezTo>
                <a:cubicBezTo>
                  <a:pt x="723" y="331"/>
                  <a:pt x="725" y="331"/>
                  <a:pt x="726" y="331"/>
                </a:cubicBezTo>
                <a:cubicBezTo>
                  <a:pt x="727" y="330"/>
                  <a:pt x="727" y="330"/>
                  <a:pt x="728" y="330"/>
                </a:cubicBezTo>
                <a:cubicBezTo>
                  <a:pt x="729" y="330"/>
                  <a:pt x="730" y="330"/>
                  <a:pt x="732" y="330"/>
                </a:cubicBezTo>
                <a:cubicBezTo>
                  <a:pt x="732" y="330"/>
                  <a:pt x="733" y="330"/>
                  <a:pt x="733" y="330"/>
                </a:cubicBezTo>
                <a:cubicBezTo>
                  <a:pt x="735" y="329"/>
                  <a:pt x="736" y="329"/>
                  <a:pt x="738" y="329"/>
                </a:cubicBezTo>
                <a:cubicBezTo>
                  <a:pt x="738" y="329"/>
                  <a:pt x="738" y="329"/>
                  <a:pt x="739" y="329"/>
                </a:cubicBezTo>
                <a:cubicBezTo>
                  <a:pt x="740" y="329"/>
                  <a:pt x="742" y="329"/>
                  <a:pt x="744" y="329"/>
                </a:cubicBezTo>
                <a:cubicBezTo>
                  <a:pt x="744" y="329"/>
                  <a:pt x="745" y="329"/>
                  <a:pt x="745" y="329"/>
                </a:cubicBezTo>
                <a:cubicBezTo>
                  <a:pt x="747" y="329"/>
                  <a:pt x="748" y="329"/>
                  <a:pt x="749" y="329"/>
                </a:cubicBezTo>
                <a:cubicBezTo>
                  <a:pt x="750" y="329"/>
                  <a:pt x="750" y="329"/>
                  <a:pt x="751" y="329"/>
                </a:cubicBezTo>
                <a:cubicBezTo>
                  <a:pt x="753" y="329"/>
                  <a:pt x="755" y="329"/>
                  <a:pt x="756" y="329"/>
                </a:cubicBezTo>
                <a:cubicBezTo>
                  <a:pt x="758" y="329"/>
                  <a:pt x="760" y="330"/>
                  <a:pt x="762" y="330"/>
                </a:cubicBezTo>
                <a:cubicBezTo>
                  <a:pt x="762" y="330"/>
                  <a:pt x="763" y="330"/>
                  <a:pt x="763" y="330"/>
                </a:cubicBezTo>
                <a:cubicBezTo>
                  <a:pt x="765" y="330"/>
                  <a:pt x="766" y="330"/>
                  <a:pt x="767" y="331"/>
                </a:cubicBezTo>
                <a:cubicBezTo>
                  <a:pt x="768" y="331"/>
                  <a:pt x="768" y="331"/>
                  <a:pt x="769" y="331"/>
                </a:cubicBezTo>
                <a:cubicBezTo>
                  <a:pt x="771" y="331"/>
                  <a:pt x="772" y="332"/>
                  <a:pt x="774" y="332"/>
                </a:cubicBezTo>
                <a:cubicBezTo>
                  <a:pt x="774" y="332"/>
                  <a:pt x="774" y="332"/>
                  <a:pt x="775" y="332"/>
                </a:cubicBezTo>
                <a:cubicBezTo>
                  <a:pt x="776" y="333"/>
                  <a:pt x="778" y="333"/>
                  <a:pt x="779" y="333"/>
                </a:cubicBezTo>
                <a:cubicBezTo>
                  <a:pt x="780" y="334"/>
                  <a:pt x="780" y="334"/>
                  <a:pt x="781" y="334"/>
                </a:cubicBezTo>
                <a:cubicBezTo>
                  <a:pt x="782" y="334"/>
                  <a:pt x="783" y="335"/>
                  <a:pt x="784" y="335"/>
                </a:cubicBezTo>
                <a:cubicBezTo>
                  <a:pt x="785" y="335"/>
                  <a:pt x="785" y="335"/>
                  <a:pt x="786" y="336"/>
                </a:cubicBezTo>
                <a:cubicBezTo>
                  <a:pt x="787" y="336"/>
                  <a:pt x="789" y="337"/>
                  <a:pt x="791" y="337"/>
                </a:cubicBezTo>
                <a:cubicBezTo>
                  <a:pt x="797" y="340"/>
                  <a:pt x="804" y="344"/>
                  <a:pt x="810" y="347"/>
                </a:cubicBezTo>
                <a:cubicBezTo>
                  <a:pt x="811" y="348"/>
                  <a:pt x="812" y="349"/>
                  <a:pt x="813" y="350"/>
                </a:cubicBezTo>
                <a:cubicBezTo>
                  <a:pt x="813" y="350"/>
                  <a:pt x="813" y="350"/>
                  <a:pt x="814" y="350"/>
                </a:cubicBezTo>
                <a:cubicBezTo>
                  <a:pt x="815" y="351"/>
                  <a:pt x="816" y="352"/>
                  <a:pt x="817" y="352"/>
                </a:cubicBezTo>
                <a:cubicBezTo>
                  <a:pt x="817" y="353"/>
                  <a:pt x="817" y="353"/>
                  <a:pt x="817" y="353"/>
                </a:cubicBezTo>
                <a:cubicBezTo>
                  <a:pt x="821" y="355"/>
                  <a:pt x="824" y="358"/>
                  <a:pt x="827" y="361"/>
                </a:cubicBezTo>
                <a:cubicBezTo>
                  <a:pt x="827" y="361"/>
                  <a:pt x="827" y="361"/>
                  <a:pt x="827" y="361"/>
                </a:cubicBezTo>
                <a:cubicBezTo>
                  <a:pt x="828" y="362"/>
                  <a:pt x="829" y="363"/>
                  <a:pt x="830" y="364"/>
                </a:cubicBezTo>
                <a:cubicBezTo>
                  <a:pt x="830" y="364"/>
                  <a:pt x="830" y="364"/>
                  <a:pt x="831" y="364"/>
                </a:cubicBezTo>
                <a:cubicBezTo>
                  <a:pt x="834" y="368"/>
                  <a:pt x="838" y="373"/>
                  <a:pt x="841" y="377"/>
                </a:cubicBezTo>
                <a:cubicBezTo>
                  <a:pt x="841" y="377"/>
                  <a:pt x="842" y="378"/>
                  <a:pt x="842" y="378"/>
                </a:cubicBezTo>
                <a:cubicBezTo>
                  <a:pt x="842" y="379"/>
                  <a:pt x="843" y="380"/>
                  <a:pt x="844" y="381"/>
                </a:cubicBezTo>
                <a:cubicBezTo>
                  <a:pt x="844" y="381"/>
                  <a:pt x="844" y="381"/>
                  <a:pt x="844" y="382"/>
                </a:cubicBezTo>
                <a:cubicBezTo>
                  <a:pt x="847" y="385"/>
                  <a:pt x="849" y="389"/>
                  <a:pt x="851" y="392"/>
                </a:cubicBezTo>
                <a:cubicBezTo>
                  <a:pt x="851" y="392"/>
                  <a:pt x="851" y="393"/>
                  <a:pt x="851" y="393"/>
                </a:cubicBezTo>
                <a:cubicBezTo>
                  <a:pt x="851" y="394"/>
                  <a:pt x="852" y="395"/>
                  <a:pt x="852" y="396"/>
                </a:cubicBezTo>
                <a:cubicBezTo>
                  <a:pt x="853" y="396"/>
                  <a:pt x="853" y="397"/>
                  <a:pt x="853" y="397"/>
                </a:cubicBezTo>
                <a:cubicBezTo>
                  <a:pt x="853" y="398"/>
                  <a:pt x="854" y="399"/>
                  <a:pt x="854" y="401"/>
                </a:cubicBezTo>
                <a:cubicBezTo>
                  <a:pt x="857" y="407"/>
                  <a:pt x="859" y="414"/>
                  <a:pt x="861" y="421"/>
                </a:cubicBezTo>
                <a:cubicBezTo>
                  <a:pt x="861" y="423"/>
                  <a:pt x="862" y="424"/>
                  <a:pt x="862" y="426"/>
                </a:cubicBezTo>
                <a:cubicBezTo>
                  <a:pt x="862" y="427"/>
                  <a:pt x="862" y="427"/>
                  <a:pt x="862" y="428"/>
                </a:cubicBezTo>
                <a:cubicBezTo>
                  <a:pt x="862" y="429"/>
                  <a:pt x="863" y="430"/>
                  <a:pt x="863" y="431"/>
                </a:cubicBezTo>
                <a:cubicBezTo>
                  <a:pt x="863" y="432"/>
                  <a:pt x="863" y="433"/>
                  <a:pt x="863" y="433"/>
                </a:cubicBezTo>
                <a:cubicBezTo>
                  <a:pt x="863" y="435"/>
                  <a:pt x="863" y="436"/>
                  <a:pt x="863" y="438"/>
                </a:cubicBezTo>
                <a:cubicBezTo>
                  <a:pt x="863" y="438"/>
                  <a:pt x="863" y="438"/>
                  <a:pt x="863" y="438"/>
                </a:cubicBezTo>
                <a:cubicBezTo>
                  <a:pt x="863" y="440"/>
                  <a:pt x="864" y="442"/>
                  <a:pt x="864" y="444"/>
                </a:cubicBezTo>
                <a:lnTo>
                  <a:pt x="864" y="445"/>
                </a:lnTo>
                <a:cubicBezTo>
                  <a:pt x="864" y="447"/>
                  <a:pt x="864" y="448"/>
                  <a:pt x="864" y="449"/>
                </a:cubicBezTo>
                <a:cubicBezTo>
                  <a:pt x="864" y="450"/>
                  <a:pt x="864" y="450"/>
                  <a:pt x="864" y="451"/>
                </a:cubicBezTo>
                <a:cubicBezTo>
                  <a:pt x="863" y="453"/>
                  <a:pt x="863" y="454"/>
                  <a:pt x="863" y="456"/>
                </a:cubicBezTo>
                <a:cubicBezTo>
                  <a:pt x="863" y="458"/>
                  <a:pt x="863" y="460"/>
                  <a:pt x="863" y="462"/>
                </a:cubicBezTo>
                <a:close/>
                <a:moveTo>
                  <a:pt x="942" y="498"/>
                </a:moveTo>
                <a:lnTo>
                  <a:pt x="948" y="429"/>
                </a:lnTo>
                <a:lnTo>
                  <a:pt x="908" y="425"/>
                </a:lnTo>
                <a:cubicBezTo>
                  <a:pt x="906" y="406"/>
                  <a:pt x="900" y="387"/>
                  <a:pt x="891" y="370"/>
                </a:cubicBezTo>
                <a:lnTo>
                  <a:pt x="922" y="344"/>
                </a:lnTo>
                <a:lnTo>
                  <a:pt x="877" y="291"/>
                </a:lnTo>
                <a:lnTo>
                  <a:pt x="846" y="317"/>
                </a:lnTo>
                <a:cubicBezTo>
                  <a:pt x="831" y="305"/>
                  <a:pt x="814" y="296"/>
                  <a:pt x="795" y="290"/>
                </a:cubicBezTo>
                <a:lnTo>
                  <a:pt x="798" y="250"/>
                </a:lnTo>
                <a:lnTo>
                  <a:pt x="729" y="244"/>
                </a:lnTo>
                <a:lnTo>
                  <a:pt x="725" y="284"/>
                </a:lnTo>
                <a:cubicBezTo>
                  <a:pt x="706" y="287"/>
                  <a:pt x="687" y="293"/>
                  <a:pt x="670" y="302"/>
                </a:cubicBezTo>
                <a:lnTo>
                  <a:pt x="644" y="271"/>
                </a:lnTo>
                <a:lnTo>
                  <a:pt x="591" y="316"/>
                </a:lnTo>
                <a:lnTo>
                  <a:pt x="617" y="346"/>
                </a:lnTo>
                <a:cubicBezTo>
                  <a:pt x="605" y="362"/>
                  <a:pt x="596" y="379"/>
                  <a:pt x="590" y="398"/>
                </a:cubicBezTo>
                <a:lnTo>
                  <a:pt x="550" y="394"/>
                </a:lnTo>
                <a:lnTo>
                  <a:pt x="544" y="464"/>
                </a:lnTo>
                <a:lnTo>
                  <a:pt x="584" y="467"/>
                </a:lnTo>
                <a:cubicBezTo>
                  <a:pt x="587" y="487"/>
                  <a:pt x="593" y="505"/>
                  <a:pt x="602" y="522"/>
                </a:cubicBezTo>
                <a:lnTo>
                  <a:pt x="571" y="548"/>
                </a:lnTo>
                <a:lnTo>
                  <a:pt x="616" y="601"/>
                </a:lnTo>
                <a:lnTo>
                  <a:pt x="647" y="575"/>
                </a:lnTo>
                <a:cubicBezTo>
                  <a:pt x="662" y="587"/>
                  <a:pt x="679" y="596"/>
                  <a:pt x="698" y="602"/>
                </a:cubicBezTo>
                <a:lnTo>
                  <a:pt x="694" y="642"/>
                </a:lnTo>
                <a:lnTo>
                  <a:pt x="764" y="648"/>
                </a:lnTo>
                <a:lnTo>
                  <a:pt x="767" y="608"/>
                </a:lnTo>
                <a:cubicBezTo>
                  <a:pt x="787" y="606"/>
                  <a:pt x="805" y="600"/>
                  <a:pt x="822" y="591"/>
                </a:cubicBezTo>
                <a:lnTo>
                  <a:pt x="848" y="621"/>
                </a:lnTo>
                <a:lnTo>
                  <a:pt x="901" y="577"/>
                </a:lnTo>
                <a:lnTo>
                  <a:pt x="876" y="546"/>
                </a:lnTo>
                <a:cubicBezTo>
                  <a:pt x="887" y="531"/>
                  <a:pt x="896" y="513"/>
                  <a:pt x="902" y="494"/>
                </a:cubicBezTo>
                <a:lnTo>
                  <a:pt x="942" y="498"/>
                </a:lnTo>
                <a:close/>
              </a:path>
            </a:pathLst>
          </a:custGeom>
          <a:solidFill>
            <a:srgbClr val="113E6A"/>
          </a:solidFill>
          <a:ln w="9525">
            <a:noFill/>
            <a:round/>
            <a:headEnd/>
            <a:tailEnd/>
          </a:ln>
        </p:spPr>
        <p:txBody>
          <a:bodyPr/>
          <a:lstStyle/>
          <a:p>
            <a:endParaRPr lang="zh-CN" altLang="en-US"/>
          </a:p>
        </p:txBody>
      </p:sp>
      <p:sp>
        <p:nvSpPr>
          <p:cNvPr id="26631" name="Oval 39"/>
          <p:cNvSpPr>
            <a:spLocks noChangeAspect="1" noChangeArrowheads="1"/>
          </p:cNvSpPr>
          <p:nvPr/>
        </p:nvSpPr>
        <p:spPr bwMode="auto">
          <a:xfrm>
            <a:off x="2874045" y="5350098"/>
            <a:ext cx="173037" cy="158750"/>
          </a:xfrm>
          <a:prstGeom prst="ellipse">
            <a:avLst/>
          </a:prstGeom>
          <a:solidFill>
            <a:schemeClr val="bg1"/>
          </a:solidFill>
          <a:ln w="28575">
            <a:solidFill>
              <a:schemeClr val="accent2"/>
            </a:solidFill>
            <a:round/>
            <a:headEnd/>
            <a:tailEnd/>
          </a:ln>
        </p:spPr>
        <p:txBody>
          <a:bodyPr/>
          <a:lstStyle/>
          <a:p>
            <a:pPr eaLnBrk="1" hangingPunct="1"/>
            <a:endParaRPr lang="zh-CN" altLang="en-US">
              <a:solidFill>
                <a:srgbClr val="FFFFFF"/>
              </a:solidFill>
            </a:endParaRPr>
          </a:p>
        </p:txBody>
      </p:sp>
      <p:sp>
        <p:nvSpPr>
          <p:cNvPr id="26634" name="TextBox 43"/>
          <p:cNvSpPr txBox="1">
            <a:spLocks noChangeArrowheads="1"/>
          </p:cNvSpPr>
          <p:nvPr/>
        </p:nvSpPr>
        <p:spPr bwMode="auto">
          <a:xfrm>
            <a:off x="3023270" y="5199286"/>
            <a:ext cx="2859087" cy="461962"/>
          </a:xfrm>
          <a:prstGeom prst="rect">
            <a:avLst/>
          </a:prstGeom>
          <a:noFill/>
          <a:ln w="9525">
            <a:noFill/>
            <a:miter lim="800000"/>
            <a:headEnd/>
            <a:tailEnd/>
          </a:ln>
        </p:spPr>
        <p:txBody>
          <a:bodyPr>
            <a:spAutoFit/>
          </a:bodyPr>
          <a:lstStyle/>
          <a:p>
            <a:pPr eaLnBrk="1" hangingPunct="1"/>
            <a:r>
              <a:rPr lang="zh-CN" altLang="en-US" sz="2400" dirty="0" smtClean="0">
                <a:solidFill>
                  <a:srgbClr val="FFFFFF"/>
                </a:solidFill>
                <a:latin typeface="微软雅黑" pitchFamily="34" charset="-122"/>
                <a:ea typeface="微软雅黑" pitchFamily="34" charset="-122"/>
              </a:rPr>
              <a:t>报表生成</a:t>
            </a:r>
            <a:endParaRPr lang="zh-CN" altLang="en-US" sz="2400" dirty="0">
              <a:solidFill>
                <a:srgbClr val="FFFFFF"/>
              </a:solidFill>
              <a:latin typeface="微软雅黑" pitchFamily="34" charset="-122"/>
              <a:ea typeface="微软雅黑" pitchFamily="34" charset="-122"/>
            </a:endParaRPr>
          </a:p>
        </p:txBody>
      </p:sp>
      <p:sp>
        <p:nvSpPr>
          <p:cNvPr id="13" name="Oval 39"/>
          <p:cNvSpPr>
            <a:spLocks noChangeAspect="1" noChangeArrowheads="1"/>
          </p:cNvSpPr>
          <p:nvPr/>
        </p:nvSpPr>
        <p:spPr bwMode="auto">
          <a:xfrm>
            <a:off x="6746453" y="5392489"/>
            <a:ext cx="173037" cy="158750"/>
          </a:xfrm>
          <a:prstGeom prst="ellipse">
            <a:avLst/>
          </a:prstGeom>
          <a:solidFill>
            <a:schemeClr val="bg1"/>
          </a:solidFill>
          <a:ln w="28575">
            <a:solidFill>
              <a:schemeClr val="accent2"/>
            </a:solidFill>
            <a:round/>
            <a:headEnd/>
            <a:tailEnd/>
          </a:ln>
        </p:spPr>
        <p:txBody>
          <a:bodyPr/>
          <a:lstStyle/>
          <a:p>
            <a:pPr eaLnBrk="1" hangingPunct="1"/>
            <a:endParaRPr lang="zh-CN" altLang="en-US">
              <a:solidFill>
                <a:srgbClr val="FFFFFF"/>
              </a:solidFill>
            </a:endParaRPr>
          </a:p>
        </p:txBody>
      </p:sp>
      <p:sp>
        <p:nvSpPr>
          <p:cNvPr id="14" name="TextBox 43"/>
          <p:cNvSpPr txBox="1">
            <a:spLocks noChangeArrowheads="1"/>
          </p:cNvSpPr>
          <p:nvPr/>
        </p:nvSpPr>
        <p:spPr bwMode="auto">
          <a:xfrm>
            <a:off x="6895678" y="5241677"/>
            <a:ext cx="3379167" cy="461665"/>
          </a:xfrm>
          <a:prstGeom prst="rect">
            <a:avLst/>
          </a:prstGeom>
          <a:noFill/>
          <a:ln w="9525">
            <a:noFill/>
            <a:miter lim="800000"/>
            <a:headEnd/>
            <a:tailEnd/>
          </a:ln>
        </p:spPr>
        <p:txBody>
          <a:bodyPr wrap="square">
            <a:spAutoFit/>
          </a:bodyPr>
          <a:lstStyle/>
          <a:p>
            <a:pPr eaLnBrk="1" hangingPunct="1"/>
            <a:r>
              <a:rPr lang="zh-CN" altLang="en-US" sz="2400" dirty="0" smtClean="0">
                <a:solidFill>
                  <a:srgbClr val="FFFFFF"/>
                </a:solidFill>
                <a:latin typeface="微软雅黑" pitchFamily="34" charset="-122"/>
                <a:ea typeface="微软雅黑" pitchFamily="34" charset="-122"/>
              </a:rPr>
              <a:t>消息通知及确认机制</a:t>
            </a:r>
            <a:endParaRPr lang="zh-CN" altLang="en-US" sz="2400" dirty="0">
              <a:solidFill>
                <a:srgbClr val="FFFFFF"/>
              </a:solidFill>
              <a:latin typeface="微软雅黑" pitchFamily="34" charset="-122"/>
              <a:ea typeface="微软雅黑" pitchFamily="34" charset="-122"/>
            </a:endParaRPr>
          </a:p>
        </p:txBody>
      </p:sp>
      <p:sp>
        <p:nvSpPr>
          <p:cNvPr id="15" name="Oval 39"/>
          <p:cNvSpPr>
            <a:spLocks noChangeAspect="1" noChangeArrowheads="1"/>
          </p:cNvSpPr>
          <p:nvPr/>
        </p:nvSpPr>
        <p:spPr bwMode="auto">
          <a:xfrm>
            <a:off x="2874045" y="5854154"/>
            <a:ext cx="173037" cy="158750"/>
          </a:xfrm>
          <a:prstGeom prst="ellipse">
            <a:avLst/>
          </a:prstGeom>
          <a:solidFill>
            <a:schemeClr val="bg1"/>
          </a:solidFill>
          <a:ln w="28575">
            <a:solidFill>
              <a:schemeClr val="accent2"/>
            </a:solidFill>
            <a:round/>
            <a:headEnd/>
            <a:tailEnd/>
          </a:ln>
        </p:spPr>
        <p:txBody>
          <a:bodyPr/>
          <a:lstStyle/>
          <a:p>
            <a:pPr eaLnBrk="1" hangingPunct="1"/>
            <a:endParaRPr lang="zh-CN" altLang="en-US">
              <a:solidFill>
                <a:srgbClr val="FFFFFF"/>
              </a:solidFill>
            </a:endParaRPr>
          </a:p>
        </p:txBody>
      </p:sp>
      <p:sp>
        <p:nvSpPr>
          <p:cNvPr id="16" name="TextBox 43"/>
          <p:cNvSpPr txBox="1">
            <a:spLocks noChangeArrowheads="1"/>
          </p:cNvSpPr>
          <p:nvPr/>
        </p:nvSpPr>
        <p:spPr bwMode="auto">
          <a:xfrm>
            <a:off x="3023270" y="5703342"/>
            <a:ext cx="3379167" cy="461665"/>
          </a:xfrm>
          <a:prstGeom prst="rect">
            <a:avLst/>
          </a:prstGeom>
          <a:noFill/>
          <a:ln w="9525">
            <a:noFill/>
            <a:miter lim="800000"/>
            <a:headEnd/>
            <a:tailEnd/>
          </a:ln>
        </p:spPr>
        <p:txBody>
          <a:bodyPr wrap="square">
            <a:spAutoFit/>
          </a:bodyPr>
          <a:lstStyle/>
          <a:p>
            <a:pPr eaLnBrk="1" hangingPunct="1"/>
            <a:r>
              <a:rPr lang="zh-CN" altLang="en-US" sz="2400" dirty="0" smtClean="0">
                <a:solidFill>
                  <a:srgbClr val="FFFFFF"/>
                </a:solidFill>
                <a:latin typeface="微软雅黑" pitchFamily="34" charset="-122"/>
                <a:ea typeface="微软雅黑" pitchFamily="34" charset="-122"/>
              </a:rPr>
              <a:t>短信轰炸及预防机制</a:t>
            </a:r>
            <a:endParaRPr lang="zh-CN" altLang="en-US" sz="2400" dirty="0">
              <a:solidFill>
                <a:srgbClr val="FFFFFF"/>
              </a:solidFill>
              <a:latin typeface="微软雅黑" pitchFamily="34" charset="-122"/>
              <a:ea typeface="微软雅黑" pitchFamily="34" charset="-122"/>
            </a:endParaRPr>
          </a:p>
        </p:txBody>
      </p:sp>
      <p:sp>
        <p:nvSpPr>
          <p:cNvPr id="17" name="Oval 39"/>
          <p:cNvSpPr>
            <a:spLocks noChangeAspect="1" noChangeArrowheads="1"/>
          </p:cNvSpPr>
          <p:nvPr/>
        </p:nvSpPr>
        <p:spPr bwMode="auto">
          <a:xfrm>
            <a:off x="6746453" y="5854154"/>
            <a:ext cx="173037" cy="158750"/>
          </a:xfrm>
          <a:prstGeom prst="ellipse">
            <a:avLst/>
          </a:prstGeom>
          <a:solidFill>
            <a:schemeClr val="bg1"/>
          </a:solidFill>
          <a:ln w="28575">
            <a:solidFill>
              <a:schemeClr val="accent2"/>
            </a:solidFill>
            <a:round/>
            <a:headEnd/>
            <a:tailEnd/>
          </a:ln>
        </p:spPr>
        <p:txBody>
          <a:bodyPr/>
          <a:lstStyle/>
          <a:p>
            <a:pPr eaLnBrk="1" hangingPunct="1"/>
            <a:endParaRPr lang="zh-CN" altLang="en-US">
              <a:solidFill>
                <a:srgbClr val="FFFFFF"/>
              </a:solidFill>
            </a:endParaRPr>
          </a:p>
        </p:txBody>
      </p:sp>
      <p:sp>
        <p:nvSpPr>
          <p:cNvPr id="18" name="TextBox 43"/>
          <p:cNvSpPr txBox="1">
            <a:spLocks noChangeArrowheads="1"/>
          </p:cNvSpPr>
          <p:nvPr/>
        </p:nvSpPr>
        <p:spPr bwMode="auto">
          <a:xfrm>
            <a:off x="6895678" y="5703342"/>
            <a:ext cx="3379167" cy="461665"/>
          </a:xfrm>
          <a:prstGeom prst="rect">
            <a:avLst/>
          </a:prstGeom>
          <a:noFill/>
          <a:ln w="9525">
            <a:noFill/>
            <a:miter lim="800000"/>
            <a:headEnd/>
            <a:tailEnd/>
          </a:ln>
        </p:spPr>
        <p:txBody>
          <a:bodyPr wrap="square">
            <a:spAutoFit/>
          </a:bodyPr>
          <a:lstStyle/>
          <a:p>
            <a:pPr eaLnBrk="1" hangingPunct="1"/>
            <a:r>
              <a:rPr lang="zh-CN" altLang="en-US" sz="2400" dirty="0" smtClean="0">
                <a:solidFill>
                  <a:srgbClr val="FFFFFF"/>
                </a:solidFill>
                <a:latin typeface="微软雅黑" pitchFamily="34" charset="-122"/>
                <a:ea typeface="微软雅黑" pitchFamily="34" charset="-122"/>
              </a:rPr>
              <a:t>系统实现效果</a:t>
            </a:r>
            <a:endParaRPr lang="zh-CN" altLang="en-US" sz="2400" dirty="0">
              <a:solidFill>
                <a:srgbClr val="FFFFFF"/>
              </a:solidFill>
              <a:latin typeface="微软雅黑" pitchFamily="34" charset="-122"/>
              <a:ea typeface="微软雅黑" pitchFamily="34" charset="-122"/>
            </a:endParaRPr>
          </a:p>
        </p:txBody>
      </p:sp>
    </p:spTree>
  </p:cSld>
  <p:clrMapOvr>
    <a:masterClrMapping/>
  </p:clrMapOvr>
  <p:transition advTm="8561"/>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6626"/>
                                        </p:tgtEl>
                                        <p:attrNameLst>
                                          <p:attrName>style.visibility</p:attrName>
                                        </p:attrNameLst>
                                      </p:cBhvr>
                                      <p:to>
                                        <p:strVal val="visible"/>
                                      </p:to>
                                    </p:set>
                                    <p:animEffect transition="in" filter="wheel(1)">
                                      <p:cBhvr>
                                        <p:cTn id="7" dur="2000"/>
                                        <p:tgtEl>
                                          <p:spTgt spid="26626"/>
                                        </p:tgtEl>
                                      </p:cBhvr>
                                    </p:animEffect>
                                  </p:childTnLst>
                                </p:cTn>
                              </p:par>
                            </p:childTnLst>
                          </p:cTn>
                        </p:par>
                        <p:par>
                          <p:cTn id="8" fill="hold" nodeType="afterGroup">
                            <p:stCondLst>
                              <p:cond delay="2000"/>
                            </p:stCondLst>
                            <p:childTnLst>
                              <p:par>
                                <p:cTn id="9" presetID="31" presetClass="entr" presetSubtype="0" fill="hold" grpId="0" nodeType="afterEffect">
                                  <p:stCondLst>
                                    <p:cond delay="0"/>
                                  </p:stCondLst>
                                  <p:childTnLst>
                                    <p:set>
                                      <p:cBhvr>
                                        <p:cTn id="10" dur="1" fill="hold">
                                          <p:stCondLst>
                                            <p:cond delay="0"/>
                                          </p:stCondLst>
                                        </p:cTn>
                                        <p:tgtEl>
                                          <p:spTgt spid="26630"/>
                                        </p:tgtEl>
                                        <p:attrNameLst>
                                          <p:attrName>style.visibility</p:attrName>
                                        </p:attrNameLst>
                                      </p:cBhvr>
                                      <p:to>
                                        <p:strVal val="visible"/>
                                      </p:to>
                                    </p:set>
                                    <p:anim calcmode="lin" valueType="num">
                                      <p:cBhvr>
                                        <p:cTn id="11" dur="400" fill="hold"/>
                                        <p:tgtEl>
                                          <p:spTgt spid="26630"/>
                                        </p:tgtEl>
                                        <p:attrNameLst>
                                          <p:attrName>ppt_w</p:attrName>
                                        </p:attrNameLst>
                                      </p:cBhvr>
                                      <p:tavLst>
                                        <p:tav tm="0">
                                          <p:val>
                                            <p:fltVal val="0"/>
                                          </p:val>
                                        </p:tav>
                                        <p:tav tm="100000">
                                          <p:val>
                                            <p:strVal val="#ppt_w"/>
                                          </p:val>
                                        </p:tav>
                                      </p:tavLst>
                                    </p:anim>
                                    <p:anim calcmode="lin" valueType="num">
                                      <p:cBhvr>
                                        <p:cTn id="12" dur="400" fill="hold"/>
                                        <p:tgtEl>
                                          <p:spTgt spid="26630"/>
                                        </p:tgtEl>
                                        <p:attrNameLst>
                                          <p:attrName>ppt_h</p:attrName>
                                        </p:attrNameLst>
                                      </p:cBhvr>
                                      <p:tavLst>
                                        <p:tav tm="0">
                                          <p:val>
                                            <p:fltVal val="0"/>
                                          </p:val>
                                        </p:tav>
                                        <p:tav tm="100000">
                                          <p:val>
                                            <p:strVal val="#ppt_h"/>
                                          </p:val>
                                        </p:tav>
                                      </p:tavLst>
                                    </p:anim>
                                    <p:anim calcmode="lin" valueType="num">
                                      <p:cBhvr>
                                        <p:cTn id="13" dur="400" fill="hold"/>
                                        <p:tgtEl>
                                          <p:spTgt spid="26630"/>
                                        </p:tgtEl>
                                        <p:attrNameLst>
                                          <p:attrName>style.rotation</p:attrName>
                                        </p:attrNameLst>
                                      </p:cBhvr>
                                      <p:tavLst>
                                        <p:tav tm="0">
                                          <p:val>
                                            <p:fltVal val="90"/>
                                          </p:val>
                                        </p:tav>
                                        <p:tav tm="100000">
                                          <p:val>
                                            <p:fltVal val="0"/>
                                          </p:val>
                                        </p:tav>
                                      </p:tavLst>
                                    </p:anim>
                                    <p:animEffect transition="in" filter="fade">
                                      <p:cBhvr>
                                        <p:cTn id="14" dur="400"/>
                                        <p:tgtEl>
                                          <p:spTgt spid="26630"/>
                                        </p:tgtEl>
                                      </p:cBhvr>
                                    </p:animEffect>
                                  </p:childTnLst>
                                </p:cTn>
                              </p:par>
                            </p:childTnLst>
                          </p:cTn>
                        </p:par>
                        <p:par>
                          <p:cTn id="15" fill="hold" nodeType="afterGroup">
                            <p:stCondLst>
                              <p:cond delay="2400"/>
                            </p:stCondLst>
                            <p:childTnLst>
                              <p:par>
                                <p:cTn id="16" presetID="16" presetClass="entr" presetSubtype="21" fill="hold" grpId="0" nodeType="afterEffect">
                                  <p:stCondLst>
                                    <p:cond delay="0"/>
                                  </p:stCondLst>
                                  <p:childTnLst>
                                    <p:set>
                                      <p:cBhvr>
                                        <p:cTn id="17" dur="1" fill="hold">
                                          <p:stCondLst>
                                            <p:cond delay="0"/>
                                          </p:stCondLst>
                                        </p:cTn>
                                        <p:tgtEl>
                                          <p:spTgt spid="26627"/>
                                        </p:tgtEl>
                                        <p:attrNameLst>
                                          <p:attrName>style.visibility</p:attrName>
                                        </p:attrNameLst>
                                      </p:cBhvr>
                                      <p:to>
                                        <p:strVal val="visible"/>
                                      </p:to>
                                    </p:set>
                                    <p:animEffect transition="in" filter="barn(inVertical)">
                                      <p:cBhvr>
                                        <p:cTn id="18" dur="500"/>
                                        <p:tgtEl>
                                          <p:spTgt spid="26627"/>
                                        </p:tgtEl>
                                      </p:cBhvr>
                                    </p:animEffect>
                                  </p:childTnLst>
                                </p:cTn>
                              </p:par>
                            </p:childTnLst>
                          </p:cTn>
                        </p:par>
                        <p:par>
                          <p:cTn id="19" fill="hold" nodeType="afterGroup">
                            <p:stCondLst>
                              <p:cond delay="2900"/>
                            </p:stCondLst>
                            <p:childTnLst>
                              <p:par>
                                <p:cTn id="20" presetID="22" presetClass="entr" presetSubtype="1" fill="hold" grpId="0" nodeType="afterEffect">
                                  <p:stCondLst>
                                    <p:cond delay="0"/>
                                  </p:stCondLst>
                                  <p:childTnLst>
                                    <p:set>
                                      <p:cBhvr>
                                        <p:cTn id="21" dur="1" fill="hold">
                                          <p:stCondLst>
                                            <p:cond delay="0"/>
                                          </p:stCondLst>
                                        </p:cTn>
                                        <p:tgtEl>
                                          <p:spTgt spid="26628"/>
                                        </p:tgtEl>
                                        <p:attrNameLst>
                                          <p:attrName>style.visibility</p:attrName>
                                        </p:attrNameLst>
                                      </p:cBhvr>
                                      <p:to>
                                        <p:strVal val="visible"/>
                                      </p:to>
                                    </p:set>
                                    <p:animEffect transition="in" filter="wipe(up)">
                                      <p:cBhvr>
                                        <p:cTn id="22" dur="500"/>
                                        <p:tgtEl>
                                          <p:spTgt spid="26628"/>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26629"/>
                                        </p:tgtEl>
                                        <p:attrNameLst>
                                          <p:attrName>style.visibility</p:attrName>
                                        </p:attrNameLst>
                                      </p:cBhvr>
                                      <p:to>
                                        <p:strVal val="visible"/>
                                      </p:to>
                                    </p:set>
                                    <p:animEffect transition="in" filter="wipe(down)">
                                      <p:cBhvr>
                                        <p:cTn id="25" dur="500"/>
                                        <p:tgtEl>
                                          <p:spTgt spid="26629"/>
                                        </p:tgtEl>
                                      </p:cBhvr>
                                    </p:animEffect>
                                  </p:childTnLst>
                                </p:cTn>
                              </p:par>
                            </p:childTnLst>
                          </p:cTn>
                        </p:par>
                        <p:par>
                          <p:cTn id="26" fill="hold" nodeType="afterGroup">
                            <p:stCondLst>
                              <p:cond delay="3400"/>
                            </p:stCondLst>
                            <p:childTnLst>
                              <p:par>
                                <p:cTn id="27" presetID="2" presetClass="entr" presetSubtype="12" fill="hold" grpId="0" nodeType="afterEffect">
                                  <p:stCondLst>
                                    <p:cond delay="0"/>
                                  </p:stCondLst>
                                  <p:childTnLst>
                                    <p:set>
                                      <p:cBhvr>
                                        <p:cTn id="28" dur="1" fill="hold">
                                          <p:stCondLst>
                                            <p:cond delay="0"/>
                                          </p:stCondLst>
                                        </p:cTn>
                                        <p:tgtEl>
                                          <p:spTgt spid="26631"/>
                                        </p:tgtEl>
                                        <p:attrNameLst>
                                          <p:attrName>style.visibility</p:attrName>
                                        </p:attrNameLst>
                                      </p:cBhvr>
                                      <p:to>
                                        <p:strVal val="visible"/>
                                      </p:to>
                                    </p:set>
                                    <p:anim calcmode="lin" valueType="num">
                                      <p:cBhvr additive="base">
                                        <p:cTn id="29" dur="500" fill="hold"/>
                                        <p:tgtEl>
                                          <p:spTgt spid="26631"/>
                                        </p:tgtEl>
                                        <p:attrNameLst>
                                          <p:attrName>ppt_x</p:attrName>
                                        </p:attrNameLst>
                                      </p:cBhvr>
                                      <p:tavLst>
                                        <p:tav tm="0">
                                          <p:val>
                                            <p:strVal val="0-#ppt_w/2"/>
                                          </p:val>
                                        </p:tav>
                                        <p:tav tm="100000">
                                          <p:val>
                                            <p:strVal val="#ppt_x"/>
                                          </p:val>
                                        </p:tav>
                                      </p:tavLst>
                                    </p:anim>
                                    <p:anim calcmode="lin" valueType="num">
                                      <p:cBhvr additive="base">
                                        <p:cTn id="30" dur="500" fill="hold"/>
                                        <p:tgtEl>
                                          <p:spTgt spid="26631"/>
                                        </p:tgtEl>
                                        <p:attrNameLst>
                                          <p:attrName>ppt_y</p:attrName>
                                        </p:attrNameLst>
                                      </p:cBhvr>
                                      <p:tavLst>
                                        <p:tav tm="0">
                                          <p:val>
                                            <p:strVal val="1+#ppt_h/2"/>
                                          </p:val>
                                        </p:tav>
                                        <p:tav tm="100000">
                                          <p:val>
                                            <p:strVal val="#ppt_y"/>
                                          </p:val>
                                        </p:tav>
                                      </p:tavLst>
                                    </p:anim>
                                  </p:childTnLst>
                                </p:cTn>
                              </p:par>
                            </p:childTnLst>
                          </p:cTn>
                        </p:par>
                        <p:par>
                          <p:cTn id="31" fill="hold" nodeType="afterGroup">
                            <p:stCondLst>
                              <p:cond delay="3900"/>
                            </p:stCondLst>
                            <p:childTnLst>
                              <p:par>
                                <p:cTn id="32" presetID="22" presetClass="entr" presetSubtype="8" fill="hold" grpId="0" nodeType="afterEffect">
                                  <p:stCondLst>
                                    <p:cond delay="0"/>
                                  </p:stCondLst>
                                  <p:childTnLst>
                                    <p:set>
                                      <p:cBhvr>
                                        <p:cTn id="33" dur="1" fill="hold">
                                          <p:stCondLst>
                                            <p:cond delay="0"/>
                                          </p:stCondLst>
                                        </p:cTn>
                                        <p:tgtEl>
                                          <p:spTgt spid="26634"/>
                                        </p:tgtEl>
                                        <p:attrNameLst>
                                          <p:attrName>style.visibility</p:attrName>
                                        </p:attrNameLst>
                                      </p:cBhvr>
                                      <p:to>
                                        <p:strVal val="visible"/>
                                      </p:to>
                                    </p:set>
                                    <p:animEffect transition="in" filter="wipe(left)">
                                      <p:cBhvr>
                                        <p:cTn id="34" dur="500"/>
                                        <p:tgtEl>
                                          <p:spTgt spid="26634"/>
                                        </p:tgtEl>
                                      </p:cBhvr>
                                    </p:animEffect>
                                  </p:childTnLst>
                                </p:cTn>
                              </p:par>
                            </p:childTnLst>
                          </p:cTn>
                        </p:par>
                        <p:par>
                          <p:cTn id="35" fill="hold">
                            <p:stCondLst>
                              <p:cond delay="4400"/>
                            </p:stCondLst>
                            <p:childTnLst>
                              <p:par>
                                <p:cTn id="36" presetID="2" presetClass="entr" presetSubtype="12" fill="hold" grpId="0" nodeType="afterEffect">
                                  <p:stCondLst>
                                    <p:cond delay="0"/>
                                  </p:stCondLst>
                                  <p:childTnLst>
                                    <p:set>
                                      <p:cBhvr>
                                        <p:cTn id="37" dur="1" fill="hold">
                                          <p:stCondLst>
                                            <p:cond delay="0"/>
                                          </p:stCondLst>
                                        </p:cTn>
                                        <p:tgtEl>
                                          <p:spTgt spid="13"/>
                                        </p:tgtEl>
                                        <p:attrNameLst>
                                          <p:attrName>style.visibility</p:attrName>
                                        </p:attrNameLst>
                                      </p:cBhvr>
                                      <p:to>
                                        <p:strVal val="visible"/>
                                      </p:to>
                                    </p:set>
                                    <p:anim calcmode="lin" valueType="num">
                                      <p:cBhvr additive="base">
                                        <p:cTn id="38" dur="500" fill="hold"/>
                                        <p:tgtEl>
                                          <p:spTgt spid="13"/>
                                        </p:tgtEl>
                                        <p:attrNameLst>
                                          <p:attrName>ppt_x</p:attrName>
                                        </p:attrNameLst>
                                      </p:cBhvr>
                                      <p:tavLst>
                                        <p:tav tm="0">
                                          <p:val>
                                            <p:strVal val="0-#ppt_w/2"/>
                                          </p:val>
                                        </p:tav>
                                        <p:tav tm="100000">
                                          <p:val>
                                            <p:strVal val="#ppt_x"/>
                                          </p:val>
                                        </p:tav>
                                      </p:tavLst>
                                    </p:anim>
                                    <p:anim calcmode="lin" valueType="num">
                                      <p:cBhvr additive="base">
                                        <p:cTn id="39" dur="500" fill="hold"/>
                                        <p:tgtEl>
                                          <p:spTgt spid="13"/>
                                        </p:tgtEl>
                                        <p:attrNameLst>
                                          <p:attrName>ppt_y</p:attrName>
                                        </p:attrNameLst>
                                      </p:cBhvr>
                                      <p:tavLst>
                                        <p:tav tm="0">
                                          <p:val>
                                            <p:strVal val="1+#ppt_h/2"/>
                                          </p:val>
                                        </p:tav>
                                        <p:tav tm="100000">
                                          <p:val>
                                            <p:strVal val="#ppt_y"/>
                                          </p:val>
                                        </p:tav>
                                      </p:tavLst>
                                    </p:anim>
                                  </p:childTnLst>
                                </p:cTn>
                              </p:par>
                            </p:childTnLst>
                          </p:cTn>
                        </p:par>
                        <p:par>
                          <p:cTn id="40" fill="hold">
                            <p:stCondLst>
                              <p:cond delay="4900"/>
                            </p:stCondLst>
                            <p:childTnLst>
                              <p:par>
                                <p:cTn id="41" presetID="22" presetClass="entr" presetSubtype="8" fill="hold" grpId="0"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ipe(left)">
                                      <p:cBhvr>
                                        <p:cTn id="43" dur="500"/>
                                        <p:tgtEl>
                                          <p:spTgt spid="14"/>
                                        </p:tgtEl>
                                      </p:cBhvr>
                                    </p:animEffect>
                                  </p:childTnLst>
                                </p:cTn>
                              </p:par>
                            </p:childTnLst>
                          </p:cTn>
                        </p:par>
                        <p:par>
                          <p:cTn id="44" fill="hold">
                            <p:stCondLst>
                              <p:cond delay="5400"/>
                            </p:stCondLst>
                            <p:childTnLst>
                              <p:par>
                                <p:cTn id="45" presetID="2" presetClass="entr" presetSubtype="12" fill="hold" grpId="0" nodeType="after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500" fill="hold"/>
                                        <p:tgtEl>
                                          <p:spTgt spid="15"/>
                                        </p:tgtEl>
                                        <p:attrNameLst>
                                          <p:attrName>ppt_x</p:attrName>
                                        </p:attrNameLst>
                                      </p:cBhvr>
                                      <p:tavLst>
                                        <p:tav tm="0">
                                          <p:val>
                                            <p:strVal val="0-#ppt_w/2"/>
                                          </p:val>
                                        </p:tav>
                                        <p:tav tm="100000">
                                          <p:val>
                                            <p:strVal val="#ppt_x"/>
                                          </p:val>
                                        </p:tav>
                                      </p:tavLst>
                                    </p:anim>
                                    <p:anim calcmode="lin" valueType="num">
                                      <p:cBhvr additive="base">
                                        <p:cTn id="48" dur="500" fill="hold"/>
                                        <p:tgtEl>
                                          <p:spTgt spid="15"/>
                                        </p:tgtEl>
                                        <p:attrNameLst>
                                          <p:attrName>ppt_y</p:attrName>
                                        </p:attrNameLst>
                                      </p:cBhvr>
                                      <p:tavLst>
                                        <p:tav tm="0">
                                          <p:val>
                                            <p:strVal val="1+#ppt_h/2"/>
                                          </p:val>
                                        </p:tav>
                                        <p:tav tm="100000">
                                          <p:val>
                                            <p:strVal val="#ppt_y"/>
                                          </p:val>
                                        </p:tav>
                                      </p:tavLst>
                                    </p:anim>
                                  </p:childTnLst>
                                </p:cTn>
                              </p:par>
                            </p:childTnLst>
                          </p:cTn>
                        </p:par>
                        <p:par>
                          <p:cTn id="49" fill="hold">
                            <p:stCondLst>
                              <p:cond delay="5900"/>
                            </p:stCondLst>
                            <p:childTnLst>
                              <p:par>
                                <p:cTn id="50" presetID="22" presetClass="entr" presetSubtype="8"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wipe(left)">
                                      <p:cBhvr>
                                        <p:cTn id="52" dur="500"/>
                                        <p:tgtEl>
                                          <p:spTgt spid="16"/>
                                        </p:tgtEl>
                                      </p:cBhvr>
                                    </p:animEffect>
                                  </p:childTnLst>
                                </p:cTn>
                              </p:par>
                            </p:childTnLst>
                          </p:cTn>
                        </p:par>
                        <p:par>
                          <p:cTn id="53" fill="hold">
                            <p:stCondLst>
                              <p:cond delay="6400"/>
                            </p:stCondLst>
                            <p:childTnLst>
                              <p:par>
                                <p:cTn id="54" presetID="2" presetClass="entr" presetSubtype="12" fill="hold" grpId="0" nodeType="afterEffect">
                                  <p:stCondLst>
                                    <p:cond delay="0"/>
                                  </p:stCondLst>
                                  <p:childTnLst>
                                    <p:set>
                                      <p:cBhvr>
                                        <p:cTn id="55" dur="1" fill="hold">
                                          <p:stCondLst>
                                            <p:cond delay="0"/>
                                          </p:stCondLst>
                                        </p:cTn>
                                        <p:tgtEl>
                                          <p:spTgt spid="17"/>
                                        </p:tgtEl>
                                        <p:attrNameLst>
                                          <p:attrName>style.visibility</p:attrName>
                                        </p:attrNameLst>
                                      </p:cBhvr>
                                      <p:to>
                                        <p:strVal val="visible"/>
                                      </p:to>
                                    </p:set>
                                    <p:anim calcmode="lin" valueType="num">
                                      <p:cBhvr additive="base">
                                        <p:cTn id="56" dur="500" fill="hold"/>
                                        <p:tgtEl>
                                          <p:spTgt spid="17"/>
                                        </p:tgtEl>
                                        <p:attrNameLst>
                                          <p:attrName>ppt_x</p:attrName>
                                        </p:attrNameLst>
                                      </p:cBhvr>
                                      <p:tavLst>
                                        <p:tav tm="0">
                                          <p:val>
                                            <p:strVal val="0-#ppt_w/2"/>
                                          </p:val>
                                        </p:tav>
                                        <p:tav tm="100000">
                                          <p:val>
                                            <p:strVal val="#ppt_x"/>
                                          </p:val>
                                        </p:tav>
                                      </p:tavLst>
                                    </p:anim>
                                    <p:anim calcmode="lin" valueType="num">
                                      <p:cBhvr additive="base">
                                        <p:cTn id="57" dur="500" fill="hold"/>
                                        <p:tgtEl>
                                          <p:spTgt spid="17"/>
                                        </p:tgtEl>
                                        <p:attrNameLst>
                                          <p:attrName>ppt_y</p:attrName>
                                        </p:attrNameLst>
                                      </p:cBhvr>
                                      <p:tavLst>
                                        <p:tav tm="0">
                                          <p:val>
                                            <p:strVal val="1+#ppt_h/2"/>
                                          </p:val>
                                        </p:tav>
                                        <p:tav tm="100000">
                                          <p:val>
                                            <p:strVal val="#ppt_y"/>
                                          </p:val>
                                        </p:tav>
                                      </p:tavLst>
                                    </p:anim>
                                  </p:childTnLst>
                                </p:cTn>
                              </p:par>
                            </p:childTnLst>
                          </p:cTn>
                        </p:par>
                        <p:par>
                          <p:cTn id="58" fill="hold">
                            <p:stCondLst>
                              <p:cond delay="6900"/>
                            </p:stCondLst>
                            <p:childTnLst>
                              <p:par>
                                <p:cTn id="59" presetID="22" presetClass="entr" presetSubtype="8" fill="hold" grpId="0" nodeType="afterEffect">
                                  <p:stCondLst>
                                    <p:cond delay="0"/>
                                  </p:stCondLst>
                                  <p:childTnLst>
                                    <p:set>
                                      <p:cBhvr>
                                        <p:cTn id="60" dur="1" fill="hold">
                                          <p:stCondLst>
                                            <p:cond delay="0"/>
                                          </p:stCondLst>
                                        </p:cTn>
                                        <p:tgtEl>
                                          <p:spTgt spid="18"/>
                                        </p:tgtEl>
                                        <p:attrNameLst>
                                          <p:attrName>style.visibility</p:attrName>
                                        </p:attrNameLst>
                                      </p:cBhvr>
                                      <p:to>
                                        <p:strVal val="visible"/>
                                      </p:to>
                                    </p:set>
                                    <p:animEffect transition="in" filter="wipe(left)">
                                      <p:cBhvr>
                                        <p:cTn id="6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animBg="1" autoUpdateAnimBg="0"/>
      <p:bldP spid="26627" grpId="0" animBg="1"/>
      <p:bldP spid="26628" grpId="0" autoUpdateAnimBg="0"/>
      <p:bldP spid="26629" grpId="0" autoUpdateAnimBg="0"/>
      <p:bldP spid="26630" grpId="0" animBg="1"/>
      <p:bldP spid="26631" grpId="0" animBg="1" autoUpdateAnimBg="0"/>
      <p:bldP spid="26634" grpId="0" autoUpdateAnimBg="0"/>
      <p:bldP spid="13" grpId="0" animBg="1" autoUpdateAnimBg="0"/>
      <p:bldP spid="14" grpId="0" autoUpdateAnimBg="0"/>
      <p:bldP spid="15" grpId="0" animBg="1" autoUpdateAnimBg="0"/>
      <p:bldP spid="16" grpId="0" autoUpdateAnimBg="0"/>
      <p:bldP spid="17" grpId="0" animBg="1" autoUpdateAnimBg="0"/>
      <p:bldP spid="18"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Box 27"/>
          <p:cNvSpPr txBox="1">
            <a:spLocks noChangeArrowheads="1"/>
          </p:cNvSpPr>
          <p:nvPr/>
        </p:nvSpPr>
        <p:spPr bwMode="auto">
          <a:xfrm>
            <a:off x="1012825" y="176213"/>
            <a:ext cx="2422458"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5.1 </a:t>
            </a:r>
            <a:r>
              <a:rPr lang="zh-CN" altLang="en-US" sz="3000" b="1" dirty="0" smtClean="0">
                <a:solidFill>
                  <a:schemeClr val="accent1"/>
                </a:solidFill>
                <a:latin typeface="微软雅黑" pitchFamily="34" charset="-122"/>
                <a:ea typeface="微软雅黑" pitchFamily="34" charset="-122"/>
              </a:rPr>
              <a:t>报表生成</a:t>
            </a:r>
            <a:endParaRPr lang="zh-CN" altLang="en-US" sz="3000" b="1" dirty="0">
              <a:solidFill>
                <a:schemeClr val="accent1"/>
              </a:solidFill>
              <a:latin typeface="微软雅黑" pitchFamily="34" charset="-122"/>
              <a:ea typeface="微软雅黑" pitchFamily="34" charset="-122"/>
            </a:endParaRPr>
          </a:p>
        </p:txBody>
      </p:sp>
      <p:sp>
        <p:nvSpPr>
          <p:cNvPr id="24579"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round/>
            <a:headEnd/>
            <a:tailEnd/>
          </a:ln>
        </p:spPr>
        <p:txBody>
          <a:bodyPr/>
          <a:lstStyle/>
          <a:p>
            <a:endParaRPr lang="zh-CN" altLang="en-US"/>
          </a:p>
        </p:txBody>
      </p:sp>
      <p:graphicFrame>
        <p:nvGraphicFramePr>
          <p:cNvPr id="20481" name="Object 1"/>
          <p:cNvGraphicFramePr>
            <a:graphicFrameLocks noChangeAspect="1"/>
          </p:cNvGraphicFramePr>
          <p:nvPr/>
        </p:nvGraphicFramePr>
        <p:xfrm>
          <a:off x="5162277" y="-27384"/>
          <a:ext cx="6818462" cy="3698904"/>
        </p:xfrm>
        <a:graphic>
          <a:graphicData uri="http://schemas.openxmlformats.org/presentationml/2006/ole">
            <mc:AlternateContent xmlns:mc="http://schemas.openxmlformats.org/markup-compatibility/2006">
              <mc:Choice xmlns:v="urn:schemas-microsoft-com:vml" Requires="v">
                <p:oleObj spid="_x0000_s20484" name="Visio" r:id="rId3" imgW="6534246" imgH="3524310" progId="Visio.Drawing.15">
                  <p:embed/>
                </p:oleObj>
              </mc:Choice>
              <mc:Fallback>
                <p:oleObj name="Visio" r:id="rId3" imgW="6534246" imgH="3524310" progId="Visio.Drawing.15">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62277" y="-27384"/>
                        <a:ext cx="6818462" cy="36989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2" name="图片 21"/>
          <p:cNvPicPr/>
          <p:nvPr/>
        </p:nvPicPr>
        <p:blipFill>
          <a:blip r:embed="rId5" cstate="print"/>
          <a:srcRect/>
          <a:stretch>
            <a:fillRect/>
          </a:stretch>
        </p:blipFill>
        <p:spPr bwMode="auto">
          <a:xfrm>
            <a:off x="5162278" y="3698905"/>
            <a:ext cx="7034486" cy="2688157"/>
          </a:xfrm>
          <a:prstGeom prst="rect">
            <a:avLst/>
          </a:prstGeom>
          <a:noFill/>
          <a:ln w="9525">
            <a:noFill/>
            <a:miter lim="800000"/>
            <a:headEnd/>
            <a:tailEnd/>
          </a:ln>
        </p:spPr>
      </p:pic>
      <p:sp>
        <p:nvSpPr>
          <p:cNvPr id="23" name="矩形 22"/>
          <p:cNvSpPr/>
          <p:nvPr/>
        </p:nvSpPr>
        <p:spPr>
          <a:xfrm>
            <a:off x="1493818" y="1900615"/>
            <a:ext cx="2031325"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创建模板文件</a:t>
            </a:r>
            <a:endParaRPr lang="en-US" altLang="zh-CN" sz="2400" b="1" dirty="0" smtClean="0">
              <a:solidFill>
                <a:srgbClr val="F8F8F8"/>
              </a:solidFill>
              <a:latin typeface="+mn-ea"/>
              <a:ea typeface="+mn-ea"/>
            </a:endParaRPr>
          </a:p>
        </p:txBody>
      </p:sp>
      <p:sp>
        <p:nvSpPr>
          <p:cNvPr id="24" name="矩形 23"/>
          <p:cNvSpPr/>
          <p:nvPr/>
        </p:nvSpPr>
        <p:spPr>
          <a:xfrm>
            <a:off x="1633885" y="3144287"/>
            <a:ext cx="1723549"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获取数据源</a:t>
            </a:r>
            <a:endParaRPr lang="en-US" altLang="zh-CN" sz="2400" b="1" dirty="0" smtClean="0">
              <a:solidFill>
                <a:srgbClr val="F8F8F8"/>
              </a:solidFill>
              <a:latin typeface="+mn-ea"/>
              <a:ea typeface="+mn-ea"/>
            </a:endParaRPr>
          </a:p>
        </p:txBody>
      </p:sp>
      <p:sp>
        <p:nvSpPr>
          <p:cNvPr id="25" name="矩形 24"/>
          <p:cNvSpPr/>
          <p:nvPr/>
        </p:nvSpPr>
        <p:spPr>
          <a:xfrm>
            <a:off x="1489869" y="4407495"/>
            <a:ext cx="2195858"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生成</a:t>
            </a:r>
            <a:r>
              <a:rPr lang="en-US" altLang="zh-CN" sz="2400" b="1" dirty="0" smtClean="0">
                <a:solidFill>
                  <a:srgbClr val="F8F8F8"/>
                </a:solidFill>
                <a:latin typeface="+mn-ea"/>
                <a:ea typeface="+mn-ea"/>
              </a:rPr>
              <a:t>Excel</a:t>
            </a:r>
            <a:r>
              <a:rPr lang="zh-CN" altLang="en-US" sz="2400" b="1" dirty="0" smtClean="0">
                <a:solidFill>
                  <a:srgbClr val="F8F8F8"/>
                </a:solidFill>
                <a:latin typeface="+mn-ea"/>
                <a:ea typeface="+mn-ea"/>
              </a:rPr>
              <a:t>文件</a:t>
            </a:r>
            <a:endParaRPr lang="en-US" altLang="zh-CN" sz="2400" b="1" dirty="0" smtClean="0">
              <a:solidFill>
                <a:srgbClr val="F8F8F8"/>
              </a:solidFill>
              <a:latin typeface="+mn-ea"/>
              <a:ea typeface="+mn-ea"/>
            </a:endParaRPr>
          </a:p>
        </p:txBody>
      </p:sp>
      <p:sp>
        <p:nvSpPr>
          <p:cNvPr id="26" name="下箭头 25"/>
          <p:cNvSpPr/>
          <p:nvPr/>
        </p:nvSpPr>
        <p:spPr bwMode="auto">
          <a:xfrm flipH="1">
            <a:off x="2376824" y="2564904"/>
            <a:ext cx="265173" cy="432048"/>
          </a:xfrm>
          <a:prstGeom prst="downArrow">
            <a:avLst/>
          </a:prstGeom>
          <a:solidFill>
            <a:srgbClr val="006BBC"/>
          </a:solidFill>
          <a:ln w="9525" cap="flat" cmpd="sng" algn="ctr">
            <a:solidFill>
              <a:srgbClr val="006BB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7" name="下箭头 26"/>
          <p:cNvSpPr/>
          <p:nvPr/>
        </p:nvSpPr>
        <p:spPr bwMode="auto">
          <a:xfrm flipH="1">
            <a:off x="2353964" y="3770913"/>
            <a:ext cx="265173" cy="432048"/>
          </a:xfrm>
          <a:prstGeom prst="downArrow">
            <a:avLst/>
          </a:prstGeom>
          <a:solidFill>
            <a:srgbClr val="006BBC"/>
          </a:solidFill>
          <a:ln w="9525" cap="flat" cmpd="sng" algn="ctr">
            <a:solidFill>
              <a:srgbClr val="006BB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4579"/>
                                        </p:tgtEl>
                                        <p:attrNameLst>
                                          <p:attrName>style.visibility</p:attrName>
                                        </p:attrNameLst>
                                      </p:cBhvr>
                                      <p:to>
                                        <p:strVal val="visible"/>
                                      </p:to>
                                    </p:set>
                                    <p:anim calcmode="lin" valueType="num">
                                      <p:cBhvr>
                                        <p:cTn id="7" dur="300" fill="hold"/>
                                        <p:tgtEl>
                                          <p:spTgt spid="24579"/>
                                        </p:tgtEl>
                                        <p:attrNameLst>
                                          <p:attrName>ppt_w</p:attrName>
                                        </p:attrNameLst>
                                      </p:cBhvr>
                                      <p:tavLst>
                                        <p:tav tm="0">
                                          <p:val>
                                            <p:fltVal val="0"/>
                                          </p:val>
                                        </p:tav>
                                        <p:tav tm="100000">
                                          <p:val>
                                            <p:strVal val="#ppt_w"/>
                                          </p:val>
                                        </p:tav>
                                      </p:tavLst>
                                    </p:anim>
                                    <p:anim calcmode="lin" valueType="num">
                                      <p:cBhvr>
                                        <p:cTn id="8" dur="300" fill="hold"/>
                                        <p:tgtEl>
                                          <p:spTgt spid="24579"/>
                                        </p:tgtEl>
                                        <p:attrNameLst>
                                          <p:attrName>ppt_h</p:attrName>
                                        </p:attrNameLst>
                                      </p:cBhvr>
                                      <p:tavLst>
                                        <p:tav tm="0">
                                          <p:val>
                                            <p:fltVal val="0"/>
                                          </p:val>
                                        </p:tav>
                                        <p:tav tm="100000">
                                          <p:val>
                                            <p:strVal val="#ppt_h"/>
                                          </p:val>
                                        </p:tav>
                                      </p:tavLst>
                                    </p:anim>
                                    <p:anim calcmode="lin" valueType="num">
                                      <p:cBhvr>
                                        <p:cTn id="9" dur="300" fill="hold"/>
                                        <p:tgtEl>
                                          <p:spTgt spid="24579"/>
                                        </p:tgtEl>
                                        <p:attrNameLst>
                                          <p:attrName>style.rotation</p:attrName>
                                        </p:attrNameLst>
                                      </p:cBhvr>
                                      <p:tavLst>
                                        <p:tav tm="0">
                                          <p:val>
                                            <p:fltVal val="90"/>
                                          </p:val>
                                        </p:tav>
                                        <p:tav tm="100000">
                                          <p:val>
                                            <p:fltVal val="0"/>
                                          </p:val>
                                        </p:tav>
                                      </p:tavLst>
                                    </p:anim>
                                    <p:animEffect transition="in" filter="fade">
                                      <p:cBhvr>
                                        <p:cTn id="10" dur="300"/>
                                        <p:tgtEl>
                                          <p:spTgt spid="24579"/>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4578"/>
                                        </p:tgtEl>
                                        <p:attrNameLst>
                                          <p:attrName>style.visibility</p:attrName>
                                        </p:attrNameLst>
                                      </p:cBhvr>
                                      <p:to>
                                        <p:strVal val="visible"/>
                                      </p:to>
                                    </p:set>
                                    <p:anim calcmode="lin" valueType="num">
                                      <p:cBhvr>
                                        <p:cTn id="14" dur="400" fill="hold"/>
                                        <p:tgtEl>
                                          <p:spTgt spid="24578"/>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4578"/>
                                        </p:tgtEl>
                                        <p:attrNameLst>
                                          <p:attrName>ppt_y</p:attrName>
                                        </p:attrNameLst>
                                      </p:cBhvr>
                                      <p:tavLst>
                                        <p:tav tm="0">
                                          <p:val>
                                            <p:strVal val="#ppt_y"/>
                                          </p:val>
                                        </p:tav>
                                        <p:tav tm="100000">
                                          <p:val>
                                            <p:strVal val="#ppt_y"/>
                                          </p:val>
                                        </p:tav>
                                      </p:tavLst>
                                    </p:anim>
                                    <p:anim calcmode="lin" valueType="num">
                                      <p:cBhvr>
                                        <p:cTn id="16" dur="400" fill="hold"/>
                                        <p:tgtEl>
                                          <p:spTgt spid="24578"/>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4578"/>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4578"/>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wipe(left)">
                                      <p:cBhvr>
                                        <p:cTn id="21" dur="500"/>
                                        <p:tgtEl>
                                          <p:spTgt spid="23"/>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wipe(left)">
                                      <p:cBhvr>
                                        <p:cTn id="24" dur="500"/>
                                        <p:tgtEl>
                                          <p:spTgt spid="24"/>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wipe(left)">
                                      <p:cBhvr>
                                        <p:cTn id="2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 grpId="0" autoUpdateAnimBg="0"/>
      <p:bldP spid="24579" grpId="0" animBg="1"/>
      <p:bldP spid="23" grpId="0" animBg="1"/>
      <p:bldP spid="24" grpId="0" animBg="1"/>
      <p:bldP spid="2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Box 27"/>
          <p:cNvSpPr txBox="1">
            <a:spLocks noChangeArrowheads="1"/>
          </p:cNvSpPr>
          <p:nvPr/>
        </p:nvSpPr>
        <p:spPr bwMode="auto">
          <a:xfrm>
            <a:off x="1012825" y="176213"/>
            <a:ext cx="3576620"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5.2 </a:t>
            </a:r>
            <a:r>
              <a:rPr lang="zh-CN" altLang="en-US" sz="3000" b="1" dirty="0" smtClean="0">
                <a:solidFill>
                  <a:schemeClr val="accent1"/>
                </a:solidFill>
                <a:latin typeface="微软雅黑" pitchFamily="34" charset="-122"/>
                <a:ea typeface="微软雅黑" pitchFamily="34" charset="-122"/>
              </a:rPr>
              <a:t>消息通知与确认</a:t>
            </a:r>
            <a:endParaRPr lang="zh-CN" altLang="en-US" sz="3000" b="1" dirty="0">
              <a:solidFill>
                <a:schemeClr val="accent1"/>
              </a:solidFill>
              <a:latin typeface="微软雅黑" pitchFamily="34" charset="-122"/>
              <a:ea typeface="微软雅黑" pitchFamily="34" charset="-122"/>
            </a:endParaRPr>
          </a:p>
        </p:txBody>
      </p:sp>
      <p:sp>
        <p:nvSpPr>
          <p:cNvPr id="25603"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round/>
            <a:headEnd/>
            <a:tailEnd/>
          </a:ln>
        </p:spPr>
        <p:txBody>
          <a:bodyPr/>
          <a:lstStyle/>
          <a:p>
            <a:endParaRPr lang="zh-CN" altLang="en-US"/>
          </a:p>
        </p:txBody>
      </p:sp>
      <p:pic>
        <p:nvPicPr>
          <p:cNvPr id="20" name="图片 19"/>
          <p:cNvPicPr/>
          <p:nvPr/>
        </p:nvPicPr>
        <p:blipFill>
          <a:blip r:embed="rId2" cstate="print"/>
          <a:srcRect/>
          <a:stretch>
            <a:fillRect/>
          </a:stretch>
        </p:blipFill>
        <p:spPr bwMode="auto">
          <a:xfrm>
            <a:off x="1633885" y="980728"/>
            <a:ext cx="8888254" cy="2106378"/>
          </a:xfrm>
          <a:prstGeom prst="rect">
            <a:avLst/>
          </a:prstGeom>
          <a:noFill/>
          <a:ln w="9525">
            <a:noFill/>
            <a:miter lim="800000"/>
            <a:headEnd/>
            <a:tailEnd/>
          </a:ln>
        </p:spPr>
      </p:pic>
      <p:sp>
        <p:nvSpPr>
          <p:cNvPr id="22" name="Freeform 6"/>
          <p:cNvSpPr>
            <a:spLocks/>
          </p:cNvSpPr>
          <p:nvPr/>
        </p:nvSpPr>
        <p:spPr bwMode="auto">
          <a:xfrm>
            <a:off x="2065933" y="3251756"/>
            <a:ext cx="2702173" cy="661988"/>
          </a:xfrm>
          <a:custGeom>
            <a:avLst/>
            <a:gdLst>
              <a:gd name="T0" fmla="*/ 0 w 2965"/>
              <a:gd name="T1" fmla="*/ 0 h 581"/>
              <a:gd name="T2" fmla="*/ 2147483646 w 2965"/>
              <a:gd name="T3" fmla="*/ 0 h 581"/>
              <a:gd name="T4" fmla="*/ 2147483646 w 2965"/>
              <a:gd name="T5" fmla="*/ 2147483646 h 581"/>
              <a:gd name="T6" fmla="*/ 2147483646 w 2965"/>
              <a:gd name="T7" fmla="*/ 2147483646 h 581"/>
              <a:gd name="T8" fmla="*/ 0 w 2965"/>
              <a:gd name="T9" fmla="*/ 2147483646 h 581"/>
              <a:gd name="T10" fmla="*/ 0 w 2965"/>
              <a:gd name="T11" fmla="*/ 0 h 5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65" h="581">
                <a:moveTo>
                  <a:pt x="0" y="0"/>
                </a:moveTo>
                <a:lnTo>
                  <a:pt x="2640" y="0"/>
                </a:lnTo>
                <a:lnTo>
                  <a:pt x="2965" y="291"/>
                </a:lnTo>
                <a:lnTo>
                  <a:pt x="2640" y="581"/>
                </a:lnTo>
                <a:lnTo>
                  <a:pt x="0" y="581"/>
                </a:lnTo>
                <a:lnTo>
                  <a:pt x="0" y="0"/>
                </a:lnTo>
                <a:close/>
              </a:path>
            </a:pathLst>
          </a:custGeom>
          <a:solidFill>
            <a:srgbClr val="006BBC"/>
          </a:solidFill>
          <a:ln w="9525">
            <a:solidFill>
              <a:srgbClr val="006BBC"/>
            </a:solidFill>
            <a:round/>
            <a:headEnd/>
            <a:tailEnd/>
          </a:ln>
        </p:spPr>
        <p:txBody>
          <a:bodyPr/>
          <a:lstStyle/>
          <a:p>
            <a:endParaRPr lang="zh-CN" altLang="en-US" b="1">
              <a:solidFill>
                <a:schemeClr val="accent2"/>
              </a:solidFill>
              <a:latin typeface="+mn-ea"/>
              <a:ea typeface="+mn-ea"/>
            </a:endParaRPr>
          </a:p>
        </p:txBody>
      </p:sp>
      <p:sp>
        <p:nvSpPr>
          <p:cNvPr id="23" name="Freeform 7"/>
          <p:cNvSpPr>
            <a:spLocks/>
          </p:cNvSpPr>
          <p:nvPr/>
        </p:nvSpPr>
        <p:spPr bwMode="auto">
          <a:xfrm>
            <a:off x="4768106" y="3251756"/>
            <a:ext cx="2396777" cy="661988"/>
          </a:xfrm>
          <a:custGeom>
            <a:avLst/>
            <a:gdLst>
              <a:gd name="T0" fmla="*/ 0 w 2899"/>
              <a:gd name="T1" fmla="*/ 0 h 581"/>
              <a:gd name="T2" fmla="*/ 2147483646 w 2899"/>
              <a:gd name="T3" fmla="*/ 0 h 581"/>
              <a:gd name="T4" fmla="*/ 2147483646 w 2899"/>
              <a:gd name="T5" fmla="*/ 2147483646 h 581"/>
              <a:gd name="T6" fmla="*/ 2147483646 w 2899"/>
              <a:gd name="T7" fmla="*/ 2147483646 h 581"/>
              <a:gd name="T8" fmla="*/ 0 w 2899"/>
              <a:gd name="T9" fmla="*/ 2147483646 h 581"/>
              <a:gd name="T10" fmla="*/ 2147483646 w 2899"/>
              <a:gd name="T11" fmla="*/ 2147483646 h 581"/>
              <a:gd name="T12" fmla="*/ 0 w 2899"/>
              <a:gd name="T13" fmla="*/ 0 h 58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899" h="581">
                <a:moveTo>
                  <a:pt x="0" y="0"/>
                </a:moveTo>
                <a:lnTo>
                  <a:pt x="2574" y="0"/>
                </a:lnTo>
                <a:lnTo>
                  <a:pt x="2899" y="291"/>
                </a:lnTo>
                <a:lnTo>
                  <a:pt x="2574" y="581"/>
                </a:lnTo>
                <a:lnTo>
                  <a:pt x="0" y="581"/>
                </a:lnTo>
                <a:lnTo>
                  <a:pt x="325" y="291"/>
                </a:lnTo>
                <a:lnTo>
                  <a:pt x="0" y="0"/>
                </a:lnTo>
                <a:close/>
              </a:path>
            </a:pathLst>
          </a:custGeom>
          <a:solidFill>
            <a:srgbClr val="006BBC"/>
          </a:solidFill>
          <a:ln w="9525">
            <a:solidFill>
              <a:srgbClr val="006BBC"/>
            </a:solidFill>
            <a:round/>
            <a:headEnd/>
            <a:tailEnd/>
          </a:ln>
        </p:spPr>
        <p:txBody>
          <a:bodyPr/>
          <a:lstStyle/>
          <a:p>
            <a:endParaRPr lang="zh-CN" altLang="en-US" b="1">
              <a:solidFill>
                <a:schemeClr val="accent2"/>
              </a:solidFill>
              <a:latin typeface="+mn-ea"/>
              <a:ea typeface="+mn-ea"/>
            </a:endParaRPr>
          </a:p>
        </p:txBody>
      </p:sp>
      <p:sp>
        <p:nvSpPr>
          <p:cNvPr id="24" name="Freeform 8"/>
          <p:cNvSpPr>
            <a:spLocks/>
          </p:cNvSpPr>
          <p:nvPr/>
        </p:nvSpPr>
        <p:spPr bwMode="auto">
          <a:xfrm>
            <a:off x="7191424" y="3251756"/>
            <a:ext cx="2723381" cy="661988"/>
          </a:xfrm>
          <a:custGeom>
            <a:avLst/>
            <a:gdLst>
              <a:gd name="T0" fmla="*/ 0 w 2900"/>
              <a:gd name="T1" fmla="*/ 0 h 581"/>
              <a:gd name="T2" fmla="*/ 2147483646 w 2900"/>
              <a:gd name="T3" fmla="*/ 0 h 581"/>
              <a:gd name="T4" fmla="*/ 2147483646 w 2900"/>
              <a:gd name="T5" fmla="*/ 2147483646 h 581"/>
              <a:gd name="T6" fmla="*/ 2147483646 w 2900"/>
              <a:gd name="T7" fmla="*/ 2147483646 h 581"/>
              <a:gd name="T8" fmla="*/ 0 w 2900"/>
              <a:gd name="T9" fmla="*/ 2147483646 h 581"/>
              <a:gd name="T10" fmla="*/ 2147483646 w 2900"/>
              <a:gd name="T11" fmla="*/ 2147483646 h 581"/>
              <a:gd name="T12" fmla="*/ 0 w 2900"/>
              <a:gd name="T13" fmla="*/ 0 h 58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900" h="581">
                <a:moveTo>
                  <a:pt x="0" y="0"/>
                </a:moveTo>
                <a:lnTo>
                  <a:pt x="2575" y="0"/>
                </a:lnTo>
                <a:lnTo>
                  <a:pt x="2900" y="291"/>
                </a:lnTo>
                <a:lnTo>
                  <a:pt x="2575" y="581"/>
                </a:lnTo>
                <a:lnTo>
                  <a:pt x="0" y="581"/>
                </a:lnTo>
                <a:lnTo>
                  <a:pt x="325" y="291"/>
                </a:lnTo>
                <a:lnTo>
                  <a:pt x="0" y="0"/>
                </a:lnTo>
                <a:close/>
              </a:path>
            </a:pathLst>
          </a:custGeom>
          <a:solidFill>
            <a:srgbClr val="006BBC"/>
          </a:solidFill>
          <a:ln w="9525">
            <a:solidFill>
              <a:srgbClr val="006BBC"/>
            </a:solidFill>
            <a:round/>
            <a:headEnd/>
            <a:tailEnd/>
          </a:ln>
        </p:spPr>
        <p:txBody>
          <a:bodyPr/>
          <a:lstStyle/>
          <a:p>
            <a:endParaRPr lang="zh-CN" altLang="en-US" b="1">
              <a:solidFill>
                <a:schemeClr val="accent2"/>
              </a:solidFill>
              <a:latin typeface="+mn-ea"/>
              <a:ea typeface="+mn-ea"/>
            </a:endParaRPr>
          </a:p>
        </p:txBody>
      </p:sp>
      <p:sp>
        <p:nvSpPr>
          <p:cNvPr id="25" name="Rectangle 11"/>
          <p:cNvSpPr>
            <a:spLocks noChangeArrowheads="1"/>
          </p:cNvSpPr>
          <p:nvPr/>
        </p:nvSpPr>
        <p:spPr bwMode="auto">
          <a:xfrm>
            <a:off x="2152774" y="4149080"/>
            <a:ext cx="2289423" cy="1584176"/>
          </a:xfrm>
          <a:prstGeom prst="rect">
            <a:avLst/>
          </a:prstGeom>
          <a:solidFill>
            <a:schemeClr val="accent5">
              <a:lumMod val="40000"/>
              <a:lumOff val="60000"/>
            </a:schemeClr>
          </a:solidFill>
          <a:ln w="9525">
            <a:solidFill>
              <a:schemeClr val="bg2"/>
            </a:solidFill>
            <a:miter lim="800000"/>
            <a:headEnd/>
            <a:tailEnd/>
          </a:ln>
        </p:spPr>
        <p:txBody>
          <a:bodyPr/>
          <a:lstStyle/>
          <a:p>
            <a:pPr eaLnBrk="1" hangingPunct="1"/>
            <a:endParaRPr lang="zh-CN" altLang="en-US"/>
          </a:p>
        </p:txBody>
      </p:sp>
      <p:sp>
        <p:nvSpPr>
          <p:cNvPr id="31" name="TextBox 21"/>
          <p:cNvSpPr txBox="1">
            <a:spLocks noChangeArrowheads="1"/>
          </p:cNvSpPr>
          <p:nvPr/>
        </p:nvSpPr>
        <p:spPr bwMode="auto">
          <a:xfrm>
            <a:off x="2168227" y="4293096"/>
            <a:ext cx="2273970" cy="1200329"/>
          </a:xfrm>
          <a:prstGeom prst="rect">
            <a:avLst/>
          </a:prstGeom>
          <a:solidFill>
            <a:schemeClr val="accent5">
              <a:lumMod val="40000"/>
              <a:lumOff val="60000"/>
            </a:schemeClr>
          </a:solidFill>
          <a:ln w="9525">
            <a:noFill/>
            <a:miter lim="800000"/>
            <a:headEnd/>
            <a:tailEnd/>
          </a:ln>
        </p:spPr>
        <p:txBody>
          <a:bodyPr wrap="square">
            <a:spAutoFit/>
          </a:bodyPr>
          <a:lstStyle/>
          <a:p>
            <a:pPr eaLnBrk="1" hangingPunct="1"/>
            <a:r>
              <a:rPr lang="zh-CN" altLang="en-US" dirty="0" smtClean="0">
                <a:latin typeface="微软雅黑" pitchFamily="34" charset="-122"/>
                <a:ea typeface="微软雅黑" pitchFamily="34" charset="-122"/>
              </a:rPr>
              <a:t>获取考生身份信息（身份证号、联系方式及个人信息表主键等）</a:t>
            </a:r>
            <a:endParaRPr lang="zh-CN" altLang="en-US" dirty="0">
              <a:latin typeface="微软雅黑" pitchFamily="34" charset="-122"/>
              <a:ea typeface="微软雅黑" pitchFamily="34" charset="-122"/>
            </a:endParaRPr>
          </a:p>
        </p:txBody>
      </p:sp>
      <p:sp>
        <p:nvSpPr>
          <p:cNvPr id="34" name="TextBox 26"/>
          <p:cNvSpPr txBox="1">
            <a:spLocks noChangeArrowheads="1"/>
          </p:cNvSpPr>
          <p:nvPr/>
        </p:nvSpPr>
        <p:spPr bwMode="auto">
          <a:xfrm>
            <a:off x="2353965" y="3416856"/>
            <a:ext cx="1569660" cy="369332"/>
          </a:xfrm>
          <a:prstGeom prst="rect">
            <a:avLst/>
          </a:prstGeom>
          <a:solidFill>
            <a:srgbClr val="006BBC"/>
          </a:solidFill>
          <a:ln w="9525">
            <a:solidFill>
              <a:srgbClr val="006BBC"/>
            </a:solidFill>
            <a:miter lim="800000"/>
            <a:headEnd/>
            <a:tailEnd/>
          </a:ln>
        </p:spPr>
        <p:txBody>
          <a:bodyPr wrap="none">
            <a:spAutoFit/>
          </a:bodyPr>
          <a:lstStyle/>
          <a:p>
            <a:pPr eaLnBrk="1" hangingPunct="1"/>
            <a:r>
              <a:rPr lang="zh-CN" altLang="en-US" b="1" dirty="0">
                <a:solidFill>
                  <a:schemeClr val="accent2"/>
                </a:solidFill>
                <a:latin typeface="+mn-ea"/>
                <a:ea typeface="+mn-ea"/>
              </a:rPr>
              <a:t>一</a:t>
            </a:r>
            <a:r>
              <a:rPr lang="zh-CN" altLang="en-US" b="1" dirty="0" smtClean="0">
                <a:solidFill>
                  <a:schemeClr val="accent2"/>
                </a:solidFill>
                <a:latin typeface="+mn-ea"/>
                <a:ea typeface="+mn-ea"/>
              </a:rPr>
              <a:t>、考生信息</a:t>
            </a:r>
            <a:endParaRPr lang="zh-CN" altLang="en-US" b="1" dirty="0">
              <a:solidFill>
                <a:schemeClr val="accent2"/>
              </a:solidFill>
              <a:latin typeface="+mn-ea"/>
              <a:ea typeface="+mn-ea"/>
            </a:endParaRPr>
          </a:p>
        </p:txBody>
      </p:sp>
      <p:sp>
        <p:nvSpPr>
          <p:cNvPr id="35" name="TextBox 28"/>
          <p:cNvSpPr txBox="1">
            <a:spLocks noChangeArrowheads="1"/>
          </p:cNvSpPr>
          <p:nvPr/>
        </p:nvSpPr>
        <p:spPr bwMode="auto">
          <a:xfrm>
            <a:off x="5090269" y="3435906"/>
            <a:ext cx="1855788" cy="369332"/>
          </a:xfrm>
          <a:prstGeom prst="rect">
            <a:avLst/>
          </a:prstGeom>
          <a:solidFill>
            <a:srgbClr val="006BBC"/>
          </a:solidFill>
          <a:ln w="9525">
            <a:solidFill>
              <a:srgbClr val="006BBC"/>
            </a:solidFill>
            <a:miter lim="800000"/>
            <a:headEnd/>
            <a:tailEnd/>
          </a:ln>
        </p:spPr>
        <p:txBody>
          <a:bodyPr wrap="square">
            <a:spAutoFit/>
          </a:bodyPr>
          <a:lstStyle/>
          <a:p>
            <a:pPr algn="ctr" eaLnBrk="1" hangingPunct="1"/>
            <a:r>
              <a:rPr lang="zh-CN" altLang="en-US" b="1" dirty="0">
                <a:solidFill>
                  <a:schemeClr val="accent2"/>
                </a:solidFill>
                <a:latin typeface="+mn-ea"/>
                <a:ea typeface="+mn-ea"/>
              </a:rPr>
              <a:t>二</a:t>
            </a:r>
            <a:r>
              <a:rPr lang="zh-CN" altLang="en-US" b="1" dirty="0" smtClean="0">
                <a:solidFill>
                  <a:schemeClr val="accent2"/>
                </a:solidFill>
                <a:latin typeface="+mn-ea"/>
                <a:ea typeface="+mn-ea"/>
              </a:rPr>
              <a:t>、生成</a:t>
            </a:r>
            <a:r>
              <a:rPr lang="en-US" altLang="zh-CN" b="1" dirty="0" smtClean="0">
                <a:solidFill>
                  <a:schemeClr val="accent2"/>
                </a:solidFill>
                <a:latin typeface="+mn-ea"/>
                <a:ea typeface="+mn-ea"/>
              </a:rPr>
              <a:t>token</a:t>
            </a:r>
            <a:endParaRPr lang="zh-CN" altLang="en-US" b="1" dirty="0">
              <a:solidFill>
                <a:schemeClr val="accent2"/>
              </a:solidFill>
              <a:latin typeface="+mn-ea"/>
              <a:ea typeface="+mn-ea"/>
            </a:endParaRPr>
          </a:p>
        </p:txBody>
      </p:sp>
      <p:sp>
        <p:nvSpPr>
          <p:cNvPr id="36" name="TextBox 29"/>
          <p:cNvSpPr txBox="1">
            <a:spLocks noChangeArrowheads="1"/>
          </p:cNvSpPr>
          <p:nvPr/>
        </p:nvSpPr>
        <p:spPr bwMode="auto">
          <a:xfrm>
            <a:off x="7499398" y="3387734"/>
            <a:ext cx="2127375" cy="369332"/>
          </a:xfrm>
          <a:prstGeom prst="rect">
            <a:avLst/>
          </a:prstGeom>
          <a:solidFill>
            <a:srgbClr val="006BBC"/>
          </a:solidFill>
          <a:ln w="9525">
            <a:solidFill>
              <a:srgbClr val="006BBC"/>
            </a:solidFill>
            <a:miter lim="800000"/>
            <a:headEnd/>
            <a:tailEnd/>
          </a:ln>
        </p:spPr>
        <p:txBody>
          <a:bodyPr wrap="square">
            <a:spAutoFit/>
          </a:bodyPr>
          <a:lstStyle/>
          <a:p>
            <a:pPr algn="ctr" eaLnBrk="1" hangingPunct="1"/>
            <a:r>
              <a:rPr lang="zh-CN" altLang="en-US" b="1" dirty="0">
                <a:solidFill>
                  <a:schemeClr val="accent2"/>
                </a:solidFill>
                <a:latin typeface="+mn-ea"/>
                <a:ea typeface="+mn-ea"/>
              </a:rPr>
              <a:t>三</a:t>
            </a:r>
            <a:r>
              <a:rPr lang="zh-CN" altLang="en-US" b="1" dirty="0" smtClean="0">
                <a:solidFill>
                  <a:schemeClr val="accent2"/>
                </a:solidFill>
                <a:latin typeface="+mn-ea"/>
                <a:ea typeface="+mn-ea"/>
              </a:rPr>
              <a:t>、构造确认链接</a:t>
            </a:r>
            <a:endParaRPr lang="zh-CN" altLang="en-US" b="1" dirty="0">
              <a:solidFill>
                <a:schemeClr val="accent2"/>
              </a:solidFill>
              <a:latin typeface="+mn-ea"/>
              <a:ea typeface="+mn-ea"/>
            </a:endParaRPr>
          </a:p>
        </p:txBody>
      </p:sp>
      <p:sp>
        <p:nvSpPr>
          <p:cNvPr id="37" name="Rectangle 11"/>
          <p:cNvSpPr>
            <a:spLocks noChangeArrowheads="1"/>
          </p:cNvSpPr>
          <p:nvPr/>
        </p:nvSpPr>
        <p:spPr bwMode="auto">
          <a:xfrm>
            <a:off x="4768106" y="4149080"/>
            <a:ext cx="2289423" cy="1584176"/>
          </a:xfrm>
          <a:prstGeom prst="rect">
            <a:avLst/>
          </a:prstGeom>
          <a:solidFill>
            <a:schemeClr val="accent5">
              <a:lumMod val="40000"/>
              <a:lumOff val="60000"/>
            </a:schemeClr>
          </a:solidFill>
          <a:ln w="9525">
            <a:solidFill>
              <a:schemeClr val="bg2"/>
            </a:solidFill>
            <a:miter lim="800000"/>
            <a:headEnd/>
            <a:tailEnd/>
          </a:ln>
        </p:spPr>
        <p:txBody>
          <a:bodyPr/>
          <a:lstStyle/>
          <a:p>
            <a:pPr eaLnBrk="1" hangingPunct="1"/>
            <a:endParaRPr lang="zh-CN" altLang="en-US"/>
          </a:p>
        </p:txBody>
      </p:sp>
      <p:sp>
        <p:nvSpPr>
          <p:cNvPr id="38" name="TextBox 21"/>
          <p:cNvSpPr txBox="1">
            <a:spLocks noChangeArrowheads="1"/>
          </p:cNvSpPr>
          <p:nvPr/>
        </p:nvSpPr>
        <p:spPr bwMode="auto">
          <a:xfrm>
            <a:off x="4783559" y="4289027"/>
            <a:ext cx="2273970" cy="1200329"/>
          </a:xfrm>
          <a:prstGeom prst="rect">
            <a:avLst/>
          </a:prstGeom>
          <a:solidFill>
            <a:schemeClr val="accent5">
              <a:lumMod val="40000"/>
              <a:lumOff val="60000"/>
            </a:schemeClr>
          </a:solidFill>
          <a:ln w="9525">
            <a:noFill/>
            <a:miter lim="800000"/>
            <a:headEnd/>
            <a:tailEnd/>
          </a:ln>
        </p:spPr>
        <p:txBody>
          <a:bodyPr wrap="square">
            <a:spAutoFit/>
          </a:bodyPr>
          <a:lstStyle/>
          <a:p>
            <a:pPr eaLnBrk="1" hangingPunct="1"/>
            <a:r>
              <a:rPr lang="zh-CN" altLang="en-US" dirty="0" smtClean="0">
                <a:latin typeface="微软雅黑" pitchFamily="34" charset="-122"/>
                <a:ea typeface="微软雅黑" pitchFamily="34" charset="-122"/>
              </a:rPr>
              <a:t>采取加密算法将考生身份信息映射为</a:t>
            </a:r>
            <a:r>
              <a:rPr lang="en-US" altLang="zh-CN" dirty="0" smtClean="0">
                <a:latin typeface="微软雅黑" pitchFamily="34" charset="-122"/>
                <a:ea typeface="微软雅黑" pitchFamily="34" charset="-122"/>
              </a:rPr>
              <a:t>64</a:t>
            </a:r>
            <a:r>
              <a:rPr lang="zh-CN" altLang="en-US" dirty="0" smtClean="0">
                <a:latin typeface="微软雅黑" pitchFamily="34" charset="-122"/>
                <a:ea typeface="微软雅黑" pitchFamily="34" charset="-122"/>
              </a:rPr>
              <a:t>位密文</a:t>
            </a:r>
            <a:r>
              <a:rPr lang="en-US" altLang="zh-CN" dirty="0" smtClean="0">
                <a:latin typeface="微软雅黑" pitchFamily="34" charset="-122"/>
                <a:ea typeface="微软雅黑" pitchFamily="34" charset="-122"/>
              </a:rPr>
              <a:t>token</a:t>
            </a:r>
            <a:r>
              <a:rPr lang="zh-CN" altLang="en-US" dirty="0" smtClean="0">
                <a:latin typeface="微软雅黑" pitchFamily="34" charset="-122"/>
                <a:ea typeface="微软雅黑" pitchFamily="34" charset="-122"/>
              </a:rPr>
              <a:t>，存入数据库</a:t>
            </a:r>
            <a:endParaRPr lang="zh-CN" altLang="en-US" dirty="0">
              <a:latin typeface="微软雅黑" pitchFamily="34" charset="-122"/>
              <a:ea typeface="微软雅黑" pitchFamily="34" charset="-122"/>
            </a:endParaRPr>
          </a:p>
        </p:txBody>
      </p:sp>
      <p:sp>
        <p:nvSpPr>
          <p:cNvPr id="39" name="Rectangle 11"/>
          <p:cNvSpPr>
            <a:spLocks noChangeArrowheads="1"/>
          </p:cNvSpPr>
          <p:nvPr/>
        </p:nvSpPr>
        <p:spPr bwMode="auto">
          <a:xfrm>
            <a:off x="7337350" y="4149080"/>
            <a:ext cx="2289423" cy="1584176"/>
          </a:xfrm>
          <a:prstGeom prst="rect">
            <a:avLst/>
          </a:prstGeom>
          <a:solidFill>
            <a:schemeClr val="accent5">
              <a:lumMod val="40000"/>
              <a:lumOff val="60000"/>
            </a:schemeClr>
          </a:solidFill>
          <a:ln w="9525">
            <a:solidFill>
              <a:schemeClr val="bg2"/>
            </a:solidFill>
            <a:miter lim="800000"/>
            <a:headEnd/>
            <a:tailEnd/>
          </a:ln>
        </p:spPr>
        <p:txBody>
          <a:bodyPr/>
          <a:lstStyle/>
          <a:p>
            <a:pPr eaLnBrk="1" hangingPunct="1"/>
            <a:endParaRPr lang="zh-CN" altLang="en-US"/>
          </a:p>
        </p:txBody>
      </p:sp>
      <p:sp>
        <p:nvSpPr>
          <p:cNvPr id="40" name="TextBox 21"/>
          <p:cNvSpPr txBox="1">
            <a:spLocks noChangeArrowheads="1"/>
          </p:cNvSpPr>
          <p:nvPr/>
        </p:nvSpPr>
        <p:spPr bwMode="auto">
          <a:xfrm>
            <a:off x="7352803" y="4221088"/>
            <a:ext cx="2273970" cy="1477328"/>
          </a:xfrm>
          <a:prstGeom prst="rect">
            <a:avLst/>
          </a:prstGeom>
          <a:solidFill>
            <a:schemeClr val="accent5">
              <a:lumMod val="40000"/>
              <a:lumOff val="60000"/>
            </a:schemeClr>
          </a:solidFill>
          <a:ln w="9525">
            <a:noFill/>
            <a:miter lim="800000"/>
            <a:headEnd/>
            <a:tailEnd/>
          </a:ln>
        </p:spPr>
        <p:txBody>
          <a:bodyPr wrap="square">
            <a:spAutoFit/>
          </a:bodyPr>
          <a:lstStyle/>
          <a:p>
            <a:pPr eaLnBrk="1" hangingPunct="1"/>
            <a:r>
              <a:rPr lang="zh-CN" altLang="en-US" dirty="0" smtClean="0">
                <a:latin typeface="微软雅黑" pitchFamily="34" charset="-122"/>
                <a:ea typeface="微软雅黑" pitchFamily="34" charset="-122"/>
              </a:rPr>
              <a:t>以</a:t>
            </a:r>
            <a:r>
              <a:rPr lang="en-US" altLang="zh-CN" dirty="0" smtClean="0">
                <a:latin typeface="微软雅黑" pitchFamily="34" charset="-122"/>
                <a:ea typeface="微软雅黑" pitchFamily="34" charset="-122"/>
              </a:rPr>
              <a:t>token</a:t>
            </a:r>
            <a:r>
              <a:rPr lang="zh-CN" altLang="en-US" dirty="0" smtClean="0">
                <a:latin typeface="微软雅黑" pitchFamily="34" charset="-122"/>
                <a:ea typeface="微软雅黑" pitchFamily="34" charset="-122"/>
              </a:rPr>
              <a:t>作为参数构造信息确认链接并随短信发送，考生点击确认链接时首先验证</a:t>
            </a:r>
            <a:r>
              <a:rPr lang="en-US" altLang="zh-CN" dirty="0" smtClean="0">
                <a:latin typeface="微软雅黑" pitchFamily="34" charset="-122"/>
                <a:ea typeface="微软雅黑" pitchFamily="34" charset="-122"/>
              </a:rPr>
              <a:t>token</a:t>
            </a:r>
            <a:r>
              <a:rPr lang="zh-CN" altLang="en-US" dirty="0" smtClean="0">
                <a:latin typeface="微软雅黑" pitchFamily="34" charset="-122"/>
                <a:ea typeface="微软雅黑" pitchFamily="34" charset="-122"/>
              </a:rPr>
              <a:t>信息</a:t>
            </a:r>
            <a:endParaRPr lang="zh-CN" altLang="en-US" dirty="0">
              <a:latin typeface="微软雅黑" pitchFamily="34" charset="-122"/>
              <a:ea typeface="微软雅黑" pitchFamily="34"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5603"/>
                                        </p:tgtEl>
                                        <p:attrNameLst>
                                          <p:attrName>style.visibility</p:attrName>
                                        </p:attrNameLst>
                                      </p:cBhvr>
                                      <p:to>
                                        <p:strVal val="visible"/>
                                      </p:to>
                                    </p:set>
                                    <p:anim calcmode="lin" valueType="num">
                                      <p:cBhvr>
                                        <p:cTn id="7" dur="300" fill="hold"/>
                                        <p:tgtEl>
                                          <p:spTgt spid="25603"/>
                                        </p:tgtEl>
                                        <p:attrNameLst>
                                          <p:attrName>ppt_w</p:attrName>
                                        </p:attrNameLst>
                                      </p:cBhvr>
                                      <p:tavLst>
                                        <p:tav tm="0">
                                          <p:val>
                                            <p:fltVal val="0"/>
                                          </p:val>
                                        </p:tav>
                                        <p:tav tm="100000">
                                          <p:val>
                                            <p:strVal val="#ppt_w"/>
                                          </p:val>
                                        </p:tav>
                                      </p:tavLst>
                                    </p:anim>
                                    <p:anim calcmode="lin" valueType="num">
                                      <p:cBhvr>
                                        <p:cTn id="8" dur="300" fill="hold"/>
                                        <p:tgtEl>
                                          <p:spTgt spid="25603"/>
                                        </p:tgtEl>
                                        <p:attrNameLst>
                                          <p:attrName>ppt_h</p:attrName>
                                        </p:attrNameLst>
                                      </p:cBhvr>
                                      <p:tavLst>
                                        <p:tav tm="0">
                                          <p:val>
                                            <p:fltVal val="0"/>
                                          </p:val>
                                        </p:tav>
                                        <p:tav tm="100000">
                                          <p:val>
                                            <p:strVal val="#ppt_h"/>
                                          </p:val>
                                        </p:tav>
                                      </p:tavLst>
                                    </p:anim>
                                    <p:anim calcmode="lin" valueType="num">
                                      <p:cBhvr>
                                        <p:cTn id="9" dur="300" fill="hold"/>
                                        <p:tgtEl>
                                          <p:spTgt spid="25603"/>
                                        </p:tgtEl>
                                        <p:attrNameLst>
                                          <p:attrName>style.rotation</p:attrName>
                                        </p:attrNameLst>
                                      </p:cBhvr>
                                      <p:tavLst>
                                        <p:tav tm="0">
                                          <p:val>
                                            <p:fltVal val="90"/>
                                          </p:val>
                                        </p:tav>
                                        <p:tav tm="100000">
                                          <p:val>
                                            <p:fltVal val="0"/>
                                          </p:val>
                                        </p:tav>
                                      </p:tavLst>
                                    </p:anim>
                                    <p:animEffect transition="in" filter="fade">
                                      <p:cBhvr>
                                        <p:cTn id="10" dur="300"/>
                                        <p:tgtEl>
                                          <p:spTgt spid="25603"/>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5602"/>
                                        </p:tgtEl>
                                        <p:attrNameLst>
                                          <p:attrName>style.visibility</p:attrName>
                                        </p:attrNameLst>
                                      </p:cBhvr>
                                      <p:to>
                                        <p:strVal val="visible"/>
                                      </p:to>
                                    </p:set>
                                    <p:anim calcmode="lin" valueType="num">
                                      <p:cBhvr>
                                        <p:cTn id="14" dur="400" fill="hold"/>
                                        <p:tgtEl>
                                          <p:spTgt spid="2560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5602"/>
                                        </p:tgtEl>
                                        <p:attrNameLst>
                                          <p:attrName>ppt_y</p:attrName>
                                        </p:attrNameLst>
                                      </p:cBhvr>
                                      <p:tavLst>
                                        <p:tav tm="0">
                                          <p:val>
                                            <p:strVal val="#ppt_y"/>
                                          </p:val>
                                        </p:tav>
                                        <p:tav tm="100000">
                                          <p:val>
                                            <p:strVal val="#ppt_y"/>
                                          </p:val>
                                        </p:tav>
                                      </p:tavLst>
                                    </p:anim>
                                    <p:anim calcmode="lin" valueType="num">
                                      <p:cBhvr>
                                        <p:cTn id="16" dur="400" fill="hold"/>
                                        <p:tgtEl>
                                          <p:spTgt spid="2560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560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5602"/>
                                        </p:tgtEl>
                                      </p:cBhvr>
                                    </p:animEffect>
                                  </p:childTnLst>
                                </p:cTn>
                              </p:par>
                            </p:childTnLst>
                          </p:cTn>
                        </p:par>
                        <p:par>
                          <p:cTn id="19" fill="hold">
                            <p:stCondLst>
                              <p:cond delay="1060"/>
                            </p:stCondLst>
                            <p:childTnLst>
                              <p:par>
                                <p:cTn id="20" presetID="2" presetClass="entr" presetSubtype="8" fill="hold" grpId="0" nodeType="afterEffect">
                                  <p:stCondLst>
                                    <p:cond delay="0"/>
                                  </p:stCondLst>
                                  <p:childTnLst>
                                    <p:set>
                                      <p:cBhvr>
                                        <p:cTn id="21" dur="1" fill="hold">
                                          <p:stCondLst>
                                            <p:cond delay="0"/>
                                          </p:stCondLst>
                                        </p:cTn>
                                        <p:tgtEl>
                                          <p:spTgt spid="22"/>
                                        </p:tgtEl>
                                        <p:attrNameLst>
                                          <p:attrName>style.visibility</p:attrName>
                                        </p:attrNameLst>
                                      </p:cBhvr>
                                      <p:to>
                                        <p:strVal val="visible"/>
                                      </p:to>
                                    </p:set>
                                    <p:anim calcmode="lin" valueType="num">
                                      <p:cBhvr additive="base">
                                        <p:cTn id="22" dur="500" fill="hold"/>
                                        <p:tgtEl>
                                          <p:spTgt spid="22"/>
                                        </p:tgtEl>
                                        <p:attrNameLst>
                                          <p:attrName>ppt_x</p:attrName>
                                        </p:attrNameLst>
                                      </p:cBhvr>
                                      <p:tavLst>
                                        <p:tav tm="0">
                                          <p:val>
                                            <p:strVal val="0-#ppt_w/2"/>
                                          </p:val>
                                        </p:tav>
                                        <p:tav tm="100000">
                                          <p:val>
                                            <p:strVal val="#ppt_x"/>
                                          </p:val>
                                        </p:tav>
                                      </p:tavLst>
                                    </p:anim>
                                    <p:anim calcmode="lin" valueType="num">
                                      <p:cBhvr additive="base">
                                        <p:cTn id="23" dur="500" fill="hold"/>
                                        <p:tgtEl>
                                          <p:spTgt spid="22"/>
                                        </p:tgtEl>
                                        <p:attrNameLst>
                                          <p:attrName>ppt_y</p:attrName>
                                        </p:attrNameLst>
                                      </p:cBhvr>
                                      <p:tavLst>
                                        <p:tav tm="0">
                                          <p:val>
                                            <p:strVal val="#ppt_y"/>
                                          </p:val>
                                        </p:tav>
                                        <p:tav tm="100000">
                                          <p:val>
                                            <p:strVal val="#ppt_y"/>
                                          </p:val>
                                        </p:tav>
                                      </p:tavLst>
                                    </p:anim>
                                  </p:childTnLst>
                                </p:cTn>
                              </p:par>
                            </p:childTnLst>
                          </p:cTn>
                        </p:par>
                        <p:par>
                          <p:cTn id="24" fill="hold">
                            <p:stCondLst>
                              <p:cond delay="1560"/>
                            </p:stCondLst>
                            <p:childTnLst>
                              <p:par>
                                <p:cTn id="25" presetID="31" presetClass="entr" presetSubtype="0" fill="hold" grpId="0" nodeType="afterEffect">
                                  <p:stCondLst>
                                    <p:cond delay="0"/>
                                  </p:stCondLst>
                                  <p:childTnLst>
                                    <p:set>
                                      <p:cBhvr>
                                        <p:cTn id="26" dur="1" fill="hold">
                                          <p:stCondLst>
                                            <p:cond delay="0"/>
                                          </p:stCondLst>
                                        </p:cTn>
                                        <p:tgtEl>
                                          <p:spTgt spid="34"/>
                                        </p:tgtEl>
                                        <p:attrNameLst>
                                          <p:attrName>style.visibility</p:attrName>
                                        </p:attrNameLst>
                                      </p:cBhvr>
                                      <p:to>
                                        <p:strVal val="visible"/>
                                      </p:to>
                                    </p:set>
                                    <p:anim calcmode="lin" valueType="num">
                                      <p:cBhvr>
                                        <p:cTn id="27" dur="300" fill="hold"/>
                                        <p:tgtEl>
                                          <p:spTgt spid="34"/>
                                        </p:tgtEl>
                                        <p:attrNameLst>
                                          <p:attrName>ppt_w</p:attrName>
                                        </p:attrNameLst>
                                      </p:cBhvr>
                                      <p:tavLst>
                                        <p:tav tm="0">
                                          <p:val>
                                            <p:fltVal val="0"/>
                                          </p:val>
                                        </p:tav>
                                        <p:tav tm="100000">
                                          <p:val>
                                            <p:strVal val="#ppt_w"/>
                                          </p:val>
                                        </p:tav>
                                      </p:tavLst>
                                    </p:anim>
                                    <p:anim calcmode="lin" valueType="num">
                                      <p:cBhvr>
                                        <p:cTn id="28" dur="300" fill="hold"/>
                                        <p:tgtEl>
                                          <p:spTgt spid="34"/>
                                        </p:tgtEl>
                                        <p:attrNameLst>
                                          <p:attrName>ppt_h</p:attrName>
                                        </p:attrNameLst>
                                      </p:cBhvr>
                                      <p:tavLst>
                                        <p:tav tm="0">
                                          <p:val>
                                            <p:fltVal val="0"/>
                                          </p:val>
                                        </p:tav>
                                        <p:tav tm="100000">
                                          <p:val>
                                            <p:strVal val="#ppt_h"/>
                                          </p:val>
                                        </p:tav>
                                      </p:tavLst>
                                    </p:anim>
                                    <p:anim calcmode="lin" valueType="num">
                                      <p:cBhvr>
                                        <p:cTn id="29" dur="300" fill="hold"/>
                                        <p:tgtEl>
                                          <p:spTgt spid="34"/>
                                        </p:tgtEl>
                                        <p:attrNameLst>
                                          <p:attrName>style.rotation</p:attrName>
                                        </p:attrNameLst>
                                      </p:cBhvr>
                                      <p:tavLst>
                                        <p:tav tm="0">
                                          <p:val>
                                            <p:fltVal val="90"/>
                                          </p:val>
                                        </p:tav>
                                        <p:tav tm="100000">
                                          <p:val>
                                            <p:fltVal val="0"/>
                                          </p:val>
                                        </p:tav>
                                      </p:tavLst>
                                    </p:anim>
                                    <p:animEffect transition="in" filter="fade">
                                      <p:cBhvr>
                                        <p:cTn id="30" dur="300"/>
                                        <p:tgtEl>
                                          <p:spTgt spid="34"/>
                                        </p:tgtEl>
                                      </p:cBhvr>
                                    </p:animEffect>
                                  </p:childTnLst>
                                </p:cTn>
                              </p:par>
                            </p:childTnLst>
                          </p:cTn>
                        </p:par>
                        <p:par>
                          <p:cTn id="31" fill="hold">
                            <p:stCondLst>
                              <p:cond delay="1860"/>
                            </p:stCondLst>
                            <p:childTnLst>
                              <p:par>
                                <p:cTn id="32" presetID="22" presetClass="entr" presetSubtype="1" fill="hold" grpId="0" nodeType="after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wipe(up)">
                                      <p:cBhvr>
                                        <p:cTn id="34" dur="500"/>
                                        <p:tgtEl>
                                          <p:spTgt spid="25"/>
                                        </p:tgtEl>
                                      </p:cBhvr>
                                    </p:animEffect>
                                  </p:childTnLst>
                                </p:cTn>
                              </p:par>
                            </p:childTnLst>
                          </p:cTn>
                        </p:par>
                        <p:par>
                          <p:cTn id="35" fill="hold">
                            <p:stCondLst>
                              <p:cond delay="2360"/>
                            </p:stCondLst>
                            <p:childTnLst>
                              <p:par>
                                <p:cTn id="36" presetID="22" presetClass="entr" presetSubtype="1" fill="hold" grpId="0" nodeType="afterEffect">
                                  <p:stCondLst>
                                    <p:cond delay="0"/>
                                  </p:stCondLst>
                                  <p:childTnLst>
                                    <p:set>
                                      <p:cBhvr>
                                        <p:cTn id="37" dur="1" fill="hold">
                                          <p:stCondLst>
                                            <p:cond delay="0"/>
                                          </p:stCondLst>
                                        </p:cTn>
                                        <p:tgtEl>
                                          <p:spTgt spid="31"/>
                                        </p:tgtEl>
                                        <p:attrNameLst>
                                          <p:attrName>style.visibility</p:attrName>
                                        </p:attrNameLst>
                                      </p:cBhvr>
                                      <p:to>
                                        <p:strVal val="visible"/>
                                      </p:to>
                                    </p:set>
                                    <p:animEffect transition="in" filter="wipe(up)">
                                      <p:cBhvr>
                                        <p:cTn id="38" dur="500"/>
                                        <p:tgtEl>
                                          <p:spTgt spid="31"/>
                                        </p:tgtEl>
                                      </p:cBhvr>
                                    </p:animEffect>
                                  </p:childTnLst>
                                </p:cTn>
                              </p:par>
                            </p:childTnLst>
                          </p:cTn>
                        </p:par>
                        <p:par>
                          <p:cTn id="39" fill="hold">
                            <p:stCondLst>
                              <p:cond delay="2860"/>
                            </p:stCondLst>
                            <p:childTnLst>
                              <p:par>
                                <p:cTn id="40" presetID="2" presetClass="entr" presetSubtype="8" fill="hold" grpId="0" nodeType="afterEffect">
                                  <p:stCondLst>
                                    <p:cond delay="0"/>
                                  </p:stCondLst>
                                  <p:childTnLst>
                                    <p:set>
                                      <p:cBhvr>
                                        <p:cTn id="41" dur="1" fill="hold">
                                          <p:stCondLst>
                                            <p:cond delay="0"/>
                                          </p:stCondLst>
                                        </p:cTn>
                                        <p:tgtEl>
                                          <p:spTgt spid="23"/>
                                        </p:tgtEl>
                                        <p:attrNameLst>
                                          <p:attrName>style.visibility</p:attrName>
                                        </p:attrNameLst>
                                      </p:cBhvr>
                                      <p:to>
                                        <p:strVal val="visible"/>
                                      </p:to>
                                    </p:set>
                                    <p:anim calcmode="lin" valueType="num">
                                      <p:cBhvr additive="base">
                                        <p:cTn id="42" dur="500" fill="hold"/>
                                        <p:tgtEl>
                                          <p:spTgt spid="23"/>
                                        </p:tgtEl>
                                        <p:attrNameLst>
                                          <p:attrName>ppt_x</p:attrName>
                                        </p:attrNameLst>
                                      </p:cBhvr>
                                      <p:tavLst>
                                        <p:tav tm="0">
                                          <p:val>
                                            <p:strVal val="0-#ppt_w/2"/>
                                          </p:val>
                                        </p:tav>
                                        <p:tav tm="100000">
                                          <p:val>
                                            <p:strVal val="#ppt_x"/>
                                          </p:val>
                                        </p:tav>
                                      </p:tavLst>
                                    </p:anim>
                                    <p:anim calcmode="lin" valueType="num">
                                      <p:cBhvr additive="base">
                                        <p:cTn id="43" dur="500" fill="hold"/>
                                        <p:tgtEl>
                                          <p:spTgt spid="23"/>
                                        </p:tgtEl>
                                        <p:attrNameLst>
                                          <p:attrName>ppt_y</p:attrName>
                                        </p:attrNameLst>
                                      </p:cBhvr>
                                      <p:tavLst>
                                        <p:tav tm="0">
                                          <p:val>
                                            <p:strVal val="#ppt_y"/>
                                          </p:val>
                                        </p:tav>
                                        <p:tav tm="100000">
                                          <p:val>
                                            <p:strVal val="#ppt_y"/>
                                          </p:val>
                                        </p:tav>
                                      </p:tavLst>
                                    </p:anim>
                                  </p:childTnLst>
                                </p:cTn>
                              </p:par>
                            </p:childTnLst>
                          </p:cTn>
                        </p:par>
                        <p:par>
                          <p:cTn id="44" fill="hold">
                            <p:stCondLst>
                              <p:cond delay="3360"/>
                            </p:stCondLst>
                            <p:childTnLst>
                              <p:par>
                                <p:cTn id="45" presetID="31" presetClass="entr" presetSubtype="0" fill="hold" grpId="0" nodeType="afterEffect">
                                  <p:stCondLst>
                                    <p:cond delay="0"/>
                                  </p:stCondLst>
                                  <p:childTnLst>
                                    <p:set>
                                      <p:cBhvr>
                                        <p:cTn id="46" dur="1" fill="hold">
                                          <p:stCondLst>
                                            <p:cond delay="0"/>
                                          </p:stCondLst>
                                        </p:cTn>
                                        <p:tgtEl>
                                          <p:spTgt spid="35"/>
                                        </p:tgtEl>
                                        <p:attrNameLst>
                                          <p:attrName>style.visibility</p:attrName>
                                        </p:attrNameLst>
                                      </p:cBhvr>
                                      <p:to>
                                        <p:strVal val="visible"/>
                                      </p:to>
                                    </p:set>
                                    <p:anim calcmode="lin" valueType="num">
                                      <p:cBhvr>
                                        <p:cTn id="47" dur="300" fill="hold"/>
                                        <p:tgtEl>
                                          <p:spTgt spid="35"/>
                                        </p:tgtEl>
                                        <p:attrNameLst>
                                          <p:attrName>ppt_w</p:attrName>
                                        </p:attrNameLst>
                                      </p:cBhvr>
                                      <p:tavLst>
                                        <p:tav tm="0">
                                          <p:val>
                                            <p:fltVal val="0"/>
                                          </p:val>
                                        </p:tav>
                                        <p:tav tm="100000">
                                          <p:val>
                                            <p:strVal val="#ppt_w"/>
                                          </p:val>
                                        </p:tav>
                                      </p:tavLst>
                                    </p:anim>
                                    <p:anim calcmode="lin" valueType="num">
                                      <p:cBhvr>
                                        <p:cTn id="48" dur="300" fill="hold"/>
                                        <p:tgtEl>
                                          <p:spTgt spid="35"/>
                                        </p:tgtEl>
                                        <p:attrNameLst>
                                          <p:attrName>ppt_h</p:attrName>
                                        </p:attrNameLst>
                                      </p:cBhvr>
                                      <p:tavLst>
                                        <p:tav tm="0">
                                          <p:val>
                                            <p:fltVal val="0"/>
                                          </p:val>
                                        </p:tav>
                                        <p:tav tm="100000">
                                          <p:val>
                                            <p:strVal val="#ppt_h"/>
                                          </p:val>
                                        </p:tav>
                                      </p:tavLst>
                                    </p:anim>
                                    <p:anim calcmode="lin" valueType="num">
                                      <p:cBhvr>
                                        <p:cTn id="49" dur="300" fill="hold"/>
                                        <p:tgtEl>
                                          <p:spTgt spid="35"/>
                                        </p:tgtEl>
                                        <p:attrNameLst>
                                          <p:attrName>style.rotation</p:attrName>
                                        </p:attrNameLst>
                                      </p:cBhvr>
                                      <p:tavLst>
                                        <p:tav tm="0">
                                          <p:val>
                                            <p:fltVal val="90"/>
                                          </p:val>
                                        </p:tav>
                                        <p:tav tm="100000">
                                          <p:val>
                                            <p:fltVal val="0"/>
                                          </p:val>
                                        </p:tav>
                                      </p:tavLst>
                                    </p:anim>
                                    <p:animEffect transition="in" filter="fade">
                                      <p:cBhvr>
                                        <p:cTn id="50" dur="300"/>
                                        <p:tgtEl>
                                          <p:spTgt spid="35"/>
                                        </p:tgtEl>
                                      </p:cBhvr>
                                    </p:animEffect>
                                  </p:childTnLst>
                                </p:cTn>
                              </p:par>
                            </p:childTnLst>
                          </p:cTn>
                        </p:par>
                        <p:par>
                          <p:cTn id="51" fill="hold">
                            <p:stCondLst>
                              <p:cond delay="3660"/>
                            </p:stCondLst>
                            <p:childTnLst>
                              <p:par>
                                <p:cTn id="52" presetID="2" presetClass="entr" presetSubtype="8" fill="hold" grpId="0" nodeType="afterEffect">
                                  <p:stCondLst>
                                    <p:cond delay="0"/>
                                  </p:stCondLst>
                                  <p:childTnLst>
                                    <p:set>
                                      <p:cBhvr>
                                        <p:cTn id="53" dur="1" fill="hold">
                                          <p:stCondLst>
                                            <p:cond delay="0"/>
                                          </p:stCondLst>
                                        </p:cTn>
                                        <p:tgtEl>
                                          <p:spTgt spid="24"/>
                                        </p:tgtEl>
                                        <p:attrNameLst>
                                          <p:attrName>style.visibility</p:attrName>
                                        </p:attrNameLst>
                                      </p:cBhvr>
                                      <p:to>
                                        <p:strVal val="visible"/>
                                      </p:to>
                                    </p:set>
                                    <p:anim calcmode="lin" valueType="num">
                                      <p:cBhvr additive="base">
                                        <p:cTn id="54" dur="500" fill="hold"/>
                                        <p:tgtEl>
                                          <p:spTgt spid="24"/>
                                        </p:tgtEl>
                                        <p:attrNameLst>
                                          <p:attrName>ppt_x</p:attrName>
                                        </p:attrNameLst>
                                      </p:cBhvr>
                                      <p:tavLst>
                                        <p:tav tm="0">
                                          <p:val>
                                            <p:strVal val="0-#ppt_w/2"/>
                                          </p:val>
                                        </p:tav>
                                        <p:tav tm="100000">
                                          <p:val>
                                            <p:strVal val="#ppt_x"/>
                                          </p:val>
                                        </p:tav>
                                      </p:tavLst>
                                    </p:anim>
                                    <p:anim calcmode="lin" valueType="num">
                                      <p:cBhvr additive="base">
                                        <p:cTn id="55" dur="500" fill="hold"/>
                                        <p:tgtEl>
                                          <p:spTgt spid="24"/>
                                        </p:tgtEl>
                                        <p:attrNameLst>
                                          <p:attrName>ppt_y</p:attrName>
                                        </p:attrNameLst>
                                      </p:cBhvr>
                                      <p:tavLst>
                                        <p:tav tm="0">
                                          <p:val>
                                            <p:strVal val="#ppt_y"/>
                                          </p:val>
                                        </p:tav>
                                        <p:tav tm="100000">
                                          <p:val>
                                            <p:strVal val="#ppt_y"/>
                                          </p:val>
                                        </p:tav>
                                      </p:tavLst>
                                    </p:anim>
                                  </p:childTnLst>
                                </p:cTn>
                              </p:par>
                            </p:childTnLst>
                          </p:cTn>
                        </p:par>
                        <p:par>
                          <p:cTn id="56" fill="hold">
                            <p:stCondLst>
                              <p:cond delay="4160"/>
                            </p:stCondLst>
                            <p:childTnLst>
                              <p:par>
                                <p:cTn id="57" presetID="31" presetClass="entr" presetSubtype="0" fill="hold" grpId="0" nodeType="afterEffect">
                                  <p:stCondLst>
                                    <p:cond delay="0"/>
                                  </p:stCondLst>
                                  <p:childTnLst>
                                    <p:set>
                                      <p:cBhvr>
                                        <p:cTn id="58" dur="1" fill="hold">
                                          <p:stCondLst>
                                            <p:cond delay="0"/>
                                          </p:stCondLst>
                                        </p:cTn>
                                        <p:tgtEl>
                                          <p:spTgt spid="36"/>
                                        </p:tgtEl>
                                        <p:attrNameLst>
                                          <p:attrName>style.visibility</p:attrName>
                                        </p:attrNameLst>
                                      </p:cBhvr>
                                      <p:to>
                                        <p:strVal val="visible"/>
                                      </p:to>
                                    </p:set>
                                    <p:anim calcmode="lin" valueType="num">
                                      <p:cBhvr>
                                        <p:cTn id="59" dur="300" fill="hold"/>
                                        <p:tgtEl>
                                          <p:spTgt spid="36"/>
                                        </p:tgtEl>
                                        <p:attrNameLst>
                                          <p:attrName>ppt_w</p:attrName>
                                        </p:attrNameLst>
                                      </p:cBhvr>
                                      <p:tavLst>
                                        <p:tav tm="0">
                                          <p:val>
                                            <p:fltVal val="0"/>
                                          </p:val>
                                        </p:tav>
                                        <p:tav tm="100000">
                                          <p:val>
                                            <p:strVal val="#ppt_w"/>
                                          </p:val>
                                        </p:tav>
                                      </p:tavLst>
                                    </p:anim>
                                    <p:anim calcmode="lin" valueType="num">
                                      <p:cBhvr>
                                        <p:cTn id="60" dur="300" fill="hold"/>
                                        <p:tgtEl>
                                          <p:spTgt spid="36"/>
                                        </p:tgtEl>
                                        <p:attrNameLst>
                                          <p:attrName>ppt_h</p:attrName>
                                        </p:attrNameLst>
                                      </p:cBhvr>
                                      <p:tavLst>
                                        <p:tav tm="0">
                                          <p:val>
                                            <p:fltVal val="0"/>
                                          </p:val>
                                        </p:tav>
                                        <p:tav tm="100000">
                                          <p:val>
                                            <p:strVal val="#ppt_h"/>
                                          </p:val>
                                        </p:tav>
                                      </p:tavLst>
                                    </p:anim>
                                    <p:anim calcmode="lin" valueType="num">
                                      <p:cBhvr>
                                        <p:cTn id="61" dur="300" fill="hold"/>
                                        <p:tgtEl>
                                          <p:spTgt spid="36"/>
                                        </p:tgtEl>
                                        <p:attrNameLst>
                                          <p:attrName>style.rotation</p:attrName>
                                        </p:attrNameLst>
                                      </p:cBhvr>
                                      <p:tavLst>
                                        <p:tav tm="0">
                                          <p:val>
                                            <p:fltVal val="90"/>
                                          </p:val>
                                        </p:tav>
                                        <p:tav tm="100000">
                                          <p:val>
                                            <p:fltVal val="0"/>
                                          </p:val>
                                        </p:tav>
                                      </p:tavLst>
                                    </p:anim>
                                    <p:animEffect transition="in" filter="fade">
                                      <p:cBhvr>
                                        <p:cTn id="62" dur="300"/>
                                        <p:tgtEl>
                                          <p:spTgt spid="36"/>
                                        </p:tgtEl>
                                      </p:cBhvr>
                                    </p:animEffect>
                                  </p:childTnLst>
                                </p:cTn>
                              </p:par>
                            </p:childTnLst>
                          </p:cTn>
                        </p:par>
                        <p:par>
                          <p:cTn id="63" fill="hold">
                            <p:stCondLst>
                              <p:cond delay="4460"/>
                            </p:stCondLst>
                            <p:childTnLst>
                              <p:par>
                                <p:cTn id="64" presetID="22" presetClass="entr" presetSubtype="1" fill="hold" grpId="0" nodeType="afterEffect">
                                  <p:stCondLst>
                                    <p:cond delay="0"/>
                                  </p:stCondLst>
                                  <p:childTnLst>
                                    <p:set>
                                      <p:cBhvr>
                                        <p:cTn id="65" dur="1" fill="hold">
                                          <p:stCondLst>
                                            <p:cond delay="0"/>
                                          </p:stCondLst>
                                        </p:cTn>
                                        <p:tgtEl>
                                          <p:spTgt spid="37"/>
                                        </p:tgtEl>
                                        <p:attrNameLst>
                                          <p:attrName>style.visibility</p:attrName>
                                        </p:attrNameLst>
                                      </p:cBhvr>
                                      <p:to>
                                        <p:strVal val="visible"/>
                                      </p:to>
                                    </p:set>
                                    <p:animEffect transition="in" filter="wipe(up)">
                                      <p:cBhvr>
                                        <p:cTn id="66" dur="500"/>
                                        <p:tgtEl>
                                          <p:spTgt spid="37"/>
                                        </p:tgtEl>
                                      </p:cBhvr>
                                    </p:animEffect>
                                  </p:childTnLst>
                                </p:cTn>
                              </p:par>
                            </p:childTnLst>
                          </p:cTn>
                        </p:par>
                        <p:par>
                          <p:cTn id="67" fill="hold">
                            <p:stCondLst>
                              <p:cond delay="4960"/>
                            </p:stCondLst>
                            <p:childTnLst>
                              <p:par>
                                <p:cTn id="68" presetID="22" presetClass="entr" presetSubtype="1" fill="hold" grpId="0" nodeType="afterEffect">
                                  <p:stCondLst>
                                    <p:cond delay="0"/>
                                  </p:stCondLst>
                                  <p:childTnLst>
                                    <p:set>
                                      <p:cBhvr>
                                        <p:cTn id="69" dur="1" fill="hold">
                                          <p:stCondLst>
                                            <p:cond delay="0"/>
                                          </p:stCondLst>
                                        </p:cTn>
                                        <p:tgtEl>
                                          <p:spTgt spid="38"/>
                                        </p:tgtEl>
                                        <p:attrNameLst>
                                          <p:attrName>style.visibility</p:attrName>
                                        </p:attrNameLst>
                                      </p:cBhvr>
                                      <p:to>
                                        <p:strVal val="visible"/>
                                      </p:to>
                                    </p:set>
                                    <p:animEffect transition="in" filter="wipe(up)">
                                      <p:cBhvr>
                                        <p:cTn id="70" dur="500"/>
                                        <p:tgtEl>
                                          <p:spTgt spid="38"/>
                                        </p:tgtEl>
                                      </p:cBhvr>
                                    </p:animEffect>
                                  </p:childTnLst>
                                </p:cTn>
                              </p:par>
                            </p:childTnLst>
                          </p:cTn>
                        </p:par>
                        <p:par>
                          <p:cTn id="71" fill="hold">
                            <p:stCondLst>
                              <p:cond delay="5460"/>
                            </p:stCondLst>
                            <p:childTnLst>
                              <p:par>
                                <p:cTn id="72" presetID="22" presetClass="entr" presetSubtype="1" fill="hold" grpId="0" nodeType="afterEffect">
                                  <p:stCondLst>
                                    <p:cond delay="0"/>
                                  </p:stCondLst>
                                  <p:childTnLst>
                                    <p:set>
                                      <p:cBhvr>
                                        <p:cTn id="73" dur="1" fill="hold">
                                          <p:stCondLst>
                                            <p:cond delay="0"/>
                                          </p:stCondLst>
                                        </p:cTn>
                                        <p:tgtEl>
                                          <p:spTgt spid="39"/>
                                        </p:tgtEl>
                                        <p:attrNameLst>
                                          <p:attrName>style.visibility</p:attrName>
                                        </p:attrNameLst>
                                      </p:cBhvr>
                                      <p:to>
                                        <p:strVal val="visible"/>
                                      </p:to>
                                    </p:set>
                                    <p:animEffect transition="in" filter="wipe(up)">
                                      <p:cBhvr>
                                        <p:cTn id="74" dur="500"/>
                                        <p:tgtEl>
                                          <p:spTgt spid="39"/>
                                        </p:tgtEl>
                                      </p:cBhvr>
                                    </p:animEffect>
                                  </p:childTnLst>
                                </p:cTn>
                              </p:par>
                            </p:childTnLst>
                          </p:cTn>
                        </p:par>
                        <p:par>
                          <p:cTn id="75" fill="hold">
                            <p:stCondLst>
                              <p:cond delay="5960"/>
                            </p:stCondLst>
                            <p:childTnLst>
                              <p:par>
                                <p:cTn id="76" presetID="22" presetClass="entr" presetSubtype="1" fill="hold" grpId="0" nodeType="afterEffect">
                                  <p:stCondLst>
                                    <p:cond delay="0"/>
                                  </p:stCondLst>
                                  <p:childTnLst>
                                    <p:set>
                                      <p:cBhvr>
                                        <p:cTn id="77" dur="1" fill="hold">
                                          <p:stCondLst>
                                            <p:cond delay="0"/>
                                          </p:stCondLst>
                                        </p:cTn>
                                        <p:tgtEl>
                                          <p:spTgt spid="40"/>
                                        </p:tgtEl>
                                        <p:attrNameLst>
                                          <p:attrName>style.visibility</p:attrName>
                                        </p:attrNameLst>
                                      </p:cBhvr>
                                      <p:to>
                                        <p:strVal val="visible"/>
                                      </p:to>
                                    </p:set>
                                    <p:animEffect transition="in" filter="wipe(up)">
                                      <p:cBhvr>
                                        <p:cTn id="78"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autoUpdateAnimBg="0"/>
      <p:bldP spid="25603" grpId="0" animBg="1"/>
      <p:bldP spid="22" grpId="0" animBg="1"/>
      <p:bldP spid="23" grpId="0" animBg="1"/>
      <p:bldP spid="24" grpId="0" animBg="1"/>
      <p:bldP spid="25" grpId="0" animBg="1" autoUpdateAnimBg="0"/>
      <p:bldP spid="31" grpId="0" animBg="1" autoUpdateAnimBg="0"/>
      <p:bldP spid="34" grpId="0" animBg="1" autoUpdateAnimBg="0"/>
      <p:bldP spid="35" grpId="0" animBg="1" autoUpdateAnimBg="0"/>
      <p:bldP spid="36" grpId="0" animBg="1" autoUpdateAnimBg="0"/>
      <p:bldP spid="37" grpId="0" animBg="1" autoUpdateAnimBg="0"/>
      <p:bldP spid="38" grpId="0" animBg="1" autoUpdateAnimBg="0"/>
      <p:bldP spid="39" grpId="0" animBg="1" autoUpdateAnimBg="0"/>
      <p:bldP spid="40" grpId="0" animBg="1"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Box 27"/>
          <p:cNvSpPr txBox="1">
            <a:spLocks noChangeArrowheads="1"/>
          </p:cNvSpPr>
          <p:nvPr/>
        </p:nvSpPr>
        <p:spPr bwMode="auto">
          <a:xfrm>
            <a:off x="1012825" y="176213"/>
            <a:ext cx="4730782"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5.3 </a:t>
            </a:r>
            <a:r>
              <a:rPr lang="zh-CN" altLang="en-US" sz="3000" b="1" dirty="0" smtClean="0">
                <a:solidFill>
                  <a:schemeClr val="accent1"/>
                </a:solidFill>
                <a:latin typeface="微软雅黑" pitchFamily="34" charset="-122"/>
                <a:ea typeface="微软雅黑" pitchFamily="34" charset="-122"/>
              </a:rPr>
              <a:t>短信轰炸及其防御机制</a:t>
            </a:r>
            <a:endParaRPr lang="zh-CN" altLang="en-US" sz="3000" b="1" dirty="0">
              <a:solidFill>
                <a:schemeClr val="accent1"/>
              </a:solidFill>
              <a:latin typeface="微软雅黑" pitchFamily="34" charset="-122"/>
              <a:ea typeface="微软雅黑" pitchFamily="34" charset="-122"/>
            </a:endParaRPr>
          </a:p>
        </p:txBody>
      </p:sp>
      <p:sp>
        <p:nvSpPr>
          <p:cNvPr id="25603"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round/>
            <a:headEnd/>
            <a:tailEnd/>
          </a:ln>
        </p:spPr>
        <p:txBody>
          <a:bodyPr/>
          <a:lstStyle/>
          <a:p>
            <a:endParaRPr lang="zh-CN" altLang="en-US"/>
          </a:p>
        </p:txBody>
      </p:sp>
      <p:pic>
        <p:nvPicPr>
          <p:cNvPr id="17" name="图片 16"/>
          <p:cNvPicPr/>
          <p:nvPr/>
        </p:nvPicPr>
        <p:blipFill>
          <a:blip r:embed="rId3" cstate="print"/>
          <a:srcRect/>
          <a:stretch>
            <a:fillRect/>
          </a:stretch>
        </p:blipFill>
        <p:spPr bwMode="auto">
          <a:xfrm>
            <a:off x="7178501" y="980728"/>
            <a:ext cx="4459125" cy="5328592"/>
          </a:xfrm>
          <a:prstGeom prst="rect">
            <a:avLst/>
          </a:prstGeom>
          <a:noFill/>
          <a:ln w="9525">
            <a:noFill/>
            <a:miter lim="800000"/>
            <a:headEnd/>
            <a:tailEnd/>
          </a:ln>
        </p:spPr>
      </p:pic>
      <p:sp>
        <p:nvSpPr>
          <p:cNvPr id="74754" name="Rectangle 2"/>
          <p:cNvSpPr>
            <a:spLocks noChangeArrowheads="1"/>
          </p:cNvSpPr>
          <p:nvPr/>
        </p:nvSpPr>
        <p:spPr bwMode="auto">
          <a:xfrm>
            <a:off x="0" y="0"/>
            <a:ext cx="12196763"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4753" name="Object 1"/>
          <p:cNvGraphicFramePr>
            <a:graphicFrameLocks noChangeAspect="1"/>
          </p:cNvGraphicFramePr>
          <p:nvPr/>
        </p:nvGraphicFramePr>
        <p:xfrm>
          <a:off x="901700" y="2780928"/>
          <a:ext cx="5934728" cy="3528392"/>
        </p:xfrm>
        <a:graphic>
          <a:graphicData uri="http://schemas.openxmlformats.org/presentationml/2006/ole">
            <mc:AlternateContent xmlns:mc="http://schemas.openxmlformats.org/markup-compatibility/2006">
              <mc:Choice xmlns:v="urn:schemas-microsoft-com:vml" Requires="v">
                <p:oleObj spid="_x0000_s74756" name="Visio" r:id="rId4" imgW="4181616" imgH="2476658" progId="Visio.Drawing.15">
                  <p:embed/>
                </p:oleObj>
              </mc:Choice>
              <mc:Fallback>
                <p:oleObj name="Visio" r:id="rId4" imgW="4181616" imgH="2476658" progId="Visio.Drawing.15">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1700" y="2780928"/>
                        <a:ext cx="5934728" cy="35283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矩形 20"/>
          <p:cNvSpPr/>
          <p:nvPr/>
        </p:nvSpPr>
        <p:spPr>
          <a:xfrm>
            <a:off x="478155" y="980728"/>
            <a:ext cx="3262432"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短信轰炸及其运行原理</a:t>
            </a:r>
            <a:endParaRPr lang="en-US" altLang="zh-CN" sz="2400" b="1" dirty="0" smtClean="0">
              <a:solidFill>
                <a:srgbClr val="F8F8F8"/>
              </a:solidFill>
              <a:latin typeface="+mn-ea"/>
              <a:ea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5603"/>
                                        </p:tgtEl>
                                        <p:attrNameLst>
                                          <p:attrName>style.visibility</p:attrName>
                                        </p:attrNameLst>
                                      </p:cBhvr>
                                      <p:to>
                                        <p:strVal val="visible"/>
                                      </p:to>
                                    </p:set>
                                    <p:anim calcmode="lin" valueType="num">
                                      <p:cBhvr>
                                        <p:cTn id="7" dur="300" fill="hold"/>
                                        <p:tgtEl>
                                          <p:spTgt spid="25603"/>
                                        </p:tgtEl>
                                        <p:attrNameLst>
                                          <p:attrName>ppt_w</p:attrName>
                                        </p:attrNameLst>
                                      </p:cBhvr>
                                      <p:tavLst>
                                        <p:tav tm="0">
                                          <p:val>
                                            <p:fltVal val="0"/>
                                          </p:val>
                                        </p:tav>
                                        <p:tav tm="100000">
                                          <p:val>
                                            <p:strVal val="#ppt_w"/>
                                          </p:val>
                                        </p:tav>
                                      </p:tavLst>
                                    </p:anim>
                                    <p:anim calcmode="lin" valueType="num">
                                      <p:cBhvr>
                                        <p:cTn id="8" dur="300" fill="hold"/>
                                        <p:tgtEl>
                                          <p:spTgt spid="25603"/>
                                        </p:tgtEl>
                                        <p:attrNameLst>
                                          <p:attrName>ppt_h</p:attrName>
                                        </p:attrNameLst>
                                      </p:cBhvr>
                                      <p:tavLst>
                                        <p:tav tm="0">
                                          <p:val>
                                            <p:fltVal val="0"/>
                                          </p:val>
                                        </p:tav>
                                        <p:tav tm="100000">
                                          <p:val>
                                            <p:strVal val="#ppt_h"/>
                                          </p:val>
                                        </p:tav>
                                      </p:tavLst>
                                    </p:anim>
                                    <p:anim calcmode="lin" valueType="num">
                                      <p:cBhvr>
                                        <p:cTn id="9" dur="300" fill="hold"/>
                                        <p:tgtEl>
                                          <p:spTgt spid="25603"/>
                                        </p:tgtEl>
                                        <p:attrNameLst>
                                          <p:attrName>style.rotation</p:attrName>
                                        </p:attrNameLst>
                                      </p:cBhvr>
                                      <p:tavLst>
                                        <p:tav tm="0">
                                          <p:val>
                                            <p:fltVal val="90"/>
                                          </p:val>
                                        </p:tav>
                                        <p:tav tm="100000">
                                          <p:val>
                                            <p:fltVal val="0"/>
                                          </p:val>
                                        </p:tav>
                                      </p:tavLst>
                                    </p:anim>
                                    <p:animEffect transition="in" filter="fade">
                                      <p:cBhvr>
                                        <p:cTn id="10" dur="300"/>
                                        <p:tgtEl>
                                          <p:spTgt spid="25603"/>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5602"/>
                                        </p:tgtEl>
                                        <p:attrNameLst>
                                          <p:attrName>style.visibility</p:attrName>
                                        </p:attrNameLst>
                                      </p:cBhvr>
                                      <p:to>
                                        <p:strVal val="visible"/>
                                      </p:to>
                                    </p:set>
                                    <p:anim calcmode="lin" valueType="num">
                                      <p:cBhvr>
                                        <p:cTn id="14" dur="400" fill="hold"/>
                                        <p:tgtEl>
                                          <p:spTgt spid="2560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5602"/>
                                        </p:tgtEl>
                                        <p:attrNameLst>
                                          <p:attrName>ppt_y</p:attrName>
                                        </p:attrNameLst>
                                      </p:cBhvr>
                                      <p:tavLst>
                                        <p:tav tm="0">
                                          <p:val>
                                            <p:strVal val="#ppt_y"/>
                                          </p:val>
                                        </p:tav>
                                        <p:tav tm="100000">
                                          <p:val>
                                            <p:strVal val="#ppt_y"/>
                                          </p:val>
                                        </p:tav>
                                      </p:tavLst>
                                    </p:anim>
                                    <p:anim calcmode="lin" valueType="num">
                                      <p:cBhvr>
                                        <p:cTn id="16" dur="400" fill="hold"/>
                                        <p:tgtEl>
                                          <p:spTgt spid="2560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560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5602"/>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wipe(left)">
                                      <p:cBhvr>
                                        <p:cTn id="2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autoUpdateAnimBg="0"/>
      <p:bldP spid="25603" grpId="0" animBg="1"/>
      <p:bldP spid="2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Box 27"/>
          <p:cNvSpPr txBox="1">
            <a:spLocks noChangeArrowheads="1"/>
          </p:cNvSpPr>
          <p:nvPr/>
        </p:nvSpPr>
        <p:spPr bwMode="auto">
          <a:xfrm>
            <a:off x="1012825" y="176213"/>
            <a:ext cx="4730782"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5.3 </a:t>
            </a:r>
            <a:r>
              <a:rPr lang="zh-CN" altLang="en-US" sz="3000" b="1" dirty="0" smtClean="0">
                <a:solidFill>
                  <a:schemeClr val="accent1"/>
                </a:solidFill>
                <a:latin typeface="微软雅黑" pitchFamily="34" charset="-122"/>
                <a:ea typeface="微软雅黑" pitchFamily="34" charset="-122"/>
              </a:rPr>
              <a:t>短信轰炸及其防御机制</a:t>
            </a:r>
            <a:endParaRPr lang="zh-CN" altLang="en-US" sz="3000" b="1" dirty="0">
              <a:solidFill>
                <a:schemeClr val="accent1"/>
              </a:solidFill>
              <a:latin typeface="微软雅黑" pitchFamily="34" charset="-122"/>
              <a:ea typeface="微软雅黑" pitchFamily="34" charset="-122"/>
            </a:endParaRPr>
          </a:p>
        </p:txBody>
      </p:sp>
      <p:sp>
        <p:nvSpPr>
          <p:cNvPr id="25603"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round/>
            <a:headEnd/>
            <a:tailEnd/>
          </a:ln>
        </p:spPr>
        <p:txBody>
          <a:bodyPr/>
          <a:lstStyle/>
          <a:p>
            <a:endParaRPr lang="zh-CN" altLang="en-US"/>
          </a:p>
        </p:txBody>
      </p:sp>
      <p:sp>
        <p:nvSpPr>
          <p:cNvPr id="74754" name="Rectangle 2"/>
          <p:cNvSpPr>
            <a:spLocks noChangeArrowheads="1"/>
          </p:cNvSpPr>
          <p:nvPr/>
        </p:nvSpPr>
        <p:spPr bwMode="auto">
          <a:xfrm>
            <a:off x="0" y="0"/>
            <a:ext cx="12196763"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1" name="矩形 20"/>
          <p:cNvSpPr/>
          <p:nvPr/>
        </p:nvSpPr>
        <p:spPr>
          <a:xfrm>
            <a:off x="478155" y="980728"/>
            <a:ext cx="2031325"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短信轰炸防御</a:t>
            </a:r>
            <a:endParaRPr lang="en-US" altLang="zh-CN" sz="2400" b="1" dirty="0" smtClean="0">
              <a:solidFill>
                <a:srgbClr val="F8F8F8"/>
              </a:solidFill>
              <a:latin typeface="+mn-ea"/>
              <a:ea typeface="+mn-ea"/>
            </a:endParaRPr>
          </a:p>
        </p:txBody>
      </p:sp>
      <p:sp>
        <p:nvSpPr>
          <p:cNvPr id="75780" name="Rectangle 4"/>
          <p:cNvSpPr>
            <a:spLocks noChangeArrowheads="1"/>
          </p:cNvSpPr>
          <p:nvPr/>
        </p:nvSpPr>
        <p:spPr bwMode="auto">
          <a:xfrm>
            <a:off x="0" y="0"/>
            <a:ext cx="12196763"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5779" name="Object 3"/>
          <p:cNvGraphicFramePr>
            <a:graphicFrameLocks noChangeAspect="1"/>
          </p:cNvGraphicFramePr>
          <p:nvPr/>
        </p:nvGraphicFramePr>
        <p:xfrm>
          <a:off x="4082157" y="1196752"/>
          <a:ext cx="7992888" cy="4847920"/>
        </p:xfrm>
        <a:graphic>
          <a:graphicData uri="http://schemas.openxmlformats.org/presentationml/2006/ole">
            <mc:AlternateContent xmlns:mc="http://schemas.openxmlformats.org/markup-compatibility/2006">
              <mc:Choice xmlns:v="urn:schemas-microsoft-com:vml" Requires="v">
                <p:oleObj spid="_x0000_s75782" name="Visio" r:id="rId3" imgW="7010492" imgH="4505154" progId="Visio.Drawing.15">
                  <p:embed/>
                </p:oleObj>
              </mc:Choice>
              <mc:Fallback>
                <p:oleObj name="Visio" r:id="rId3" imgW="7010492" imgH="4505154" progId="Visio.Drawing.15">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82157" y="1196752"/>
                        <a:ext cx="7992888" cy="48479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Rectangle 15"/>
          <p:cNvSpPr>
            <a:spLocks noChangeArrowheads="1"/>
          </p:cNvSpPr>
          <p:nvPr/>
        </p:nvSpPr>
        <p:spPr bwMode="auto">
          <a:xfrm>
            <a:off x="560705" y="1772816"/>
            <a:ext cx="3521452" cy="1080120"/>
          </a:xfrm>
          <a:prstGeom prst="rect">
            <a:avLst/>
          </a:prstGeom>
          <a:solidFill>
            <a:schemeClr val="tx2"/>
          </a:solidFill>
          <a:ln w="9525">
            <a:solidFill>
              <a:schemeClr val="bg2"/>
            </a:solidFill>
            <a:miter lim="800000"/>
            <a:headEnd/>
            <a:tailEnd/>
          </a:ln>
        </p:spPr>
        <p:txBody>
          <a:bodyPr/>
          <a:lstStyle/>
          <a:p>
            <a:pPr eaLnBrk="1" hangingPunct="1"/>
            <a:endParaRPr lang="zh-CN" altLang="en-US"/>
          </a:p>
        </p:txBody>
      </p:sp>
      <p:sp>
        <p:nvSpPr>
          <p:cNvPr id="11" name="Freeform 14"/>
          <p:cNvSpPr>
            <a:spLocks/>
          </p:cNvSpPr>
          <p:nvPr/>
        </p:nvSpPr>
        <p:spPr bwMode="auto">
          <a:xfrm>
            <a:off x="478155" y="1618827"/>
            <a:ext cx="82550" cy="468313"/>
          </a:xfrm>
          <a:custGeom>
            <a:avLst/>
            <a:gdLst>
              <a:gd name="T0" fmla="*/ 0 w 102"/>
              <a:gd name="T1" fmla="*/ 0 h 474"/>
              <a:gd name="T2" fmla="*/ 2147483646 w 102"/>
              <a:gd name="T3" fmla="*/ 2147483646 h 474"/>
              <a:gd name="T4" fmla="*/ 2147483646 w 102"/>
              <a:gd name="T5" fmla="*/ 2147483646 h 474"/>
              <a:gd name="T6" fmla="*/ 0 w 102"/>
              <a:gd name="T7" fmla="*/ 2147483646 h 474"/>
              <a:gd name="T8" fmla="*/ 0 w 102"/>
              <a:gd name="T9" fmla="*/ 0 h 47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474">
                <a:moveTo>
                  <a:pt x="0" y="0"/>
                </a:moveTo>
                <a:lnTo>
                  <a:pt x="102" y="108"/>
                </a:lnTo>
                <a:lnTo>
                  <a:pt x="102" y="474"/>
                </a:lnTo>
                <a:lnTo>
                  <a:pt x="0" y="366"/>
                </a:lnTo>
                <a:lnTo>
                  <a:pt x="0" y="0"/>
                </a:lnTo>
                <a:close/>
              </a:path>
            </a:pathLst>
          </a:custGeom>
          <a:solidFill>
            <a:schemeClr val="accent1"/>
          </a:solidFill>
          <a:ln w="9525">
            <a:noFill/>
            <a:round/>
            <a:headEnd/>
            <a:tailEnd/>
          </a:ln>
        </p:spPr>
        <p:txBody>
          <a:bodyPr/>
          <a:lstStyle/>
          <a:p>
            <a:endParaRPr lang="zh-CN" altLang="en-US"/>
          </a:p>
        </p:txBody>
      </p:sp>
      <p:sp>
        <p:nvSpPr>
          <p:cNvPr id="12" name="Freeform 16"/>
          <p:cNvSpPr>
            <a:spLocks/>
          </p:cNvSpPr>
          <p:nvPr/>
        </p:nvSpPr>
        <p:spPr bwMode="auto">
          <a:xfrm>
            <a:off x="478155" y="1618827"/>
            <a:ext cx="2811914" cy="361950"/>
          </a:xfrm>
          <a:custGeom>
            <a:avLst/>
            <a:gdLst>
              <a:gd name="T0" fmla="*/ 0 w 2649"/>
              <a:gd name="T1" fmla="*/ 0 h 366"/>
              <a:gd name="T2" fmla="*/ 2147483646 w 2649"/>
              <a:gd name="T3" fmla="*/ 0 h 366"/>
              <a:gd name="T4" fmla="*/ 2147483646 w 2649"/>
              <a:gd name="T5" fmla="*/ 2147483646 h 366"/>
              <a:gd name="T6" fmla="*/ 2147483646 w 2649"/>
              <a:gd name="T7" fmla="*/ 2147483646 h 366"/>
              <a:gd name="T8" fmla="*/ 0 w 2649"/>
              <a:gd name="T9" fmla="*/ 2147483646 h 366"/>
              <a:gd name="T10" fmla="*/ 0 w 2649"/>
              <a:gd name="T11" fmla="*/ 0 h 3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49" h="366">
                <a:moveTo>
                  <a:pt x="0" y="0"/>
                </a:moveTo>
                <a:lnTo>
                  <a:pt x="2649" y="0"/>
                </a:lnTo>
                <a:lnTo>
                  <a:pt x="2502" y="186"/>
                </a:lnTo>
                <a:lnTo>
                  <a:pt x="2649" y="366"/>
                </a:lnTo>
                <a:lnTo>
                  <a:pt x="0" y="366"/>
                </a:lnTo>
                <a:lnTo>
                  <a:pt x="0" y="0"/>
                </a:lnTo>
                <a:close/>
              </a:path>
            </a:pathLst>
          </a:custGeom>
          <a:solidFill>
            <a:srgbClr val="113E6A"/>
          </a:solidFill>
          <a:ln w="9525">
            <a:noFill/>
            <a:round/>
            <a:headEnd/>
            <a:tailEnd/>
          </a:ln>
        </p:spPr>
        <p:txBody>
          <a:bodyPr/>
          <a:lstStyle/>
          <a:p>
            <a:endParaRPr lang="zh-CN" altLang="en-US"/>
          </a:p>
        </p:txBody>
      </p:sp>
      <p:sp>
        <p:nvSpPr>
          <p:cNvPr id="13" name="TextBox 17"/>
          <p:cNvSpPr txBox="1">
            <a:spLocks noChangeArrowheads="1"/>
          </p:cNvSpPr>
          <p:nvPr/>
        </p:nvSpPr>
        <p:spPr bwMode="auto">
          <a:xfrm>
            <a:off x="694055" y="1610890"/>
            <a:ext cx="1955985" cy="400110"/>
          </a:xfrm>
          <a:prstGeom prst="rect">
            <a:avLst/>
          </a:prstGeom>
          <a:noFill/>
          <a:ln w="9525">
            <a:noFill/>
            <a:miter lim="800000"/>
            <a:headEnd/>
            <a:tailEnd/>
          </a:ln>
        </p:spPr>
        <p:txBody>
          <a:bodyPr wrap="none">
            <a:spAutoFit/>
          </a:bodyPr>
          <a:lstStyle/>
          <a:p>
            <a:pPr eaLnBrk="1" hangingPunct="1"/>
            <a:r>
              <a:rPr lang="zh-CN" altLang="en-US" sz="2000" dirty="0" smtClean="0">
                <a:solidFill>
                  <a:schemeClr val="accent2"/>
                </a:solidFill>
                <a:latin typeface="微软雅黑" pitchFamily="34" charset="-122"/>
                <a:ea typeface="微软雅黑" pitchFamily="34" charset="-122"/>
              </a:rPr>
              <a:t>限制</a:t>
            </a:r>
            <a:r>
              <a:rPr lang="en-US" altLang="zh-CN" sz="2000" dirty="0" smtClean="0">
                <a:solidFill>
                  <a:schemeClr val="accent2"/>
                </a:solidFill>
                <a:latin typeface="微软雅黑" pitchFamily="34" charset="-122"/>
                <a:ea typeface="微软雅黑" pitchFamily="34" charset="-122"/>
              </a:rPr>
              <a:t>IP</a:t>
            </a:r>
            <a:r>
              <a:rPr lang="zh-CN" altLang="en-US" sz="2000" dirty="0" smtClean="0">
                <a:solidFill>
                  <a:schemeClr val="accent2"/>
                </a:solidFill>
                <a:latin typeface="微软雅黑" pitchFamily="34" charset="-122"/>
                <a:ea typeface="微软雅黑" pitchFamily="34" charset="-122"/>
              </a:rPr>
              <a:t>请求次数</a:t>
            </a:r>
            <a:endParaRPr lang="zh-CN" altLang="en-US" sz="2000" dirty="0">
              <a:solidFill>
                <a:schemeClr val="accent2"/>
              </a:solidFill>
              <a:latin typeface="微软雅黑" pitchFamily="34" charset="-122"/>
              <a:ea typeface="微软雅黑" pitchFamily="34" charset="-122"/>
            </a:endParaRPr>
          </a:p>
        </p:txBody>
      </p:sp>
      <p:sp>
        <p:nvSpPr>
          <p:cNvPr id="14" name="TextBox 20"/>
          <p:cNvSpPr txBox="1">
            <a:spLocks noChangeArrowheads="1"/>
          </p:cNvSpPr>
          <p:nvPr/>
        </p:nvSpPr>
        <p:spPr bwMode="auto">
          <a:xfrm>
            <a:off x="752792" y="2066502"/>
            <a:ext cx="3185349" cy="646331"/>
          </a:xfrm>
          <a:prstGeom prst="rect">
            <a:avLst/>
          </a:prstGeom>
          <a:noFill/>
          <a:ln w="9525">
            <a:noFill/>
            <a:miter lim="800000"/>
            <a:headEnd/>
            <a:tailEnd/>
          </a:ln>
        </p:spPr>
        <p:txBody>
          <a:bodyPr wrap="square">
            <a:spAutoFit/>
          </a:bodyPr>
          <a:lstStyle/>
          <a:p>
            <a:pPr eaLnBrk="1" hangingPunct="1"/>
            <a:r>
              <a:rPr lang="zh-CN" altLang="en-US" dirty="0" smtClean="0">
                <a:solidFill>
                  <a:schemeClr val="accent1"/>
                </a:solidFill>
                <a:latin typeface="微软雅黑" pitchFamily="34" charset="-122"/>
                <a:ea typeface="微软雅黑" pitchFamily="34" charset="-122"/>
              </a:rPr>
              <a:t>对单个</a:t>
            </a:r>
            <a:r>
              <a:rPr lang="en-US" altLang="zh-CN" dirty="0" smtClean="0">
                <a:solidFill>
                  <a:schemeClr val="accent1"/>
                </a:solidFill>
                <a:latin typeface="微软雅黑" pitchFamily="34" charset="-122"/>
                <a:ea typeface="微软雅黑" pitchFamily="34" charset="-122"/>
              </a:rPr>
              <a:t>IP</a:t>
            </a:r>
            <a:r>
              <a:rPr lang="zh-CN" altLang="en-US" dirty="0" smtClean="0">
                <a:solidFill>
                  <a:schemeClr val="accent1"/>
                </a:solidFill>
                <a:latin typeface="微软雅黑" pitchFamily="34" charset="-122"/>
                <a:ea typeface="微软雅黑" pitchFamily="34" charset="-122"/>
              </a:rPr>
              <a:t>单位时间内的请求次数设定上限</a:t>
            </a:r>
            <a:endParaRPr lang="zh-CN" altLang="en-US" dirty="0">
              <a:solidFill>
                <a:schemeClr val="accent1"/>
              </a:solidFill>
              <a:latin typeface="微软雅黑" pitchFamily="34" charset="-122"/>
              <a:ea typeface="微软雅黑" pitchFamily="34" charset="-122"/>
            </a:endParaRPr>
          </a:p>
        </p:txBody>
      </p:sp>
      <p:sp>
        <p:nvSpPr>
          <p:cNvPr id="15" name="Rectangle 15"/>
          <p:cNvSpPr>
            <a:spLocks noChangeArrowheads="1"/>
          </p:cNvSpPr>
          <p:nvPr/>
        </p:nvSpPr>
        <p:spPr bwMode="auto">
          <a:xfrm>
            <a:off x="560705" y="3158877"/>
            <a:ext cx="3521452" cy="1134219"/>
          </a:xfrm>
          <a:prstGeom prst="rect">
            <a:avLst/>
          </a:prstGeom>
          <a:solidFill>
            <a:schemeClr val="tx2"/>
          </a:solidFill>
          <a:ln w="9525">
            <a:solidFill>
              <a:schemeClr val="bg2"/>
            </a:solidFill>
            <a:miter lim="800000"/>
            <a:headEnd/>
            <a:tailEnd/>
          </a:ln>
        </p:spPr>
        <p:txBody>
          <a:bodyPr/>
          <a:lstStyle/>
          <a:p>
            <a:pPr eaLnBrk="1" hangingPunct="1"/>
            <a:endParaRPr lang="zh-CN" altLang="en-US"/>
          </a:p>
        </p:txBody>
      </p:sp>
      <p:sp>
        <p:nvSpPr>
          <p:cNvPr id="16" name="Freeform 14"/>
          <p:cNvSpPr>
            <a:spLocks/>
          </p:cNvSpPr>
          <p:nvPr/>
        </p:nvSpPr>
        <p:spPr bwMode="auto">
          <a:xfrm>
            <a:off x="478155" y="3004889"/>
            <a:ext cx="82550" cy="468313"/>
          </a:xfrm>
          <a:custGeom>
            <a:avLst/>
            <a:gdLst>
              <a:gd name="T0" fmla="*/ 0 w 102"/>
              <a:gd name="T1" fmla="*/ 0 h 474"/>
              <a:gd name="T2" fmla="*/ 2147483646 w 102"/>
              <a:gd name="T3" fmla="*/ 2147483646 h 474"/>
              <a:gd name="T4" fmla="*/ 2147483646 w 102"/>
              <a:gd name="T5" fmla="*/ 2147483646 h 474"/>
              <a:gd name="T6" fmla="*/ 0 w 102"/>
              <a:gd name="T7" fmla="*/ 2147483646 h 474"/>
              <a:gd name="T8" fmla="*/ 0 w 102"/>
              <a:gd name="T9" fmla="*/ 0 h 47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474">
                <a:moveTo>
                  <a:pt x="0" y="0"/>
                </a:moveTo>
                <a:lnTo>
                  <a:pt x="102" y="108"/>
                </a:lnTo>
                <a:lnTo>
                  <a:pt x="102" y="474"/>
                </a:lnTo>
                <a:lnTo>
                  <a:pt x="0" y="366"/>
                </a:lnTo>
                <a:lnTo>
                  <a:pt x="0" y="0"/>
                </a:lnTo>
                <a:close/>
              </a:path>
            </a:pathLst>
          </a:custGeom>
          <a:solidFill>
            <a:schemeClr val="accent1"/>
          </a:solidFill>
          <a:ln w="9525">
            <a:noFill/>
            <a:round/>
            <a:headEnd/>
            <a:tailEnd/>
          </a:ln>
        </p:spPr>
        <p:txBody>
          <a:bodyPr/>
          <a:lstStyle/>
          <a:p>
            <a:endParaRPr lang="zh-CN" altLang="en-US"/>
          </a:p>
        </p:txBody>
      </p:sp>
      <p:sp>
        <p:nvSpPr>
          <p:cNvPr id="18" name="Freeform 16"/>
          <p:cNvSpPr>
            <a:spLocks/>
          </p:cNvSpPr>
          <p:nvPr/>
        </p:nvSpPr>
        <p:spPr bwMode="auto">
          <a:xfrm>
            <a:off x="478155" y="3004889"/>
            <a:ext cx="2811914" cy="361950"/>
          </a:xfrm>
          <a:custGeom>
            <a:avLst/>
            <a:gdLst>
              <a:gd name="T0" fmla="*/ 0 w 2649"/>
              <a:gd name="T1" fmla="*/ 0 h 366"/>
              <a:gd name="T2" fmla="*/ 2147483646 w 2649"/>
              <a:gd name="T3" fmla="*/ 0 h 366"/>
              <a:gd name="T4" fmla="*/ 2147483646 w 2649"/>
              <a:gd name="T5" fmla="*/ 2147483646 h 366"/>
              <a:gd name="T6" fmla="*/ 2147483646 w 2649"/>
              <a:gd name="T7" fmla="*/ 2147483646 h 366"/>
              <a:gd name="T8" fmla="*/ 0 w 2649"/>
              <a:gd name="T9" fmla="*/ 2147483646 h 366"/>
              <a:gd name="T10" fmla="*/ 0 w 2649"/>
              <a:gd name="T11" fmla="*/ 0 h 3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49" h="366">
                <a:moveTo>
                  <a:pt x="0" y="0"/>
                </a:moveTo>
                <a:lnTo>
                  <a:pt x="2649" y="0"/>
                </a:lnTo>
                <a:lnTo>
                  <a:pt x="2502" y="186"/>
                </a:lnTo>
                <a:lnTo>
                  <a:pt x="2649" y="366"/>
                </a:lnTo>
                <a:lnTo>
                  <a:pt x="0" y="366"/>
                </a:lnTo>
                <a:lnTo>
                  <a:pt x="0" y="0"/>
                </a:lnTo>
                <a:close/>
              </a:path>
            </a:pathLst>
          </a:custGeom>
          <a:solidFill>
            <a:srgbClr val="113E6A"/>
          </a:solidFill>
          <a:ln w="9525">
            <a:noFill/>
            <a:round/>
            <a:headEnd/>
            <a:tailEnd/>
          </a:ln>
        </p:spPr>
        <p:txBody>
          <a:bodyPr/>
          <a:lstStyle/>
          <a:p>
            <a:endParaRPr lang="zh-CN" altLang="en-US"/>
          </a:p>
        </p:txBody>
      </p:sp>
      <p:sp>
        <p:nvSpPr>
          <p:cNvPr id="19" name="TextBox 17"/>
          <p:cNvSpPr txBox="1">
            <a:spLocks noChangeArrowheads="1"/>
          </p:cNvSpPr>
          <p:nvPr/>
        </p:nvSpPr>
        <p:spPr bwMode="auto">
          <a:xfrm>
            <a:off x="553765" y="2996952"/>
            <a:ext cx="2749471" cy="400110"/>
          </a:xfrm>
          <a:prstGeom prst="rect">
            <a:avLst/>
          </a:prstGeom>
          <a:noFill/>
          <a:ln w="9525">
            <a:noFill/>
            <a:miter lim="800000"/>
            <a:headEnd/>
            <a:tailEnd/>
          </a:ln>
        </p:spPr>
        <p:txBody>
          <a:bodyPr wrap="none">
            <a:spAutoFit/>
          </a:bodyPr>
          <a:lstStyle/>
          <a:p>
            <a:pPr eaLnBrk="1" hangingPunct="1"/>
            <a:r>
              <a:rPr lang="zh-CN" altLang="en-US" sz="2000" dirty="0" smtClean="0">
                <a:solidFill>
                  <a:schemeClr val="accent2"/>
                </a:solidFill>
                <a:latin typeface="微软雅黑" pitchFamily="34" charset="-122"/>
                <a:ea typeface="微软雅黑" pitchFamily="34" charset="-122"/>
              </a:rPr>
              <a:t>设置短信服务间隔时长</a:t>
            </a:r>
            <a:endParaRPr lang="zh-CN" altLang="en-US" sz="2000" dirty="0">
              <a:solidFill>
                <a:schemeClr val="accent2"/>
              </a:solidFill>
              <a:latin typeface="微软雅黑" pitchFamily="34" charset="-122"/>
              <a:ea typeface="微软雅黑" pitchFamily="34" charset="-122"/>
            </a:endParaRPr>
          </a:p>
        </p:txBody>
      </p:sp>
      <p:sp>
        <p:nvSpPr>
          <p:cNvPr id="20" name="TextBox 20"/>
          <p:cNvSpPr txBox="1">
            <a:spLocks noChangeArrowheads="1"/>
          </p:cNvSpPr>
          <p:nvPr/>
        </p:nvSpPr>
        <p:spPr bwMode="auto">
          <a:xfrm>
            <a:off x="752792" y="3452564"/>
            <a:ext cx="3185349" cy="646331"/>
          </a:xfrm>
          <a:prstGeom prst="rect">
            <a:avLst/>
          </a:prstGeom>
          <a:noFill/>
          <a:ln w="9525">
            <a:noFill/>
            <a:miter lim="800000"/>
            <a:headEnd/>
            <a:tailEnd/>
          </a:ln>
        </p:spPr>
        <p:txBody>
          <a:bodyPr wrap="square">
            <a:spAutoFit/>
          </a:bodyPr>
          <a:lstStyle/>
          <a:p>
            <a:pPr eaLnBrk="1" hangingPunct="1"/>
            <a:r>
              <a:rPr lang="zh-CN" altLang="en-US" dirty="0" smtClean="0">
                <a:solidFill>
                  <a:schemeClr val="accent1"/>
                </a:solidFill>
                <a:latin typeface="微软雅黑" pitchFamily="34" charset="-122"/>
                <a:ea typeface="微软雅黑" pitchFamily="34" charset="-122"/>
              </a:rPr>
              <a:t>当客户端发起一次请求时须间隔一段时间才可以再次请求</a:t>
            </a:r>
            <a:endParaRPr lang="zh-CN" altLang="en-US" dirty="0">
              <a:solidFill>
                <a:schemeClr val="accent1"/>
              </a:solidFill>
              <a:latin typeface="微软雅黑" pitchFamily="34" charset="-122"/>
              <a:ea typeface="微软雅黑" pitchFamily="34" charset="-122"/>
            </a:endParaRPr>
          </a:p>
        </p:txBody>
      </p:sp>
      <p:sp>
        <p:nvSpPr>
          <p:cNvPr id="22" name="Rectangle 15"/>
          <p:cNvSpPr>
            <a:spLocks noChangeArrowheads="1"/>
          </p:cNvSpPr>
          <p:nvPr/>
        </p:nvSpPr>
        <p:spPr bwMode="auto">
          <a:xfrm>
            <a:off x="560705" y="4591100"/>
            <a:ext cx="3521452" cy="1366837"/>
          </a:xfrm>
          <a:prstGeom prst="rect">
            <a:avLst/>
          </a:prstGeom>
          <a:solidFill>
            <a:schemeClr val="tx2"/>
          </a:solidFill>
          <a:ln w="9525">
            <a:solidFill>
              <a:schemeClr val="bg2"/>
            </a:solidFill>
            <a:miter lim="800000"/>
            <a:headEnd/>
            <a:tailEnd/>
          </a:ln>
        </p:spPr>
        <p:txBody>
          <a:bodyPr/>
          <a:lstStyle/>
          <a:p>
            <a:pPr eaLnBrk="1" hangingPunct="1"/>
            <a:endParaRPr lang="zh-CN" altLang="en-US"/>
          </a:p>
        </p:txBody>
      </p:sp>
      <p:sp>
        <p:nvSpPr>
          <p:cNvPr id="23" name="Freeform 14"/>
          <p:cNvSpPr>
            <a:spLocks/>
          </p:cNvSpPr>
          <p:nvPr/>
        </p:nvSpPr>
        <p:spPr bwMode="auto">
          <a:xfrm>
            <a:off x="478155" y="4437112"/>
            <a:ext cx="82550" cy="468313"/>
          </a:xfrm>
          <a:custGeom>
            <a:avLst/>
            <a:gdLst>
              <a:gd name="T0" fmla="*/ 0 w 102"/>
              <a:gd name="T1" fmla="*/ 0 h 474"/>
              <a:gd name="T2" fmla="*/ 2147483646 w 102"/>
              <a:gd name="T3" fmla="*/ 2147483646 h 474"/>
              <a:gd name="T4" fmla="*/ 2147483646 w 102"/>
              <a:gd name="T5" fmla="*/ 2147483646 h 474"/>
              <a:gd name="T6" fmla="*/ 0 w 102"/>
              <a:gd name="T7" fmla="*/ 2147483646 h 474"/>
              <a:gd name="T8" fmla="*/ 0 w 102"/>
              <a:gd name="T9" fmla="*/ 0 h 47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474">
                <a:moveTo>
                  <a:pt x="0" y="0"/>
                </a:moveTo>
                <a:lnTo>
                  <a:pt x="102" y="108"/>
                </a:lnTo>
                <a:lnTo>
                  <a:pt x="102" y="474"/>
                </a:lnTo>
                <a:lnTo>
                  <a:pt x="0" y="366"/>
                </a:lnTo>
                <a:lnTo>
                  <a:pt x="0" y="0"/>
                </a:lnTo>
                <a:close/>
              </a:path>
            </a:pathLst>
          </a:custGeom>
          <a:solidFill>
            <a:schemeClr val="accent1"/>
          </a:solidFill>
          <a:ln w="9525">
            <a:noFill/>
            <a:round/>
            <a:headEnd/>
            <a:tailEnd/>
          </a:ln>
        </p:spPr>
        <p:txBody>
          <a:bodyPr/>
          <a:lstStyle/>
          <a:p>
            <a:endParaRPr lang="zh-CN" altLang="en-US"/>
          </a:p>
        </p:txBody>
      </p:sp>
      <p:sp>
        <p:nvSpPr>
          <p:cNvPr id="24" name="Freeform 16"/>
          <p:cNvSpPr>
            <a:spLocks/>
          </p:cNvSpPr>
          <p:nvPr/>
        </p:nvSpPr>
        <p:spPr bwMode="auto">
          <a:xfrm>
            <a:off x="478155" y="4437112"/>
            <a:ext cx="2811914" cy="361950"/>
          </a:xfrm>
          <a:custGeom>
            <a:avLst/>
            <a:gdLst>
              <a:gd name="T0" fmla="*/ 0 w 2649"/>
              <a:gd name="T1" fmla="*/ 0 h 366"/>
              <a:gd name="T2" fmla="*/ 2147483646 w 2649"/>
              <a:gd name="T3" fmla="*/ 0 h 366"/>
              <a:gd name="T4" fmla="*/ 2147483646 w 2649"/>
              <a:gd name="T5" fmla="*/ 2147483646 h 366"/>
              <a:gd name="T6" fmla="*/ 2147483646 w 2649"/>
              <a:gd name="T7" fmla="*/ 2147483646 h 366"/>
              <a:gd name="T8" fmla="*/ 0 w 2649"/>
              <a:gd name="T9" fmla="*/ 2147483646 h 366"/>
              <a:gd name="T10" fmla="*/ 0 w 2649"/>
              <a:gd name="T11" fmla="*/ 0 h 3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49" h="366">
                <a:moveTo>
                  <a:pt x="0" y="0"/>
                </a:moveTo>
                <a:lnTo>
                  <a:pt x="2649" y="0"/>
                </a:lnTo>
                <a:lnTo>
                  <a:pt x="2502" y="186"/>
                </a:lnTo>
                <a:lnTo>
                  <a:pt x="2649" y="366"/>
                </a:lnTo>
                <a:lnTo>
                  <a:pt x="0" y="366"/>
                </a:lnTo>
                <a:lnTo>
                  <a:pt x="0" y="0"/>
                </a:lnTo>
                <a:close/>
              </a:path>
            </a:pathLst>
          </a:custGeom>
          <a:solidFill>
            <a:srgbClr val="113E6A"/>
          </a:solidFill>
          <a:ln w="9525">
            <a:noFill/>
            <a:round/>
            <a:headEnd/>
            <a:tailEnd/>
          </a:ln>
        </p:spPr>
        <p:txBody>
          <a:bodyPr/>
          <a:lstStyle/>
          <a:p>
            <a:endParaRPr lang="zh-CN" altLang="en-US"/>
          </a:p>
        </p:txBody>
      </p:sp>
      <p:sp>
        <p:nvSpPr>
          <p:cNvPr id="25" name="TextBox 17"/>
          <p:cNvSpPr txBox="1">
            <a:spLocks noChangeArrowheads="1"/>
          </p:cNvSpPr>
          <p:nvPr/>
        </p:nvSpPr>
        <p:spPr bwMode="auto">
          <a:xfrm>
            <a:off x="694055" y="4437112"/>
            <a:ext cx="2236510" cy="400110"/>
          </a:xfrm>
          <a:prstGeom prst="rect">
            <a:avLst/>
          </a:prstGeom>
          <a:noFill/>
          <a:ln w="9525">
            <a:noFill/>
            <a:miter lim="800000"/>
            <a:headEnd/>
            <a:tailEnd/>
          </a:ln>
        </p:spPr>
        <p:txBody>
          <a:bodyPr wrap="none">
            <a:spAutoFit/>
          </a:bodyPr>
          <a:lstStyle/>
          <a:p>
            <a:pPr eaLnBrk="1" hangingPunct="1"/>
            <a:r>
              <a:rPr lang="zh-CN" altLang="en-US" sz="2000" dirty="0" smtClean="0">
                <a:solidFill>
                  <a:schemeClr val="accent2"/>
                </a:solidFill>
                <a:latin typeface="微软雅黑" pitchFamily="34" charset="-122"/>
                <a:ea typeface="微软雅黑" pitchFamily="34" charset="-122"/>
              </a:rPr>
              <a:t>双端加密验证策略</a:t>
            </a:r>
            <a:endParaRPr lang="zh-CN" altLang="en-US" sz="2000" dirty="0">
              <a:solidFill>
                <a:schemeClr val="accent2"/>
              </a:solidFill>
              <a:latin typeface="微软雅黑" pitchFamily="34" charset="-122"/>
              <a:ea typeface="微软雅黑" pitchFamily="34" charset="-122"/>
            </a:endParaRPr>
          </a:p>
        </p:txBody>
      </p:sp>
      <p:sp>
        <p:nvSpPr>
          <p:cNvPr id="26" name="TextBox 20"/>
          <p:cNvSpPr txBox="1">
            <a:spLocks noChangeArrowheads="1"/>
          </p:cNvSpPr>
          <p:nvPr/>
        </p:nvSpPr>
        <p:spPr bwMode="auto">
          <a:xfrm>
            <a:off x="752792" y="4869160"/>
            <a:ext cx="3329365" cy="923330"/>
          </a:xfrm>
          <a:prstGeom prst="rect">
            <a:avLst/>
          </a:prstGeom>
          <a:noFill/>
          <a:ln w="9525">
            <a:noFill/>
            <a:miter lim="800000"/>
            <a:headEnd/>
            <a:tailEnd/>
          </a:ln>
        </p:spPr>
        <p:txBody>
          <a:bodyPr wrap="square">
            <a:spAutoFit/>
          </a:bodyPr>
          <a:lstStyle/>
          <a:p>
            <a:pPr eaLnBrk="1" hangingPunct="1"/>
            <a:r>
              <a:rPr lang="zh-CN" altLang="en-US" dirty="0" smtClean="0">
                <a:solidFill>
                  <a:schemeClr val="accent1"/>
                </a:solidFill>
                <a:latin typeface="微软雅黑" pitchFamily="34" charset="-122"/>
                <a:ea typeface="微软雅黑" pitchFamily="34" charset="-122"/>
              </a:rPr>
              <a:t>客户端和服务端采用相同的加密策略，每次请求时携带不同的验证信息进行数据校验</a:t>
            </a:r>
            <a:endParaRPr lang="zh-CN" altLang="en-US" dirty="0">
              <a:solidFill>
                <a:schemeClr val="accent1"/>
              </a:solidFill>
              <a:latin typeface="微软雅黑" pitchFamily="34" charset="-122"/>
              <a:ea typeface="微软雅黑" pitchFamily="34"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5603"/>
                                        </p:tgtEl>
                                        <p:attrNameLst>
                                          <p:attrName>style.visibility</p:attrName>
                                        </p:attrNameLst>
                                      </p:cBhvr>
                                      <p:to>
                                        <p:strVal val="visible"/>
                                      </p:to>
                                    </p:set>
                                    <p:anim calcmode="lin" valueType="num">
                                      <p:cBhvr>
                                        <p:cTn id="7" dur="300" fill="hold"/>
                                        <p:tgtEl>
                                          <p:spTgt spid="25603"/>
                                        </p:tgtEl>
                                        <p:attrNameLst>
                                          <p:attrName>ppt_w</p:attrName>
                                        </p:attrNameLst>
                                      </p:cBhvr>
                                      <p:tavLst>
                                        <p:tav tm="0">
                                          <p:val>
                                            <p:fltVal val="0"/>
                                          </p:val>
                                        </p:tav>
                                        <p:tav tm="100000">
                                          <p:val>
                                            <p:strVal val="#ppt_w"/>
                                          </p:val>
                                        </p:tav>
                                      </p:tavLst>
                                    </p:anim>
                                    <p:anim calcmode="lin" valueType="num">
                                      <p:cBhvr>
                                        <p:cTn id="8" dur="300" fill="hold"/>
                                        <p:tgtEl>
                                          <p:spTgt spid="25603"/>
                                        </p:tgtEl>
                                        <p:attrNameLst>
                                          <p:attrName>ppt_h</p:attrName>
                                        </p:attrNameLst>
                                      </p:cBhvr>
                                      <p:tavLst>
                                        <p:tav tm="0">
                                          <p:val>
                                            <p:fltVal val="0"/>
                                          </p:val>
                                        </p:tav>
                                        <p:tav tm="100000">
                                          <p:val>
                                            <p:strVal val="#ppt_h"/>
                                          </p:val>
                                        </p:tav>
                                      </p:tavLst>
                                    </p:anim>
                                    <p:anim calcmode="lin" valueType="num">
                                      <p:cBhvr>
                                        <p:cTn id="9" dur="300" fill="hold"/>
                                        <p:tgtEl>
                                          <p:spTgt spid="25603"/>
                                        </p:tgtEl>
                                        <p:attrNameLst>
                                          <p:attrName>style.rotation</p:attrName>
                                        </p:attrNameLst>
                                      </p:cBhvr>
                                      <p:tavLst>
                                        <p:tav tm="0">
                                          <p:val>
                                            <p:fltVal val="90"/>
                                          </p:val>
                                        </p:tav>
                                        <p:tav tm="100000">
                                          <p:val>
                                            <p:fltVal val="0"/>
                                          </p:val>
                                        </p:tav>
                                      </p:tavLst>
                                    </p:anim>
                                    <p:animEffect transition="in" filter="fade">
                                      <p:cBhvr>
                                        <p:cTn id="10" dur="300"/>
                                        <p:tgtEl>
                                          <p:spTgt spid="25603"/>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5602"/>
                                        </p:tgtEl>
                                        <p:attrNameLst>
                                          <p:attrName>style.visibility</p:attrName>
                                        </p:attrNameLst>
                                      </p:cBhvr>
                                      <p:to>
                                        <p:strVal val="visible"/>
                                      </p:to>
                                    </p:set>
                                    <p:anim calcmode="lin" valueType="num">
                                      <p:cBhvr>
                                        <p:cTn id="14" dur="400" fill="hold"/>
                                        <p:tgtEl>
                                          <p:spTgt spid="2560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5602"/>
                                        </p:tgtEl>
                                        <p:attrNameLst>
                                          <p:attrName>ppt_y</p:attrName>
                                        </p:attrNameLst>
                                      </p:cBhvr>
                                      <p:tavLst>
                                        <p:tav tm="0">
                                          <p:val>
                                            <p:strVal val="#ppt_y"/>
                                          </p:val>
                                        </p:tav>
                                        <p:tav tm="100000">
                                          <p:val>
                                            <p:strVal val="#ppt_y"/>
                                          </p:val>
                                        </p:tav>
                                      </p:tavLst>
                                    </p:anim>
                                    <p:anim calcmode="lin" valueType="num">
                                      <p:cBhvr>
                                        <p:cTn id="16" dur="400" fill="hold"/>
                                        <p:tgtEl>
                                          <p:spTgt spid="2560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560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5602"/>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wipe(left)">
                                      <p:cBhvr>
                                        <p:cTn id="21" dur="500"/>
                                        <p:tgtEl>
                                          <p:spTgt spid="21"/>
                                        </p:tgtEl>
                                      </p:cBhvr>
                                    </p:animEffect>
                                  </p:childTnLst>
                                </p:cTn>
                              </p:par>
                              <p:par>
                                <p:cTn id="22" presetID="2" presetClass="entr" presetSubtype="6" fill="hold" grpId="0" nodeType="withEffect">
                                  <p:stCondLst>
                                    <p:cond delay="200"/>
                                  </p:stCondLst>
                                  <p:childTnLst>
                                    <p:set>
                                      <p:cBhvr>
                                        <p:cTn id="23" dur="1" fill="hold">
                                          <p:stCondLst>
                                            <p:cond delay="0"/>
                                          </p:stCondLst>
                                        </p:cTn>
                                        <p:tgtEl>
                                          <p:spTgt spid="10"/>
                                        </p:tgtEl>
                                        <p:attrNameLst>
                                          <p:attrName>style.visibility</p:attrName>
                                        </p:attrNameLst>
                                      </p:cBhvr>
                                      <p:to>
                                        <p:strVal val="visible"/>
                                      </p:to>
                                    </p:set>
                                    <p:anim calcmode="lin" valueType="num">
                                      <p:cBhvr additive="base">
                                        <p:cTn id="24" dur="500" fill="hold"/>
                                        <p:tgtEl>
                                          <p:spTgt spid="10"/>
                                        </p:tgtEl>
                                        <p:attrNameLst>
                                          <p:attrName>ppt_x</p:attrName>
                                        </p:attrNameLst>
                                      </p:cBhvr>
                                      <p:tavLst>
                                        <p:tav tm="0">
                                          <p:val>
                                            <p:strVal val="1+#ppt_w/2"/>
                                          </p:val>
                                        </p:tav>
                                        <p:tav tm="100000">
                                          <p:val>
                                            <p:strVal val="#ppt_x"/>
                                          </p:val>
                                        </p:tav>
                                      </p:tavLst>
                                    </p:anim>
                                    <p:anim calcmode="lin" valueType="num">
                                      <p:cBhvr additive="base">
                                        <p:cTn id="25" dur="500" fill="hold"/>
                                        <p:tgtEl>
                                          <p:spTgt spid="10"/>
                                        </p:tgtEl>
                                        <p:attrNameLst>
                                          <p:attrName>ppt_y</p:attrName>
                                        </p:attrNameLst>
                                      </p:cBhvr>
                                      <p:tavLst>
                                        <p:tav tm="0">
                                          <p:val>
                                            <p:strVal val="1+#ppt_h/2"/>
                                          </p:val>
                                        </p:tav>
                                        <p:tav tm="100000">
                                          <p:val>
                                            <p:strVal val="#ppt_y"/>
                                          </p:val>
                                        </p:tav>
                                      </p:tavLst>
                                    </p:anim>
                                  </p:childTnLst>
                                </p:cTn>
                              </p:par>
                            </p:childTnLst>
                          </p:cTn>
                        </p:par>
                        <p:par>
                          <p:cTn id="26" fill="hold">
                            <p:stCondLst>
                              <p:cond delay="1180"/>
                            </p:stCondLst>
                            <p:childTnLst>
                              <p:par>
                                <p:cTn id="27" presetID="22" presetClass="entr" presetSubtype="2" fill="hold" grpId="0" nodeType="after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right)">
                                      <p:cBhvr>
                                        <p:cTn id="29" dur="300"/>
                                        <p:tgtEl>
                                          <p:spTgt spid="11"/>
                                        </p:tgtEl>
                                      </p:cBhvr>
                                    </p:animEffect>
                                  </p:childTnLst>
                                </p:cTn>
                              </p:par>
                            </p:childTnLst>
                          </p:cTn>
                        </p:par>
                        <p:par>
                          <p:cTn id="30" fill="hold">
                            <p:stCondLst>
                              <p:cond delay="1480"/>
                            </p:stCondLst>
                            <p:childTnLst>
                              <p:par>
                                <p:cTn id="31" presetID="22" presetClass="entr" presetSubtype="8" fill="hold" grpId="0"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left)">
                                      <p:cBhvr>
                                        <p:cTn id="33" dur="500"/>
                                        <p:tgtEl>
                                          <p:spTgt spid="12"/>
                                        </p:tgtEl>
                                      </p:cBhvr>
                                    </p:animEffect>
                                  </p:childTnLst>
                                </p:cTn>
                              </p:par>
                            </p:childTnLst>
                          </p:cTn>
                        </p:par>
                        <p:par>
                          <p:cTn id="34" fill="hold">
                            <p:stCondLst>
                              <p:cond delay="1980"/>
                            </p:stCondLst>
                            <p:childTnLst>
                              <p:par>
                                <p:cTn id="35" presetID="31" presetClass="entr" presetSubtype="0" fill="hold" grpId="0" nodeType="after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p:cTn id="37" dur="300" fill="hold"/>
                                        <p:tgtEl>
                                          <p:spTgt spid="13"/>
                                        </p:tgtEl>
                                        <p:attrNameLst>
                                          <p:attrName>ppt_w</p:attrName>
                                        </p:attrNameLst>
                                      </p:cBhvr>
                                      <p:tavLst>
                                        <p:tav tm="0">
                                          <p:val>
                                            <p:fltVal val="0"/>
                                          </p:val>
                                        </p:tav>
                                        <p:tav tm="100000">
                                          <p:val>
                                            <p:strVal val="#ppt_w"/>
                                          </p:val>
                                        </p:tav>
                                      </p:tavLst>
                                    </p:anim>
                                    <p:anim calcmode="lin" valueType="num">
                                      <p:cBhvr>
                                        <p:cTn id="38" dur="300" fill="hold"/>
                                        <p:tgtEl>
                                          <p:spTgt spid="13"/>
                                        </p:tgtEl>
                                        <p:attrNameLst>
                                          <p:attrName>ppt_h</p:attrName>
                                        </p:attrNameLst>
                                      </p:cBhvr>
                                      <p:tavLst>
                                        <p:tav tm="0">
                                          <p:val>
                                            <p:fltVal val="0"/>
                                          </p:val>
                                        </p:tav>
                                        <p:tav tm="100000">
                                          <p:val>
                                            <p:strVal val="#ppt_h"/>
                                          </p:val>
                                        </p:tav>
                                      </p:tavLst>
                                    </p:anim>
                                    <p:anim calcmode="lin" valueType="num">
                                      <p:cBhvr>
                                        <p:cTn id="39" dur="300" fill="hold"/>
                                        <p:tgtEl>
                                          <p:spTgt spid="13"/>
                                        </p:tgtEl>
                                        <p:attrNameLst>
                                          <p:attrName>style.rotation</p:attrName>
                                        </p:attrNameLst>
                                      </p:cBhvr>
                                      <p:tavLst>
                                        <p:tav tm="0">
                                          <p:val>
                                            <p:fltVal val="90"/>
                                          </p:val>
                                        </p:tav>
                                        <p:tav tm="100000">
                                          <p:val>
                                            <p:fltVal val="0"/>
                                          </p:val>
                                        </p:tav>
                                      </p:tavLst>
                                    </p:anim>
                                    <p:animEffect transition="in" filter="fade">
                                      <p:cBhvr>
                                        <p:cTn id="40" dur="300"/>
                                        <p:tgtEl>
                                          <p:spTgt spid="13"/>
                                        </p:tgtEl>
                                      </p:cBhvr>
                                    </p:animEffect>
                                  </p:childTnLst>
                                </p:cTn>
                              </p:par>
                            </p:childTnLst>
                          </p:cTn>
                        </p:par>
                        <p:par>
                          <p:cTn id="41" fill="hold">
                            <p:stCondLst>
                              <p:cond delay="2280"/>
                            </p:stCondLst>
                            <p:childTnLst>
                              <p:par>
                                <p:cTn id="42" presetID="22" presetClass="entr" presetSubtype="1" fill="hold" grpId="0" nodeType="after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wipe(up)">
                                      <p:cBhvr>
                                        <p:cTn id="44" dur="500"/>
                                        <p:tgtEl>
                                          <p:spTgt spid="14"/>
                                        </p:tgtEl>
                                      </p:cBhvr>
                                    </p:animEffect>
                                  </p:childTnLst>
                                </p:cTn>
                              </p:par>
                              <p:par>
                                <p:cTn id="45" presetID="2" presetClass="entr" presetSubtype="6" fill="hold" grpId="0" nodeType="withEffect">
                                  <p:stCondLst>
                                    <p:cond delay="20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500" fill="hold"/>
                                        <p:tgtEl>
                                          <p:spTgt spid="15"/>
                                        </p:tgtEl>
                                        <p:attrNameLst>
                                          <p:attrName>ppt_x</p:attrName>
                                        </p:attrNameLst>
                                      </p:cBhvr>
                                      <p:tavLst>
                                        <p:tav tm="0">
                                          <p:val>
                                            <p:strVal val="1+#ppt_w/2"/>
                                          </p:val>
                                        </p:tav>
                                        <p:tav tm="100000">
                                          <p:val>
                                            <p:strVal val="#ppt_x"/>
                                          </p:val>
                                        </p:tav>
                                      </p:tavLst>
                                    </p:anim>
                                    <p:anim calcmode="lin" valueType="num">
                                      <p:cBhvr additive="base">
                                        <p:cTn id="48" dur="500" fill="hold"/>
                                        <p:tgtEl>
                                          <p:spTgt spid="15"/>
                                        </p:tgtEl>
                                        <p:attrNameLst>
                                          <p:attrName>ppt_y</p:attrName>
                                        </p:attrNameLst>
                                      </p:cBhvr>
                                      <p:tavLst>
                                        <p:tav tm="0">
                                          <p:val>
                                            <p:strVal val="1+#ppt_h/2"/>
                                          </p:val>
                                        </p:tav>
                                        <p:tav tm="100000">
                                          <p:val>
                                            <p:strVal val="#ppt_y"/>
                                          </p:val>
                                        </p:tav>
                                      </p:tavLst>
                                    </p:anim>
                                  </p:childTnLst>
                                </p:cTn>
                              </p:par>
                            </p:childTnLst>
                          </p:cTn>
                        </p:par>
                        <p:par>
                          <p:cTn id="49" fill="hold">
                            <p:stCondLst>
                              <p:cond delay="2980"/>
                            </p:stCondLst>
                            <p:childTnLst>
                              <p:par>
                                <p:cTn id="50" presetID="22" presetClass="entr" presetSubtype="2"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wipe(right)">
                                      <p:cBhvr>
                                        <p:cTn id="52" dur="300"/>
                                        <p:tgtEl>
                                          <p:spTgt spid="16"/>
                                        </p:tgtEl>
                                      </p:cBhvr>
                                    </p:animEffect>
                                  </p:childTnLst>
                                </p:cTn>
                              </p:par>
                            </p:childTnLst>
                          </p:cTn>
                        </p:par>
                        <p:par>
                          <p:cTn id="53" fill="hold">
                            <p:stCondLst>
                              <p:cond delay="3280"/>
                            </p:stCondLst>
                            <p:childTnLst>
                              <p:par>
                                <p:cTn id="54" presetID="22" presetClass="entr" presetSubtype="8" fill="hold" grpId="0" nodeType="after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wipe(left)">
                                      <p:cBhvr>
                                        <p:cTn id="56" dur="500"/>
                                        <p:tgtEl>
                                          <p:spTgt spid="18"/>
                                        </p:tgtEl>
                                      </p:cBhvr>
                                    </p:animEffect>
                                  </p:childTnLst>
                                </p:cTn>
                              </p:par>
                            </p:childTnLst>
                          </p:cTn>
                        </p:par>
                        <p:par>
                          <p:cTn id="57" fill="hold">
                            <p:stCondLst>
                              <p:cond delay="3780"/>
                            </p:stCondLst>
                            <p:childTnLst>
                              <p:par>
                                <p:cTn id="58" presetID="31" presetClass="entr" presetSubtype="0" fill="hold" grpId="0" nodeType="afterEffect">
                                  <p:stCondLst>
                                    <p:cond delay="0"/>
                                  </p:stCondLst>
                                  <p:childTnLst>
                                    <p:set>
                                      <p:cBhvr>
                                        <p:cTn id="59" dur="1" fill="hold">
                                          <p:stCondLst>
                                            <p:cond delay="0"/>
                                          </p:stCondLst>
                                        </p:cTn>
                                        <p:tgtEl>
                                          <p:spTgt spid="19"/>
                                        </p:tgtEl>
                                        <p:attrNameLst>
                                          <p:attrName>style.visibility</p:attrName>
                                        </p:attrNameLst>
                                      </p:cBhvr>
                                      <p:to>
                                        <p:strVal val="visible"/>
                                      </p:to>
                                    </p:set>
                                    <p:anim calcmode="lin" valueType="num">
                                      <p:cBhvr>
                                        <p:cTn id="60" dur="300" fill="hold"/>
                                        <p:tgtEl>
                                          <p:spTgt spid="19"/>
                                        </p:tgtEl>
                                        <p:attrNameLst>
                                          <p:attrName>ppt_w</p:attrName>
                                        </p:attrNameLst>
                                      </p:cBhvr>
                                      <p:tavLst>
                                        <p:tav tm="0">
                                          <p:val>
                                            <p:fltVal val="0"/>
                                          </p:val>
                                        </p:tav>
                                        <p:tav tm="100000">
                                          <p:val>
                                            <p:strVal val="#ppt_w"/>
                                          </p:val>
                                        </p:tav>
                                      </p:tavLst>
                                    </p:anim>
                                    <p:anim calcmode="lin" valueType="num">
                                      <p:cBhvr>
                                        <p:cTn id="61" dur="300" fill="hold"/>
                                        <p:tgtEl>
                                          <p:spTgt spid="19"/>
                                        </p:tgtEl>
                                        <p:attrNameLst>
                                          <p:attrName>ppt_h</p:attrName>
                                        </p:attrNameLst>
                                      </p:cBhvr>
                                      <p:tavLst>
                                        <p:tav tm="0">
                                          <p:val>
                                            <p:fltVal val="0"/>
                                          </p:val>
                                        </p:tav>
                                        <p:tav tm="100000">
                                          <p:val>
                                            <p:strVal val="#ppt_h"/>
                                          </p:val>
                                        </p:tav>
                                      </p:tavLst>
                                    </p:anim>
                                    <p:anim calcmode="lin" valueType="num">
                                      <p:cBhvr>
                                        <p:cTn id="62" dur="300" fill="hold"/>
                                        <p:tgtEl>
                                          <p:spTgt spid="19"/>
                                        </p:tgtEl>
                                        <p:attrNameLst>
                                          <p:attrName>style.rotation</p:attrName>
                                        </p:attrNameLst>
                                      </p:cBhvr>
                                      <p:tavLst>
                                        <p:tav tm="0">
                                          <p:val>
                                            <p:fltVal val="90"/>
                                          </p:val>
                                        </p:tav>
                                        <p:tav tm="100000">
                                          <p:val>
                                            <p:fltVal val="0"/>
                                          </p:val>
                                        </p:tav>
                                      </p:tavLst>
                                    </p:anim>
                                    <p:animEffect transition="in" filter="fade">
                                      <p:cBhvr>
                                        <p:cTn id="63" dur="300"/>
                                        <p:tgtEl>
                                          <p:spTgt spid="19"/>
                                        </p:tgtEl>
                                      </p:cBhvr>
                                    </p:animEffect>
                                  </p:childTnLst>
                                </p:cTn>
                              </p:par>
                            </p:childTnLst>
                          </p:cTn>
                        </p:par>
                        <p:par>
                          <p:cTn id="64" fill="hold">
                            <p:stCondLst>
                              <p:cond delay="4080"/>
                            </p:stCondLst>
                            <p:childTnLst>
                              <p:par>
                                <p:cTn id="65" presetID="22" presetClass="entr" presetSubtype="1" fill="hold" grpId="0" nodeType="after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wipe(up)">
                                      <p:cBhvr>
                                        <p:cTn id="67" dur="500"/>
                                        <p:tgtEl>
                                          <p:spTgt spid="20"/>
                                        </p:tgtEl>
                                      </p:cBhvr>
                                    </p:animEffect>
                                  </p:childTnLst>
                                </p:cTn>
                              </p:par>
                              <p:par>
                                <p:cTn id="68" presetID="2" presetClass="entr" presetSubtype="6" fill="hold" grpId="0" nodeType="withEffect">
                                  <p:stCondLst>
                                    <p:cond delay="200"/>
                                  </p:stCondLst>
                                  <p:childTnLst>
                                    <p:set>
                                      <p:cBhvr>
                                        <p:cTn id="69" dur="1" fill="hold">
                                          <p:stCondLst>
                                            <p:cond delay="0"/>
                                          </p:stCondLst>
                                        </p:cTn>
                                        <p:tgtEl>
                                          <p:spTgt spid="22"/>
                                        </p:tgtEl>
                                        <p:attrNameLst>
                                          <p:attrName>style.visibility</p:attrName>
                                        </p:attrNameLst>
                                      </p:cBhvr>
                                      <p:to>
                                        <p:strVal val="visible"/>
                                      </p:to>
                                    </p:set>
                                    <p:anim calcmode="lin" valueType="num">
                                      <p:cBhvr additive="base">
                                        <p:cTn id="70" dur="500" fill="hold"/>
                                        <p:tgtEl>
                                          <p:spTgt spid="22"/>
                                        </p:tgtEl>
                                        <p:attrNameLst>
                                          <p:attrName>ppt_x</p:attrName>
                                        </p:attrNameLst>
                                      </p:cBhvr>
                                      <p:tavLst>
                                        <p:tav tm="0">
                                          <p:val>
                                            <p:strVal val="1+#ppt_w/2"/>
                                          </p:val>
                                        </p:tav>
                                        <p:tav tm="100000">
                                          <p:val>
                                            <p:strVal val="#ppt_x"/>
                                          </p:val>
                                        </p:tav>
                                      </p:tavLst>
                                    </p:anim>
                                    <p:anim calcmode="lin" valueType="num">
                                      <p:cBhvr additive="base">
                                        <p:cTn id="71" dur="500" fill="hold"/>
                                        <p:tgtEl>
                                          <p:spTgt spid="22"/>
                                        </p:tgtEl>
                                        <p:attrNameLst>
                                          <p:attrName>ppt_y</p:attrName>
                                        </p:attrNameLst>
                                      </p:cBhvr>
                                      <p:tavLst>
                                        <p:tav tm="0">
                                          <p:val>
                                            <p:strVal val="1+#ppt_h/2"/>
                                          </p:val>
                                        </p:tav>
                                        <p:tav tm="100000">
                                          <p:val>
                                            <p:strVal val="#ppt_y"/>
                                          </p:val>
                                        </p:tav>
                                      </p:tavLst>
                                    </p:anim>
                                  </p:childTnLst>
                                </p:cTn>
                              </p:par>
                            </p:childTnLst>
                          </p:cTn>
                        </p:par>
                        <p:par>
                          <p:cTn id="72" fill="hold">
                            <p:stCondLst>
                              <p:cond delay="4780"/>
                            </p:stCondLst>
                            <p:childTnLst>
                              <p:par>
                                <p:cTn id="73" presetID="22" presetClass="entr" presetSubtype="2" fill="hold" grpId="0" nodeType="afterEffect">
                                  <p:stCondLst>
                                    <p:cond delay="0"/>
                                  </p:stCondLst>
                                  <p:childTnLst>
                                    <p:set>
                                      <p:cBhvr>
                                        <p:cTn id="74" dur="1" fill="hold">
                                          <p:stCondLst>
                                            <p:cond delay="0"/>
                                          </p:stCondLst>
                                        </p:cTn>
                                        <p:tgtEl>
                                          <p:spTgt spid="23"/>
                                        </p:tgtEl>
                                        <p:attrNameLst>
                                          <p:attrName>style.visibility</p:attrName>
                                        </p:attrNameLst>
                                      </p:cBhvr>
                                      <p:to>
                                        <p:strVal val="visible"/>
                                      </p:to>
                                    </p:set>
                                    <p:animEffect transition="in" filter="wipe(right)">
                                      <p:cBhvr>
                                        <p:cTn id="75" dur="300"/>
                                        <p:tgtEl>
                                          <p:spTgt spid="23"/>
                                        </p:tgtEl>
                                      </p:cBhvr>
                                    </p:animEffect>
                                  </p:childTnLst>
                                </p:cTn>
                              </p:par>
                            </p:childTnLst>
                          </p:cTn>
                        </p:par>
                        <p:par>
                          <p:cTn id="76" fill="hold">
                            <p:stCondLst>
                              <p:cond delay="5080"/>
                            </p:stCondLst>
                            <p:childTnLst>
                              <p:par>
                                <p:cTn id="77" presetID="22" presetClass="entr" presetSubtype="8" fill="hold" grpId="0" nodeType="afterEffect">
                                  <p:stCondLst>
                                    <p:cond delay="0"/>
                                  </p:stCondLst>
                                  <p:childTnLst>
                                    <p:set>
                                      <p:cBhvr>
                                        <p:cTn id="78" dur="1" fill="hold">
                                          <p:stCondLst>
                                            <p:cond delay="0"/>
                                          </p:stCondLst>
                                        </p:cTn>
                                        <p:tgtEl>
                                          <p:spTgt spid="24"/>
                                        </p:tgtEl>
                                        <p:attrNameLst>
                                          <p:attrName>style.visibility</p:attrName>
                                        </p:attrNameLst>
                                      </p:cBhvr>
                                      <p:to>
                                        <p:strVal val="visible"/>
                                      </p:to>
                                    </p:set>
                                    <p:animEffect transition="in" filter="wipe(left)">
                                      <p:cBhvr>
                                        <p:cTn id="79" dur="500"/>
                                        <p:tgtEl>
                                          <p:spTgt spid="24"/>
                                        </p:tgtEl>
                                      </p:cBhvr>
                                    </p:animEffect>
                                  </p:childTnLst>
                                </p:cTn>
                              </p:par>
                            </p:childTnLst>
                          </p:cTn>
                        </p:par>
                        <p:par>
                          <p:cTn id="80" fill="hold">
                            <p:stCondLst>
                              <p:cond delay="5580"/>
                            </p:stCondLst>
                            <p:childTnLst>
                              <p:par>
                                <p:cTn id="81" presetID="31" presetClass="entr" presetSubtype="0" fill="hold" grpId="0" nodeType="afterEffect">
                                  <p:stCondLst>
                                    <p:cond delay="0"/>
                                  </p:stCondLst>
                                  <p:childTnLst>
                                    <p:set>
                                      <p:cBhvr>
                                        <p:cTn id="82" dur="1" fill="hold">
                                          <p:stCondLst>
                                            <p:cond delay="0"/>
                                          </p:stCondLst>
                                        </p:cTn>
                                        <p:tgtEl>
                                          <p:spTgt spid="25"/>
                                        </p:tgtEl>
                                        <p:attrNameLst>
                                          <p:attrName>style.visibility</p:attrName>
                                        </p:attrNameLst>
                                      </p:cBhvr>
                                      <p:to>
                                        <p:strVal val="visible"/>
                                      </p:to>
                                    </p:set>
                                    <p:anim calcmode="lin" valueType="num">
                                      <p:cBhvr>
                                        <p:cTn id="83" dur="300" fill="hold"/>
                                        <p:tgtEl>
                                          <p:spTgt spid="25"/>
                                        </p:tgtEl>
                                        <p:attrNameLst>
                                          <p:attrName>ppt_w</p:attrName>
                                        </p:attrNameLst>
                                      </p:cBhvr>
                                      <p:tavLst>
                                        <p:tav tm="0">
                                          <p:val>
                                            <p:fltVal val="0"/>
                                          </p:val>
                                        </p:tav>
                                        <p:tav tm="100000">
                                          <p:val>
                                            <p:strVal val="#ppt_w"/>
                                          </p:val>
                                        </p:tav>
                                      </p:tavLst>
                                    </p:anim>
                                    <p:anim calcmode="lin" valueType="num">
                                      <p:cBhvr>
                                        <p:cTn id="84" dur="300" fill="hold"/>
                                        <p:tgtEl>
                                          <p:spTgt spid="25"/>
                                        </p:tgtEl>
                                        <p:attrNameLst>
                                          <p:attrName>ppt_h</p:attrName>
                                        </p:attrNameLst>
                                      </p:cBhvr>
                                      <p:tavLst>
                                        <p:tav tm="0">
                                          <p:val>
                                            <p:fltVal val="0"/>
                                          </p:val>
                                        </p:tav>
                                        <p:tav tm="100000">
                                          <p:val>
                                            <p:strVal val="#ppt_h"/>
                                          </p:val>
                                        </p:tav>
                                      </p:tavLst>
                                    </p:anim>
                                    <p:anim calcmode="lin" valueType="num">
                                      <p:cBhvr>
                                        <p:cTn id="85" dur="300" fill="hold"/>
                                        <p:tgtEl>
                                          <p:spTgt spid="25"/>
                                        </p:tgtEl>
                                        <p:attrNameLst>
                                          <p:attrName>style.rotation</p:attrName>
                                        </p:attrNameLst>
                                      </p:cBhvr>
                                      <p:tavLst>
                                        <p:tav tm="0">
                                          <p:val>
                                            <p:fltVal val="90"/>
                                          </p:val>
                                        </p:tav>
                                        <p:tav tm="100000">
                                          <p:val>
                                            <p:fltVal val="0"/>
                                          </p:val>
                                        </p:tav>
                                      </p:tavLst>
                                    </p:anim>
                                    <p:animEffect transition="in" filter="fade">
                                      <p:cBhvr>
                                        <p:cTn id="86" dur="300"/>
                                        <p:tgtEl>
                                          <p:spTgt spid="25"/>
                                        </p:tgtEl>
                                      </p:cBhvr>
                                    </p:animEffect>
                                  </p:childTnLst>
                                </p:cTn>
                              </p:par>
                            </p:childTnLst>
                          </p:cTn>
                        </p:par>
                        <p:par>
                          <p:cTn id="87" fill="hold">
                            <p:stCondLst>
                              <p:cond delay="5880"/>
                            </p:stCondLst>
                            <p:childTnLst>
                              <p:par>
                                <p:cTn id="88" presetID="22" presetClass="entr" presetSubtype="1" fill="hold" grpId="0" nodeType="afterEffect">
                                  <p:stCondLst>
                                    <p:cond delay="0"/>
                                  </p:stCondLst>
                                  <p:childTnLst>
                                    <p:set>
                                      <p:cBhvr>
                                        <p:cTn id="89" dur="1" fill="hold">
                                          <p:stCondLst>
                                            <p:cond delay="0"/>
                                          </p:stCondLst>
                                        </p:cTn>
                                        <p:tgtEl>
                                          <p:spTgt spid="26"/>
                                        </p:tgtEl>
                                        <p:attrNameLst>
                                          <p:attrName>style.visibility</p:attrName>
                                        </p:attrNameLst>
                                      </p:cBhvr>
                                      <p:to>
                                        <p:strVal val="visible"/>
                                      </p:to>
                                    </p:set>
                                    <p:animEffect transition="in" filter="wipe(up)">
                                      <p:cBhvr>
                                        <p:cTn id="9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autoUpdateAnimBg="0"/>
      <p:bldP spid="25603" grpId="0" animBg="1"/>
      <p:bldP spid="21" grpId="0" animBg="1"/>
      <p:bldP spid="10" grpId="0" animBg="1" autoUpdateAnimBg="0"/>
      <p:bldP spid="11" grpId="0" animBg="1"/>
      <p:bldP spid="12" grpId="0" animBg="1"/>
      <p:bldP spid="13" grpId="0" autoUpdateAnimBg="0"/>
      <p:bldP spid="14" grpId="0" autoUpdateAnimBg="0"/>
      <p:bldP spid="15" grpId="0" animBg="1" autoUpdateAnimBg="0"/>
      <p:bldP spid="16" grpId="0" animBg="1"/>
      <p:bldP spid="18" grpId="0" animBg="1"/>
      <p:bldP spid="19" grpId="0" autoUpdateAnimBg="0"/>
      <p:bldP spid="20" grpId="0" autoUpdateAnimBg="0"/>
      <p:bldP spid="22" grpId="0" animBg="1" autoUpdateAnimBg="0"/>
      <p:bldP spid="23" grpId="0" animBg="1"/>
      <p:bldP spid="24" grpId="0" animBg="1"/>
      <p:bldP spid="25" grpId="0" autoUpdateAnimBg="0"/>
      <p:bldP spid="26"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Box 27"/>
          <p:cNvSpPr txBox="1">
            <a:spLocks noChangeArrowheads="1"/>
          </p:cNvSpPr>
          <p:nvPr/>
        </p:nvSpPr>
        <p:spPr bwMode="auto">
          <a:xfrm>
            <a:off x="1012825" y="176213"/>
            <a:ext cx="3191899"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5.4 </a:t>
            </a:r>
            <a:r>
              <a:rPr lang="zh-CN" altLang="en-US" sz="3000" b="1" dirty="0" smtClean="0">
                <a:solidFill>
                  <a:schemeClr val="accent1"/>
                </a:solidFill>
                <a:latin typeface="微软雅黑" pitchFamily="34" charset="-122"/>
                <a:ea typeface="微软雅黑" pitchFamily="34" charset="-122"/>
              </a:rPr>
              <a:t>系统实现效果</a:t>
            </a:r>
            <a:endParaRPr lang="zh-CN" altLang="en-US" sz="3000" b="1" dirty="0">
              <a:solidFill>
                <a:schemeClr val="accent1"/>
              </a:solidFill>
              <a:latin typeface="微软雅黑" pitchFamily="34" charset="-122"/>
              <a:ea typeface="微软雅黑" pitchFamily="34" charset="-122"/>
            </a:endParaRPr>
          </a:p>
        </p:txBody>
      </p:sp>
      <p:sp>
        <p:nvSpPr>
          <p:cNvPr id="25603"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round/>
            <a:headEnd/>
            <a:tailEnd/>
          </a:ln>
        </p:spPr>
        <p:txBody>
          <a:bodyPr/>
          <a:lstStyle/>
          <a:p>
            <a:endParaRPr lang="zh-CN" altLang="en-US"/>
          </a:p>
        </p:txBody>
      </p:sp>
      <p:sp>
        <p:nvSpPr>
          <p:cNvPr id="74754" name="Rectangle 2"/>
          <p:cNvSpPr>
            <a:spLocks noChangeArrowheads="1"/>
          </p:cNvSpPr>
          <p:nvPr/>
        </p:nvSpPr>
        <p:spPr bwMode="auto">
          <a:xfrm>
            <a:off x="0" y="0"/>
            <a:ext cx="12196763"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1" name="矩形 20"/>
          <p:cNvSpPr/>
          <p:nvPr/>
        </p:nvSpPr>
        <p:spPr>
          <a:xfrm>
            <a:off x="478155" y="980728"/>
            <a:ext cx="1723549"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注册、登录</a:t>
            </a:r>
            <a:endParaRPr lang="en-US" altLang="zh-CN" sz="2400" b="1" dirty="0" smtClean="0">
              <a:solidFill>
                <a:srgbClr val="F8F8F8"/>
              </a:solidFill>
              <a:latin typeface="+mn-ea"/>
              <a:ea typeface="+mn-ea"/>
            </a:endParaRPr>
          </a:p>
        </p:txBody>
      </p:sp>
      <p:sp>
        <p:nvSpPr>
          <p:cNvPr id="75780" name="Rectangle 4"/>
          <p:cNvSpPr>
            <a:spLocks noChangeArrowheads="1"/>
          </p:cNvSpPr>
          <p:nvPr/>
        </p:nvSpPr>
        <p:spPr bwMode="auto">
          <a:xfrm>
            <a:off x="0" y="0"/>
            <a:ext cx="12196763"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27" name="图片 26"/>
          <p:cNvPicPr/>
          <p:nvPr/>
        </p:nvPicPr>
        <p:blipFill>
          <a:blip r:embed="rId2" cstate="print"/>
          <a:srcRect/>
          <a:stretch>
            <a:fillRect/>
          </a:stretch>
        </p:blipFill>
        <p:spPr bwMode="auto">
          <a:xfrm>
            <a:off x="1345853" y="1916832"/>
            <a:ext cx="4667299" cy="3213465"/>
          </a:xfrm>
          <a:prstGeom prst="rect">
            <a:avLst/>
          </a:prstGeom>
          <a:noFill/>
          <a:ln w="9525">
            <a:noFill/>
            <a:miter lim="800000"/>
            <a:headEnd/>
            <a:tailEnd/>
          </a:ln>
        </p:spPr>
      </p:pic>
      <p:pic>
        <p:nvPicPr>
          <p:cNvPr id="28" name="图片 27"/>
          <p:cNvPicPr/>
          <p:nvPr/>
        </p:nvPicPr>
        <p:blipFill>
          <a:blip r:embed="rId3" cstate="print"/>
          <a:srcRect/>
          <a:stretch>
            <a:fillRect/>
          </a:stretch>
        </p:blipFill>
        <p:spPr bwMode="auto">
          <a:xfrm>
            <a:off x="6746453" y="1916832"/>
            <a:ext cx="4608512" cy="3213465"/>
          </a:xfrm>
          <a:prstGeom prst="rect">
            <a:avLst/>
          </a:prstGeom>
          <a:noFill/>
          <a:ln w="9525">
            <a:noFill/>
            <a:miter lim="800000"/>
            <a:headEnd/>
            <a:tailEnd/>
          </a:ln>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5603"/>
                                        </p:tgtEl>
                                        <p:attrNameLst>
                                          <p:attrName>style.visibility</p:attrName>
                                        </p:attrNameLst>
                                      </p:cBhvr>
                                      <p:to>
                                        <p:strVal val="visible"/>
                                      </p:to>
                                    </p:set>
                                    <p:anim calcmode="lin" valueType="num">
                                      <p:cBhvr>
                                        <p:cTn id="7" dur="300" fill="hold"/>
                                        <p:tgtEl>
                                          <p:spTgt spid="25603"/>
                                        </p:tgtEl>
                                        <p:attrNameLst>
                                          <p:attrName>ppt_w</p:attrName>
                                        </p:attrNameLst>
                                      </p:cBhvr>
                                      <p:tavLst>
                                        <p:tav tm="0">
                                          <p:val>
                                            <p:fltVal val="0"/>
                                          </p:val>
                                        </p:tav>
                                        <p:tav tm="100000">
                                          <p:val>
                                            <p:strVal val="#ppt_w"/>
                                          </p:val>
                                        </p:tav>
                                      </p:tavLst>
                                    </p:anim>
                                    <p:anim calcmode="lin" valueType="num">
                                      <p:cBhvr>
                                        <p:cTn id="8" dur="300" fill="hold"/>
                                        <p:tgtEl>
                                          <p:spTgt spid="25603"/>
                                        </p:tgtEl>
                                        <p:attrNameLst>
                                          <p:attrName>ppt_h</p:attrName>
                                        </p:attrNameLst>
                                      </p:cBhvr>
                                      <p:tavLst>
                                        <p:tav tm="0">
                                          <p:val>
                                            <p:fltVal val="0"/>
                                          </p:val>
                                        </p:tav>
                                        <p:tav tm="100000">
                                          <p:val>
                                            <p:strVal val="#ppt_h"/>
                                          </p:val>
                                        </p:tav>
                                      </p:tavLst>
                                    </p:anim>
                                    <p:anim calcmode="lin" valueType="num">
                                      <p:cBhvr>
                                        <p:cTn id="9" dur="300" fill="hold"/>
                                        <p:tgtEl>
                                          <p:spTgt spid="25603"/>
                                        </p:tgtEl>
                                        <p:attrNameLst>
                                          <p:attrName>style.rotation</p:attrName>
                                        </p:attrNameLst>
                                      </p:cBhvr>
                                      <p:tavLst>
                                        <p:tav tm="0">
                                          <p:val>
                                            <p:fltVal val="90"/>
                                          </p:val>
                                        </p:tav>
                                        <p:tav tm="100000">
                                          <p:val>
                                            <p:fltVal val="0"/>
                                          </p:val>
                                        </p:tav>
                                      </p:tavLst>
                                    </p:anim>
                                    <p:animEffect transition="in" filter="fade">
                                      <p:cBhvr>
                                        <p:cTn id="10" dur="300"/>
                                        <p:tgtEl>
                                          <p:spTgt spid="25603"/>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5602"/>
                                        </p:tgtEl>
                                        <p:attrNameLst>
                                          <p:attrName>style.visibility</p:attrName>
                                        </p:attrNameLst>
                                      </p:cBhvr>
                                      <p:to>
                                        <p:strVal val="visible"/>
                                      </p:to>
                                    </p:set>
                                    <p:anim calcmode="lin" valueType="num">
                                      <p:cBhvr>
                                        <p:cTn id="14" dur="400" fill="hold"/>
                                        <p:tgtEl>
                                          <p:spTgt spid="2560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5602"/>
                                        </p:tgtEl>
                                        <p:attrNameLst>
                                          <p:attrName>ppt_y</p:attrName>
                                        </p:attrNameLst>
                                      </p:cBhvr>
                                      <p:tavLst>
                                        <p:tav tm="0">
                                          <p:val>
                                            <p:strVal val="#ppt_y"/>
                                          </p:val>
                                        </p:tav>
                                        <p:tav tm="100000">
                                          <p:val>
                                            <p:strVal val="#ppt_y"/>
                                          </p:val>
                                        </p:tav>
                                      </p:tavLst>
                                    </p:anim>
                                    <p:anim calcmode="lin" valueType="num">
                                      <p:cBhvr>
                                        <p:cTn id="16" dur="400" fill="hold"/>
                                        <p:tgtEl>
                                          <p:spTgt spid="2560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560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5602"/>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wipe(left)">
                                      <p:cBhvr>
                                        <p:cTn id="2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autoUpdateAnimBg="0"/>
      <p:bldP spid="25603" grpId="0" animBg="1"/>
      <p:bldP spid="21"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Box 27"/>
          <p:cNvSpPr txBox="1">
            <a:spLocks noChangeArrowheads="1"/>
          </p:cNvSpPr>
          <p:nvPr/>
        </p:nvSpPr>
        <p:spPr bwMode="auto">
          <a:xfrm>
            <a:off x="1012825" y="176213"/>
            <a:ext cx="3191899"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5.4 </a:t>
            </a:r>
            <a:r>
              <a:rPr lang="zh-CN" altLang="en-US" sz="3000" b="1" dirty="0" smtClean="0">
                <a:solidFill>
                  <a:schemeClr val="accent1"/>
                </a:solidFill>
                <a:latin typeface="微软雅黑" pitchFamily="34" charset="-122"/>
                <a:ea typeface="微软雅黑" pitchFamily="34" charset="-122"/>
              </a:rPr>
              <a:t>系统实现效果</a:t>
            </a:r>
            <a:endParaRPr lang="zh-CN" altLang="en-US" sz="3000" b="1" dirty="0">
              <a:solidFill>
                <a:schemeClr val="accent1"/>
              </a:solidFill>
              <a:latin typeface="微软雅黑" pitchFamily="34" charset="-122"/>
              <a:ea typeface="微软雅黑" pitchFamily="34" charset="-122"/>
            </a:endParaRPr>
          </a:p>
        </p:txBody>
      </p:sp>
      <p:sp>
        <p:nvSpPr>
          <p:cNvPr id="25603"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round/>
            <a:headEnd/>
            <a:tailEnd/>
          </a:ln>
        </p:spPr>
        <p:txBody>
          <a:bodyPr/>
          <a:lstStyle/>
          <a:p>
            <a:endParaRPr lang="zh-CN" altLang="en-US"/>
          </a:p>
        </p:txBody>
      </p:sp>
      <p:sp>
        <p:nvSpPr>
          <p:cNvPr id="74754" name="Rectangle 2"/>
          <p:cNvSpPr>
            <a:spLocks noChangeArrowheads="1"/>
          </p:cNvSpPr>
          <p:nvPr/>
        </p:nvSpPr>
        <p:spPr bwMode="auto">
          <a:xfrm>
            <a:off x="0" y="0"/>
            <a:ext cx="12196763"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1" name="矩形 20"/>
          <p:cNvSpPr/>
          <p:nvPr/>
        </p:nvSpPr>
        <p:spPr>
          <a:xfrm>
            <a:off x="478155" y="980728"/>
            <a:ext cx="1415772"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考生入口</a:t>
            </a:r>
            <a:endParaRPr lang="en-US" altLang="zh-CN" sz="2400" b="1" dirty="0" smtClean="0">
              <a:solidFill>
                <a:srgbClr val="F8F8F8"/>
              </a:solidFill>
              <a:latin typeface="+mn-ea"/>
              <a:ea typeface="+mn-ea"/>
            </a:endParaRPr>
          </a:p>
        </p:txBody>
      </p:sp>
      <p:sp>
        <p:nvSpPr>
          <p:cNvPr id="75780" name="Rectangle 4"/>
          <p:cNvSpPr>
            <a:spLocks noChangeArrowheads="1"/>
          </p:cNvSpPr>
          <p:nvPr/>
        </p:nvSpPr>
        <p:spPr bwMode="auto">
          <a:xfrm>
            <a:off x="0" y="0"/>
            <a:ext cx="12196763"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9" name="图片 8"/>
          <p:cNvPicPr/>
          <p:nvPr/>
        </p:nvPicPr>
        <p:blipFill>
          <a:blip r:embed="rId2" cstate="print"/>
          <a:srcRect/>
          <a:stretch>
            <a:fillRect/>
          </a:stretch>
        </p:blipFill>
        <p:spPr bwMode="auto">
          <a:xfrm>
            <a:off x="1893927" y="1772816"/>
            <a:ext cx="7134914" cy="3648027"/>
          </a:xfrm>
          <a:prstGeom prst="rect">
            <a:avLst/>
          </a:prstGeom>
          <a:noFill/>
          <a:ln w="9525">
            <a:noFill/>
            <a:miter lim="800000"/>
            <a:headEnd/>
            <a:tailEnd/>
          </a:ln>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5603"/>
                                        </p:tgtEl>
                                        <p:attrNameLst>
                                          <p:attrName>style.visibility</p:attrName>
                                        </p:attrNameLst>
                                      </p:cBhvr>
                                      <p:to>
                                        <p:strVal val="visible"/>
                                      </p:to>
                                    </p:set>
                                    <p:anim calcmode="lin" valueType="num">
                                      <p:cBhvr>
                                        <p:cTn id="7" dur="300" fill="hold"/>
                                        <p:tgtEl>
                                          <p:spTgt spid="25603"/>
                                        </p:tgtEl>
                                        <p:attrNameLst>
                                          <p:attrName>ppt_w</p:attrName>
                                        </p:attrNameLst>
                                      </p:cBhvr>
                                      <p:tavLst>
                                        <p:tav tm="0">
                                          <p:val>
                                            <p:fltVal val="0"/>
                                          </p:val>
                                        </p:tav>
                                        <p:tav tm="100000">
                                          <p:val>
                                            <p:strVal val="#ppt_w"/>
                                          </p:val>
                                        </p:tav>
                                      </p:tavLst>
                                    </p:anim>
                                    <p:anim calcmode="lin" valueType="num">
                                      <p:cBhvr>
                                        <p:cTn id="8" dur="300" fill="hold"/>
                                        <p:tgtEl>
                                          <p:spTgt spid="25603"/>
                                        </p:tgtEl>
                                        <p:attrNameLst>
                                          <p:attrName>ppt_h</p:attrName>
                                        </p:attrNameLst>
                                      </p:cBhvr>
                                      <p:tavLst>
                                        <p:tav tm="0">
                                          <p:val>
                                            <p:fltVal val="0"/>
                                          </p:val>
                                        </p:tav>
                                        <p:tav tm="100000">
                                          <p:val>
                                            <p:strVal val="#ppt_h"/>
                                          </p:val>
                                        </p:tav>
                                      </p:tavLst>
                                    </p:anim>
                                    <p:anim calcmode="lin" valueType="num">
                                      <p:cBhvr>
                                        <p:cTn id="9" dur="300" fill="hold"/>
                                        <p:tgtEl>
                                          <p:spTgt spid="25603"/>
                                        </p:tgtEl>
                                        <p:attrNameLst>
                                          <p:attrName>style.rotation</p:attrName>
                                        </p:attrNameLst>
                                      </p:cBhvr>
                                      <p:tavLst>
                                        <p:tav tm="0">
                                          <p:val>
                                            <p:fltVal val="90"/>
                                          </p:val>
                                        </p:tav>
                                        <p:tav tm="100000">
                                          <p:val>
                                            <p:fltVal val="0"/>
                                          </p:val>
                                        </p:tav>
                                      </p:tavLst>
                                    </p:anim>
                                    <p:animEffect transition="in" filter="fade">
                                      <p:cBhvr>
                                        <p:cTn id="10" dur="300"/>
                                        <p:tgtEl>
                                          <p:spTgt spid="25603"/>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5602"/>
                                        </p:tgtEl>
                                        <p:attrNameLst>
                                          <p:attrName>style.visibility</p:attrName>
                                        </p:attrNameLst>
                                      </p:cBhvr>
                                      <p:to>
                                        <p:strVal val="visible"/>
                                      </p:to>
                                    </p:set>
                                    <p:anim calcmode="lin" valueType="num">
                                      <p:cBhvr>
                                        <p:cTn id="14" dur="400" fill="hold"/>
                                        <p:tgtEl>
                                          <p:spTgt spid="2560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5602"/>
                                        </p:tgtEl>
                                        <p:attrNameLst>
                                          <p:attrName>ppt_y</p:attrName>
                                        </p:attrNameLst>
                                      </p:cBhvr>
                                      <p:tavLst>
                                        <p:tav tm="0">
                                          <p:val>
                                            <p:strVal val="#ppt_y"/>
                                          </p:val>
                                        </p:tav>
                                        <p:tav tm="100000">
                                          <p:val>
                                            <p:strVal val="#ppt_y"/>
                                          </p:val>
                                        </p:tav>
                                      </p:tavLst>
                                    </p:anim>
                                    <p:anim calcmode="lin" valueType="num">
                                      <p:cBhvr>
                                        <p:cTn id="16" dur="400" fill="hold"/>
                                        <p:tgtEl>
                                          <p:spTgt spid="2560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560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5602"/>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wipe(left)">
                                      <p:cBhvr>
                                        <p:cTn id="2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autoUpdateAnimBg="0"/>
      <p:bldP spid="25603" grpId="0" animBg="1"/>
      <p:bldP spid="21"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Box 27"/>
          <p:cNvSpPr txBox="1">
            <a:spLocks noChangeArrowheads="1"/>
          </p:cNvSpPr>
          <p:nvPr/>
        </p:nvSpPr>
        <p:spPr bwMode="auto">
          <a:xfrm>
            <a:off x="1012825" y="176213"/>
            <a:ext cx="3191899"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5.4 </a:t>
            </a:r>
            <a:r>
              <a:rPr lang="zh-CN" altLang="en-US" sz="3000" b="1" dirty="0" smtClean="0">
                <a:solidFill>
                  <a:schemeClr val="accent1"/>
                </a:solidFill>
                <a:latin typeface="微软雅黑" pitchFamily="34" charset="-122"/>
                <a:ea typeface="微软雅黑" pitchFamily="34" charset="-122"/>
              </a:rPr>
              <a:t>系统实现效果</a:t>
            </a:r>
            <a:endParaRPr lang="zh-CN" altLang="en-US" sz="3000" b="1" dirty="0">
              <a:solidFill>
                <a:schemeClr val="accent1"/>
              </a:solidFill>
              <a:latin typeface="微软雅黑" pitchFamily="34" charset="-122"/>
              <a:ea typeface="微软雅黑" pitchFamily="34" charset="-122"/>
            </a:endParaRPr>
          </a:p>
        </p:txBody>
      </p:sp>
      <p:sp>
        <p:nvSpPr>
          <p:cNvPr id="25603"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round/>
            <a:headEnd/>
            <a:tailEnd/>
          </a:ln>
        </p:spPr>
        <p:txBody>
          <a:bodyPr/>
          <a:lstStyle/>
          <a:p>
            <a:endParaRPr lang="zh-CN" altLang="en-US"/>
          </a:p>
        </p:txBody>
      </p:sp>
      <p:sp>
        <p:nvSpPr>
          <p:cNvPr id="74754" name="Rectangle 2"/>
          <p:cNvSpPr>
            <a:spLocks noChangeArrowheads="1"/>
          </p:cNvSpPr>
          <p:nvPr/>
        </p:nvSpPr>
        <p:spPr bwMode="auto">
          <a:xfrm>
            <a:off x="0" y="0"/>
            <a:ext cx="12196763"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1" name="矩形 20"/>
          <p:cNvSpPr/>
          <p:nvPr/>
        </p:nvSpPr>
        <p:spPr>
          <a:xfrm>
            <a:off x="478155" y="980728"/>
            <a:ext cx="1415772"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信息填写</a:t>
            </a:r>
            <a:endParaRPr lang="en-US" altLang="zh-CN" sz="2400" b="1" dirty="0" smtClean="0">
              <a:solidFill>
                <a:srgbClr val="F8F8F8"/>
              </a:solidFill>
              <a:latin typeface="+mn-ea"/>
              <a:ea typeface="+mn-ea"/>
            </a:endParaRPr>
          </a:p>
        </p:txBody>
      </p:sp>
      <p:sp>
        <p:nvSpPr>
          <p:cNvPr id="75780" name="Rectangle 4"/>
          <p:cNvSpPr>
            <a:spLocks noChangeArrowheads="1"/>
          </p:cNvSpPr>
          <p:nvPr/>
        </p:nvSpPr>
        <p:spPr bwMode="auto">
          <a:xfrm>
            <a:off x="0" y="0"/>
            <a:ext cx="12196763"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9" name="图片 8"/>
          <p:cNvPicPr/>
          <p:nvPr/>
        </p:nvPicPr>
        <p:blipFill>
          <a:blip r:embed="rId2" cstate="print"/>
          <a:srcRect/>
          <a:stretch>
            <a:fillRect/>
          </a:stretch>
        </p:blipFill>
        <p:spPr bwMode="auto">
          <a:xfrm>
            <a:off x="1993925" y="1122388"/>
            <a:ext cx="4310688" cy="5474964"/>
          </a:xfrm>
          <a:prstGeom prst="rect">
            <a:avLst/>
          </a:prstGeom>
          <a:noFill/>
          <a:ln w="9525">
            <a:noFill/>
            <a:miter lim="800000"/>
            <a:headEnd/>
            <a:tailEnd/>
          </a:ln>
        </p:spPr>
      </p:pic>
      <p:pic>
        <p:nvPicPr>
          <p:cNvPr id="10" name="图片 9"/>
          <p:cNvPicPr/>
          <p:nvPr/>
        </p:nvPicPr>
        <p:blipFill>
          <a:blip r:embed="rId3" cstate="print"/>
          <a:srcRect/>
          <a:stretch>
            <a:fillRect/>
          </a:stretch>
        </p:blipFill>
        <p:spPr bwMode="auto">
          <a:xfrm>
            <a:off x="6530429" y="1122388"/>
            <a:ext cx="4896544" cy="5474964"/>
          </a:xfrm>
          <a:prstGeom prst="rect">
            <a:avLst/>
          </a:prstGeom>
          <a:noFill/>
          <a:ln w="9525">
            <a:noFill/>
            <a:miter lim="800000"/>
            <a:headEnd/>
            <a:tailEnd/>
          </a:ln>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5603"/>
                                        </p:tgtEl>
                                        <p:attrNameLst>
                                          <p:attrName>style.visibility</p:attrName>
                                        </p:attrNameLst>
                                      </p:cBhvr>
                                      <p:to>
                                        <p:strVal val="visible"/>
                                      </p:to>
                                    </p:set>
                                    <p:anim calcmode="lin" valueType="num">
                                      <p:cBhvr>
                                        <p:cTn id="7" dur="300" fill="hold"/>
                                        <p:tgtEl>
                                          <p:spTgt spid="25603"/>
                                        </p:tgtEl>
                                        <p:attrNameLst>
                                          <p:attrName>ppt_w</p:attrName>
                                        </p:attrNameLst>
                                      </p:cBhvr>
                                      <p:tavLst>
                                        <p:tav tm="0">
                                          <p:val>
                                            <p:fltVal val="0"/>
                                          </p:val>
                                        </p:tav>
                                        <p:tav tm="100000">
                                          <p:val>
                                            <p:strVal val="#ppt_w"/>
                                          </p:val>
                                        </p:tav>
                                      </p:tavLst>
                                    </p:anim>
                                    <p:anim calcmode="lin" valueType="num">
                                      <p:cBhvr>
                                        <p:cTn id="8" dur="300" fill="hold"/>
                                        <p:tgtEl>
                                          <p:spTgt spid="25603"/>
                                        </p:tgtEl>
                                        <p:attrNameLst>
                                          <p:attrName>ppt_h</p:attrName>
                                        </p:attrNameLst>
                                      </p:cBhvr>
                                      <p:tavLst>
                                        <p:tav tm="0">
                                          <p:val>
                                            <p:fltVal val="0"/>
                                          </p:val>
                                        </p:tav>
                                        <p:tav tm="100000">
                                          <p:val>
                                            <p:strVal val="#ppt_h"/>
                                          </p:val>
                                        </p:tav>
                                      </p:tavLst>
                                    </p:anim>
                                    <p:anim calcmode="lin" valueType="num">
                                      <p:cBhvr>
                                        <p:cTn id="9" dur="300" fill="hold"/>
                                        <p:tgtEl>
                                          <p:spTgt spid="25603"/>
                                        </p:tgtEl>
                                        <p:attrNameLst>
                                          <p:attrName>style.rotation</p:attrName>
                                        </p:attrNameLst>
                                      </p:cBhvr>
                                      <p:tavLst>
                                        <p:tav tm="0">
                                          <p:val>
                                            <p:fltVal val="90"/>
                                          </p:val>
                                        </p:tav>
                                        <p:tav tm="100000">
                                          <p:val>
                                            <p:fltVal val="0"/>
                                          </p:val>
                                        </p:tav>
                                      </p:tavLst>
                                    </p:anim>
                                    <p:animEffect transition="in" filter="fade">
                                      <p:cBhvr>
                                        <p:cTn id="10" dur="300"/>
                                        <p:tgtEl>
                                          <p:spTgt spid="25603"/>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5602"/>
                                        </p:tgtEl>
                                        <p:attrNameLst>
                                          <p:attrName>style.visibility</p:attrName>
                                        </p:attrNameLst>
                                      </p:cBhvr>
                                      <p:to>
                                        <p:strVal val="visible"/>
                                      </p:to>
                                    </p:set>
                                    <p:anim calcmode="lin" valueType="num">
                                      <p:cBhvr>
                                        <p:cTn id="14" dur="400" fill="hold"/>
                                        <p:tgtEl>
                                          <p:spTgt spid="2560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5602"/>
                                        </p:tgtEl>
                                        <p:attrNameLst>
                                          <p:attrName>ppt_y</p:attrName>
                                        </p:attrNameLst>
                                      </p:cBhvr>
                                      <p:tavLst>
                                        <p:tav tm="0">
                                          <p:val>
                                            <p:strVal val="#ppt_y"/>
                                          </p:val>
                                        </p:tav>
                                        <p:tav tm="100000">
                                          <p:val>
                                            <p:strVal val="#ppt_y"/>
                                          </p:val>
                                        </p:tav>
                                      </p:tavLst>
                                    </p:anim>
                                    <p:anim calcmode="lin" valueType="num">
                                      <p:cBhvr>
                                        <p:cTn id="16" dur="400" fill="hold"/>
                                        <p:tgtEl>
                                          <p:spTgt spid="2560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560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5602"/>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wipe(left)">
                                      <p:cBhvr>
                                        <p:cTn id="2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autoUpdateAnimBg="0"/>
      <p:bldP spid="25603" grpId="0" animBg="1"/>
      <p:bldP spid="21"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Box 27"/>
          <p:cNvSpPr txBox="1">
            <a:spLocks noChangeArrowheads="1"/>
          </p:cNvSpPr>
          <p:nvPr/>
        </p:nvSpPr>
        <p:spPr bwMode="auto">
          <a:xfrm>
            <a:off x="1012825" y="176213"/>
            <a:ext cx="3191899"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5.4 </a:t>
            </a:r>
            <a:r>
              <a:rPr lang="zh-CN" altLang="en-US" sz="3000" b="1" dirty="0" smtClean="0">
                <a:solidFill>
                  <a:schemeClr val="accent1"/>
                </a:solidFill>
                <a:latin typeface="微软雅黑" pitchFamily="34" charset="-122"/>
                <a:ea typeface="微软雅黑" pitchFamily="34" charset="-122"/>
              </a:rPr>
              <a:t>系统实现效果</a:t>
            </a:r>
            <a:endParaRPr lang="zh-CN" altLang="en-US" sz="3000" b="1" dirty="0">
              <a:solidFill>
                <a:schemeClr val="accent1"/>
              </a:solidFill>
              <a:latin typeface="微软雅黑" pitchFamily="34" charset="-122"/>
              <a:ea typeface="微软雅黑" pitchFamily="34" charset="-122"/>
            </a:endParaRPr>
          </a:p>
        </p:txBody>
      </p:sp>
      <p:sp>
        <p:nvSpPr>
          <p:cNvPr id="25603"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round/>
            <a:headEnd/>
            <a:tailEnd/>
          </a:ln>
        </p:spPr>
        <p:txBody>
          <a:bodyPr/>
          <a:lstStyle/>
          <a:p>
            <a:endParaRPr lang="zh-CN" altLang="en-US"/>
          </a:p>
        </p:txBody>
      </p:sp>
      <p:sp>
        <p:nvSpPr>
          <p:cNvPr id="74754" name="Rectangle 2"/>
          <p:cNvSpPr>
            <a:spLocks noChangeArrowheads="1"/>
          </p:cNvSpPr>
          <p:nvPr/>
        </p:nvSpPr>
        <p:spPr bwMode="auto">
          <a:xfrm>
            <a:off x="0" y="0"/>
            <a:ext cx="12196763"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1" name="矩形 20"/>
          <p:cNvSpPr/>
          <p:nvPr/>
        </p:nvSpPr>
        <p:spPr>
          <a:xfrm>
            <a:off x="478155" y="980728"/>
            <a:ext cx="1415772"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后台管理</a:t>
            </a:r>
            <a:endParaRPr lang="en-US" altLang="zh-CN" sz="2400" b="1" dirty="0" smtClean="0">
              <a:solidFill>
                <a:srgbClr val="F8F8F8"/>
              </a:solidFill>
              <a:latin typeface="+mn-ea"/>
              <a:ea typeface="+mn-ea"/>
            </a:endParaRPr>
          </a:p>
        </p:txBody>
      </p:sp>
      <p:sp>
        <p:nvSpPr>
          <p:cNvPr id="75780" name="Rectangle 4"/>
          <p:cNvSpPr>
            <a:spLocks noChangeArrowheads="1"/>
          </p:cNvSpPr>
          <p:nvPr/>
        </p:nvSpPr>
        <p:spPr bwMode="auto">
          <a:xfrm>
            <a:off x="0" y="0"/>
            <a:ext cx="12196763"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9" name="图片 8"/>
          <p:cNvPicPr/>
          <p:nvPr/>
        </p:nvPicPr>
        <p:blipFill>
          <a:blip r:embed="rId2" cstate="print"/>
          <a:srcRect/>
          <a:stretch>
            <a:fillRect/>
          </a:stretch>
        </p:blipFill>
        <p:spPr bwMode="auto">
          <a:xfrm>
            <a:off x="1228849" y="1628800"/>
            <a:ext cx="8901980" cy="4794919"/>
          </a:xfrm>
          <a:prstGeom prst="rect">
            <a:avLst/>
          </a:prstGeom>
          <a:noFill/>
          <a:ln w="9525">
            <a:noFill/>
            <a:miter lim="800000"/>
            <a:headEnd/>
            <a:tailEnd/>
          </a:ln>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5603"/>
                                        </p:tgtEl>
                                        <p:attrNameLst>
                                          <p:attrName>style.visibility</p:attrName>
                                        </p:attrNameLst>
                                      </p:cBhvr>
                                      <p:to>
                                        <p:strVal val="visible"/>
                                      </p:to>
                                    </p:set>
                                    <p:anim calcmode="lin" valueType="num">
                                      <p:cBhvr>
                                        <p:cTn id="7" dur="300" fill="hold"/>
                                        <p:tgtEl>
                                          <p:spTgt spid="25603"/>
                                        </p:tgtEl>
                                        <p:attrNameLst>
                                          <p:attrName>ppt_w</p:attrName>
                                        </p:attrNameLst>
                                      </p:cBhvr>
                                      <p:tavLst>
                                        <p:tav tm="0">
                                          <p:val>
                                            <p:fltVal val="0"/>
                                          </p:val>
                                        </p:tav>
                                        <p:tav tm="100000">
                                          <p:val>
                                            <p:strVal val="#ppt_w"/>
                                          </p:val>
                                        </p:tav>
                                      </p:tavLst>
                                    </p:anim>
                                    <p:anim calcmode="lin" valueType="num">
                                      <p:cBhvr>
                                        <p:cTn id="8" dur="300" fill="hold"/>
                                        <p:tgtEl>
                                          <p:spTgt spid="25603"/>
                                        </p:tgtEl>
                                        <p:attrNameLst>
                                          <p:attrName>ppt_h</p:attrName>
                                        </p:attrNameLst>
                                      </p:cBhvr>
                                      <p:tavLst>
                                        <p:tav tm="0">
                                          <p:val>
                                            <p:fltVal val="0"/>
                                          </p:val>
                                        </p:tav>
                                        <p:tav tm="100000">
                                          <p:val>
                                            <p:strVal val="#ppt_h"/>
                                          </p:val>
                                        </p:tav>
                                      </p:tavLst>
                                    </p:anim>
                                    <p:anim calcmode="lin" valueType="num">
                                      <p:cBhvr>
                                        <p:cTn id="9" dur="300" fill="hold"/>
                                        <p:tgtEl>
                                          <p:spTgt spid="25603"/>
                                        </p:tgtEl>
                                        <p:attrNameLst>
                                          <p:attrName>style.rotation</p:attrName>
                                        </p:attrNameLst>
                                      </p:cBhvr>
                                      <p:tavLst>
                                        <p:tav tm="0">
                                          <p:val>
                                            <p:fltVal val="90"/>
                                          </p:val>
                                        </p:tav>
                                        <p:tav tm="100000">
                                          <p:val>
                                            <p:fltVal val="0"/>
                                          </p:val>
                                        </p:tav>
                                      </p:tavLst>
                                    </p:anim>
                                    <p:animEffect transition="in" filter="fade">
                                      <p:cBhvr>
                                        <p:cTn id="10" dur="300"/>
                                        <p:tgtEl>
                                          <p:spTgt spid="25603"/>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5602"/>
                                        </p:tgtEl>
                                        <p:attrNameLst>
                                          <p:attrName>style.visibility</p:attrName>
                                        </p:attrNameLst>
                                      </p:cBhvr>
                                      <p:to>
                                        <p:strVal val="visible"/>
                                      </p:to>
                                    </p:set>
                                    <p:anim calcmode="lin" valueType="num">
                                      <p:cBhvr>
                                        <p:cTn id="14" dur="400" fill="hold"/>
                                        <p:tgtEl>
                                          <p:spTgt spid="2560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5602"/>
                                        </p:tgtEl>
                                        <p:attrNameLst>
                                          <p:attrName>ppt_y</p:attrName>
                                        </p:attrNameLst>
                                      </p:cBhvr>
                                      <p:tavLst>
                                        <p:tav tm="0">
                                          <p:val>
                                            <p:strVal val="#ppt_y"/>
                                          </p:val>
                                        </p:tav>
                                        <p:tav tm="100000">
                                          <p:val>
                                            <p:strVal val="#ppt_y"/>
                                          </p:val>
                                        </p:tav>
                                      </p:tavLst>
                                    </p:anim>
                                    <p:anim calcmode="lin" valueType="num">
                                      <p:cBhvr>
                                        <p:cTn id="16" dur="400" fill="hold"/>
                                        <p:tgtEl>
                                          <p:spTgt spid="2560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560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5602"/>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wipe(left)">
                                      <p:cBhvr>
                                        <p:cTn id="2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autoUpdateAnimBg="0"/>
      <p:bldP spid="25603" grpId="0" animBg="1"/>
      <p:bldP spid="2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Box 27"/>
          <p:cNvSpPr txBox="1">
            <a:spLocks noChangeArrowheads="1"/>
          </p:cNvSpPr>
          <p:nvPr/>
        </p:nvSpPr>
        <p:spPr bwMode="auto">
          <a:xfrm>
            <a:off x="1012825" y="176213"/>
            <a:ext cx="3191899"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5.4 </a:t>
            </a:r>
            <a:r>
              <a:rPr lang="zh-CN" altLang="en-US" sz="3000" b="1" dirty="0" smtClean="0">
                <a:solidFill>
                  <a:schemeClr val="accent1"/>
                </a:solidFill>
                <a:latin typeface="微软雅黑" pitchFamily="34" charset="-122"/>
                <a:ea typeface="微软雅黑" pitchFamily="34" charset="-122"/>
              </a:rPr>
              <a:t>系统实现效果</a:t>
            </a:r>
            <a:endParaRPr lang="zh-CN" altLang="en-US" sz="3000" b="1" dirty="0">
              <a:solidFill>
                <a:schemeClr val="accent1"/>
              </a:solidFill>
              <a:latin typeface="微软雅黑" pitchFamily="34" charset="-122"/>
              <a:ea typeface="微软雅黑" pitchFamily="34" charset="-122"/>
            </a:endParaRPr>
          </a:p>
        </p:txBody>
      </p:sp>
      <p:sp>
        <p:nvSpPr>
          <p:cNvPr id="25603"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round/>
            <a:headEnd/>
            <a:tailEnd/>
          </a:ln>
        </p:spPr>
        <p:txBody>
          <a:bodyPr/>
          <a:lstStyle/>
          <a:p>
            <a:endParaRPr lang="zh-CN" altLang="en-US"/>
          </a:p>
        </p:txBody>
      </p:sp>
      <p:sp>
        <p:nvSpPr>
          <p:cNvPr id="74754" name="Rectangle 2"/>
          <p:cNvSpPr>
            <a:spLocks noChangeArrowheads="1"/>
          </p:cNvSpPr>
          <p:nvPr/>
        </p:nvSpPr>
        <p:spPr bwMode="auto">
          <a:xfrm>
            <a:off x="0" y="0"/>
            <a:ext cx="12196763"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1" name="矩形 20"/>
          <p:cNvSpPr/>
          <p:nvPr/>
        </p:nvSpPr>
        <p:spPr>
          <a:xfrm>
            <a:off x="478155" y="980728"/>
            <a:ext cx="1415772"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报表生成</a:t>
            </a:r>
            <a:endParaRPr lang="en-US" altLang="zh-CN" sz="2400" b="1" dirty="0" smtClean="0">
              <a:solidFill>
                <a:srgbClr val="F8F8F8"/>
              </a:solidFill>
              <a:latin typeface="+mn-ea"/>
              <a:ea typeface="+mn-ea"/>
            </a:endParaRPr>
          </a:p>
        </p:txBody>
      </p:sp>
      <p:sp>
        <p:nvSpPr>
          <p:cNvPr id="75780" name="Rectangle 4"/>
          <p:cNvSpPr>
            <a:spLocks noChangeArrowheads="1"/>
          </p:cNvSpPr>
          <p:nvPr/>
        </p:nvSpPr>
        <p:spPr bwMode="auto">
          <a:xfrm>
            <a:off x="0" y="0"/>
            <a:ext cx="12196763"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9" name="图片 8"/>
          <p:cNvPicPr/>
          <p:nvPr/>
        </p:nvPicPr>
        <p:blipFill>
          <a:blip r:embed="rId2" cstate="print"/>
          <a:srcRect/>
          <a:stretch>
            <a:fillRect/>
          </a:stretch>
        </p:blipFill>
        <p:spPr bwMode="auto">
          <a:xfrm>
            <a:off x="3766764" y="980728"/>
            <a:ext cx="6679455" cy="3384376"/>
          </a:xfrm>
          <a:prstGeom prst="rect">
            <a:avLst/>
          </a:prstGeom>
          <a:noFill/>
          <a:ln w="9525">
            <a:noFill/>
            <a:miter lim="800000"/>
            <a:headEnd/>
            <a:tailEnd/>
          </a:ln>
        </p:spPr>
      </p:pic>
      <p:pic>
        <p:nvPicPr>
          <p:cNvPr id="11" name="图片 10"/>
          <p:cNvPicPr/>
          <p:nvPr/>
        </p:nvPicPr>
        <p:blipFill>
          <a:blip r:embed="rId3" cstate="print"/>
          <a:srcRect/>
          <a:stretch>
            <a:fillRect/>
          </a:stretch>
        </p:blipFill>
        <p:spPr bwMode="auto">
          <a:xfrm>
            <a:off x="478155" y="2607725"/>
            <a:ext cx="5579745" cy="3514758"/>
          </a:xfrm>
          <a:prstGeom prst="rect">
            <a:avLst/>
          </a:prstGeom>
          <a:noFill/>
          <a:ln w="9525">
            <a:noFill/>
            <a:miter lim="800000"/>
            <a:headEnd/>
            <a:tailEnd/>
          </a:ln>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5603"/>
                                        </p:tgtEl>
                                        <p:attrNameLst>
                                          <p:attrName>style.visibility</p:attrName>
                                        </p:attrNameLst>
                                      </p:cBhvr>
                                      <p:to>
                                        <p:strVal val="visible"/>
                                      </p:to>
                                    </p:set>
                                    <p:anim calcmode="lin" valueType="num">
                                      <p:cBhvr>
                                        <p:cTn id="7" dur="300" fill="hold"/>
                                        <p:tgtEl>
                                          <p:spTgt spid="25603"/>
                                        </p:tgtEl>
                                        <p:attrNameLst>
                                          <p:attrName>ppt_w</p:attrName>
                                        </p:attrNameLst>
                                      </p:cBhvr>
                                      <p:tavLst>
                                        <p:tav tm="0">
                                          <p:val>
                                            <p:fltVal val="0"/>
                                          </p:val>
                                        </p:tav>
                                        <p:tav tm="100000">
                                          <p:val>
                                            <p:strVal val="#ppt_w"/>
                                          </p:val>
                                        </p:tav>
                                      </p:tavLst>
                                    </p:anim>
                                    <p:anim calcmode="lin" valueType="num">
                                      <p:cBhvr>
                                        <p:cTn id="8" dur="300" fill="hold"/>
                                        <p:tgtEl>
                                          <p:spTgt spid="25603"/>
                                        </p:tgtEl>
                                        <p:attrNameLst>
                                          <p:attrName>ppt_h</p:attrName>
                                        </p:attrNameLst>
                                      </p:cBhvr>
                                      <p:tavLst>
                                        <p:tav tm="0">
                                          <p:val>
                                            <p:fltVal val="0"/>
                                          </p:val>
                                        </p:tav>
                                        <p:tav tm="100000">
                                          <p:val>
                                            <p:strVal val="#ppt_h"/>
                                          </p:val>
                                        </p:tav>
                                      </p:tavLst>
                                    </p:anim>
                                    <p:anim calcmode="lin" valueType="num">
                                      <p:cBhvr>
                                        <p:cTn id="9" dur="300" fill="hold"/>
                                        <p:tgtEl>
                                          <p:spTgt spid="25603"/>
                                        </p:tgtEl>
                                        <p:attrNameLst>
                                          <p:attrName>style.rotation</p:attrName>
                                        </p:attrNameLst>
                                      </p:cBhvr>
                                      <p:tavLst>
                                        <p:tav tm="0">
                                          <p:val>
                                            <p:fltVal val="90"/>
                                          </p:val>
                                        </p:tav>
                                        <p:tav tm="100000">
                                          <p:val>
                                            <p:fltVal val="0"/>
                                          </p:val>
                                        </p:tav>
                                      </p:tavLst>
                                    </p:anim>
                                    <p:animEffect transition="in" filter="fade">
                                      <p:cBhvr>
                                        <p:cTn id="10" dur="300"/>
                                        <p:tgtEl>
                                          <p:spTgt spid="25603"/>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5602"/>
                                        </p:tgtEl>
                                        <p:attrNameLst>
                                          <p:attrName>style.visibility</p:attrName>
                                        </p:attrNameLst>
                                      </p:cBhvr>
                                      <p:to>
                                        <p:strVal val="visible"/>
                                      </p:to>
                                    </p:set>
                                    <p:anim calcmode="lin" valueType="num">
                                      <p:cBhvr>
                                        <p:cTn id="14" dur="400" fill="hold"/>
                                        <p:tgtEl>
                                          <p:spTgt spid="2560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5602"/>
                                        </p:tgtEl>
                                        <p:attrNameLst>
                                          <p:attrName>ppt_y</p:attrName>
                                        </p:attrNameLst>
                                      </p:cBhvr>
                                      <p:tavLst>
                                        <p:tav tm="0">
                                          <p:val>
                                            <p:strVal val="#ppt_y"/>
                                          </p:val>
                                        </p:tav>
                                        <p:tav tm="100000">
                                          <p:val>
                                            <p:strVal val="#ppt_y"/>
                                          </p:val>
                                        </p:tav>
                                      </p:tavLst>
                                    </p:anim>
                                    <p:anim calcmode="lin" valueType="num">
                                      <p:cBhvr>
                                        <p:cTn id="16" dur="400" fill="hold"/>
                                        <p:tgtEl>
                                          <p:spTgt spid="2560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560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5602"/>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wipe(left)">
                                      <p:cBhvr>
                                        <p:cTn id="2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autoUpdateAnimBg="0"/>
      <p:bldP spid="25603" grpId="0" animBg="1"/>
      <p:bldP spid="21"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Box 27"/>
          <p:cNvSpPr txBox="1">
            <a:spLocks noChangeArrowheads="1"/>
          </p:cNvSpPr>
          <p:nvPr/>
        </p:nvSpPr>
        <p:spPr bwMode="auto">
          <a:xfrm>
            <a:off x="1012825" y="176213"/>
            <a:ext cx="3191899"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5.4 </a:t>
            </a:r>
            <a:r>
              <a:rPr lang="zh-CN" altLang="en-US" sz="3000" b="1" dirty="0" smtClean="0">
                <a:solidFill>
                  <a:schemeClr val="accent1"/>
                </a:solidFill>
                <a:latin typeface="微软雅黑" pitchFamily="34" charset="-122"/>
                <a:ea typeface="微软雅黑" pitchFamily="34" charset="-122"/>
              </a:rPr>
              <a:t>系统实现效果</a:t>
            </a:r>
            <a:endParaRPr lang="zh-CN" altLang="en-US" sz="3000" b="1" dirty="0">
              <a:solidFill>
                <a:schemeClr val="accent1"/>
              </a:solidFill>
              <a:latin typeface="微软雅黑" pitchFamily="34" charset="-122"/>
              <a:ea typeface="微软雅黑" pitchFamily="34" charset="-122"/>
            </a:endParaRPr>
          </a:p>
        </p:txBody>
      </p:sp>
      <p:sp>
        <p:nvSpPr>
          <p:cNvPr id="25603"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round/>
            <a:headEnd/>
            <a:tailEnd/>
          </a:ln>
        </p:spPr>
        <p:txBody>
          <a:bodyPr/>
          <a:lstStyle/>
          <a:p>
            <a:endParaRPr lang="zh-CN" altLang="en-US"/>
          </a:p>
        </p:txBody>
      </p:sp>
      <p:sp>
        <p:nvSpPr>
          <p:cNvPr id="74754" name="Rectangle 2"/>
          <p:cNvSpPr>
            <a:spLocks noChangeArrowheads="1"/>
          </p:cNvSpPr>
          <p:nvPr/>
        </p:nvSpPr>
        <p:spPr bwMode="auto">
          <a:xfrm>
            <a:off x="0" y="0"/>
            <a:ext cx="12196763"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1" name="矩形 20"/>
          <p:cNvSpPr/>
          <p:nvPr/>
        </p:nvSpPr>
        <p:spPr>
          <a:xfrm>
            <a:off x="478155" y="980728"/>
            <a:ext cx="2339102"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消息通知与确认</a:t>
            </a:r>
            <a:endParaRPr lang="en-US" altLang="zh-CN" sz="2400" b="1" dirty="0" smtClean="0">
              <a:solidFill>
                <a:srgbClr val="F8F8F8"/>
              </a:solidFill>
              <a:latin typeface="+mn-ea"/>
              <a:ea typeface="+mn-ea"/>
            </a:endParaRPr>
          </a:p>
        </p:txBody>
      </p:sp>
      <p:sp>
        <p:nvSpPr>
          <p:cNvPr id="75780" name="Rectangle 4"/>
          <p:cNvSpPr>
            <a:spLocks noChangeArrowheads="1"/>
          </p:cNvSpPr>
          <p:nvPr/>
        </p:nvSpPr>
        <p:spPr bwMode="auto">
          <a:xfrm>
            <a:off x="0" y="0"/>
            <a:ext cx="12196763"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9" name="图片 8"/>
          <p:cNvPicPr/>
          <p:nvPr/>
        </p:nvPicPr>
        <p:blipFill>
          <a:blip r:embed="rId2" cstate="print"/>
          <a:srcRect/>
          <a:stretch>
            <a:fillRect/>
          </a:stretch>
        </p:blipFill>
        <p:spPr bwMode="auto">
          <a:xfrm>
            <a:off x="4204724" y="781050"/>
            <a:ext cx="6622412" cy="3818562"/>
          </a:xfrm>
          <a:prstGeom prst="rect">
            <a:avLst/>
          </a:prstGeom>
          <a:noFill/>
          <a:ln w="9525">
            <a:noFill/>
            <a:miter lim="800000"/>
            <a:headEnd/>
            <a:tailEnd/>
          </a:ln>
        </p:spPr>
      </p:pic>
      <p:pic>
        <p:nvPicPr>
          <p:cNvPr id="10" name="图片 9"/>
          <p:cNvPicPr/>
          <p:nvPr/>
        </p:nvPicPr>
        <p:blipFill>
          <a:blip r:embed="rId3" cstate="print"/>
          <a:srcRect/>
          <a:stretch>
            <a:fillRect/>
          </a:stretch>
        </p:blipFill>
        <p:spPr bwMode="auto">
          <a:xfrm>
            <a:off x="427038" y="2996952"/>
            <a:ext cx="6121117" cy="3240360"/>
          </a:xfrm>
          <a:prstGeom prst="rect">
            <a:avLst/>
          </a:prstGeom>
          <a:noFill/>
          <a:ln w="9525">
            <a:noFill/>
            <a:miter lim="800000"/>
            <a:headEnd/>
            <a:tailEnd/>
          </a:ln>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5603"/>
                                        </p:tgtEl>
                                        <p:attrNameLst>
                                          <p:attrName>style.visibility</p:attrName>
                                        </p:attrNameLst>
                                      </p:cBhvr>
                                      <p:to>
                                        <p:strVal val="visible"/>
                                      </p:to>
                                    </p:set>
                                    <p:anim calcmode="lin" valueType="num">
                                      <p:cBhvr>
                                        <p:cTn id="7" dur="300" fill="hold"/>
                                        <p:tgtEl>
                                          <p:spTgt spid="25603"/>
                                        </p:tgtEl>
                                        <p:attrNameLst>
                                          <p:attrName>ppt_w</p:attrName>
                                        </p:attrNameLst>
                                      </p:cBhvr>
                                      <p:tavLst>
                                        <p:tav tm="0">
                                          <p:val>
                                            <p:fltVal val="0"/>
                                          </p:val>
                                        </p:tav>
                                        <p:tav tm="100000">
                                          <p:val>
                                            <p:strVal val="#ppt_w"/>
                                          </p:val>
                                        </p:tav>
                                      </p:tavLst>
                                    </p:anim>
                                    <p:anim calcmode="lin" valueType="num">
                                      <p:cBhvr>
                                        <p:cTn id="8" dur="300" fill="hold"/>
                                        <p:tgtEl>
                                          <p:spTgt spid="25603"/>
                                        </p:tgtEl>
                                        <p:attrNameLst>
                                          <p:attrName>ppt_h</p:attrName>
                                        </p:attrNameLst>
                                      </p:cBhvr>
                                      <p:tavLst>
                                        <p:tav tm="0">
                                          <p:val>
                                            <p:fltVal val="0"/>
                                          </p:val>
                                        </p:tav>
                                        <p:tav tm="100000">
                                          <p:val>
                                            <p:strVal val="#ppt_h"/>
                                          </p:val>
                                        </p:tav>
                                      </p:tavLst>
                                    </p:anim>
                                    <p:anim calcmode="lin" valueType="num">
                                      <p:cBhvr>
                                        <p:cTn id="9" dur="300" fill="hold"/>
                                        <p:tgtEl>
                                          <p:spTgt spid="25603"/>
                                        </p:tgtEl>
                                        <p:attrNameLst>
                                          <p:attrName>style.rotation</p:attrName>
                                        </p:attrNameLst>
                                      </p:cBhvr>
                                      <p:tavLst>
                                        <p:tav tm="0">
                                          <p:val>
                                            <p:fltVal val="90"/>
                                          </p:val>
                                        </p:tav>
                                        <p:tav tm="100000">
                                          <p:val>
                                            <p:fltVal val="0"/>
                                          </p:val>
                                        </p:tav>
                                      </p:tavLst>
                                    </p:anim>
                                    <p:animEffect transition="in" filter="fade">
                                      <p:cBhvr>
                                        <p:cTn id="10" dur="300"/>
                                        <p:tgtEl>
                                          <p:spTgt spid="25603"/>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5602"/>
                                        </p:tgtEl>
                                        <p:attrNameLst>
                                          <p:attrName>style.visibility</p:attrName>
                                        </p:attrNameLst>
                                      </p:cBhvr>
                                      <p:to>
                                        <p:strVal val="visible"/>
                                      </p:to>
                                    </p:set>
                                    <p:anim calcmode="lin" valueType="num">
                                      <p:cBhvr>
                                        <p:cTn id="14" dur="400" fill="hold"/>
                                        <p:tgtEl>
                                          <p:spTgt spid="2560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5602"/>
                                        </p:tgtEl>
                                        <p:attrNameLst>
                                          <p:attrName>ppt_y</p:attrName>
                                        </p:attrNameLst>
                                      </p:cBhvr>
                                      <p:tavLst>
                                        <p:tav tm="0">
                                          <p:val>
                                            <p:strVal val="#ppt_y"/>
                                          </p:val>
                                        </p:tav>
                                        <p:tav tm="100000">
                                          <p:val>
                                            <p:strVal val="#ppt_y"/>
                                          </p:val>
                                        </p:tav>
                                      </p:tavLst>
                                    </p:anim>
                                    <p:anim calcmode="lin" valueType="num">
                                      <p:cBhvr>
                                        <p:cTn id="16" dur="400" fill="hold"/>
                                        <p:tgtEl>
                                          <p:spTgt spid="2560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560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5602"/>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wipe(left)">
                                      <p:cBhvr>
                                        <p:cTn id="2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autoUpdateAnimBg="0"/>
      <p:bldP spid="25603" grpId="0" animBg="1"/>
      <p:bldP spid="21"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Oval 5"/>
          <p:cNvSpPr>
            <a:spLocks noChangeArrowheads="1"/>
          </p:cNvSpPr>
          <p:nvPr/>
        </p:nvSpPr>
        <p:spPr bwMode="auto">
          <a:xfrm>
            <a:off x="4062413" y="627063"/>
            <a:ext cx="4141787" cy="4144962"/>
          </a:xfrm>
          <a:prstGeom prst="ellipse">
            <a:avLst/>
          </a:prstGeom>
          <a:solidFill>
            <a:srgbClr val="FFFFFF"/>
          </a:solidFill>
          <a:ln w="9525">
            <a:noFill/>
            <a:round/>
            <a:headEnd/>
            <a:tailEnd/>
          </a:ln>
        </p:spPr>
        <p:txBody>
          <a:bodyPr/>
          <a:lstStyle/>
          <a:p>
            <a:pPr eaLnBrk="1" hangingPunct="1"/>
            <a:endParaRPr lang="zh-CN" altLang="en-US">
              <a:solidFill>
                <a:srgbClr val="004C54"/>
              </a:solidFill>
            </a:endParaRPr>
          </a:p>
        </p:txBody>
      </p:sp>
      <p:sp>
        <p:nvSpPr>
          <p:cNvPr id="22531" name="Line 12"/>
          <p:cNvSpPr>
            <a:spLocks noChangeShapeType="1"/>
          </p:cNvSpPr>
          <p:nvPr/>
        </p:nvSpPr>
        <p:spPr bwMode="auto">
          <a:xfrm>
            <a:off x="4195763" y="2740025"/>
            <a:ext cx="3808412" cy="0"/>
          </a:xfrm>
          <a:prstGeom prst="line">
            <a:avLst/>
          </a:prstGeom>
          <a:noFill/>
          <a:ln w="12700">
            <a:solidFill>
              <a:schemeClr val="bg2"/>
            </a:solidFill>
            <a:round/>
            <a:headEnd/>
            <a:tailEnd/>
          </a:ln>
        </p:spPr>
        <p:txBody>
          <a:bodyPr/>
          <a:lstStyle/>
          <a:p>
            <a:endParaRPr lang="zh-CN" altLang="en-US"/>
          </a:p>
        </p:txBody>
      </p:sp>
      <p:sp>
        <p:nvSpPr>
          <p:cNvPr id="22532" name="TextBox 77"/>
          <p:cNvSpPr txBox="1">
            <a:spLocks noChangeArrowheads="1"/>
          </p:cNvSpPr>
          <p:nvPr/>
        </p:nvSpPr>
        <p:spPr bwMode="auto">
          <a:xfrm>
            <a:off x="4602163" y="2852738"/>
            <a:ext cx="3168650" cy="769441"/>
          </a:xfrm>
          <a:prstGeom prst="rect">
            <a:avLst/>
          </a:prstGeom>
          <a:noFill/>
          <a:ln w="9525">
            <a:noFill/>
            <a:miter lim="800000"/>
            <a:headEnd/>
            <a:tailEnd/>
          </a:ln>
        </p:spPr>
        <p:txBody>
          <a:bodyPr>
            <a:spAutoFit/>
          </a:bodyPr>
          <a:lstStyle/>
          <a:p>
            <a:pPr algn="ctr" eaLnBrk="1" hangingPunct="1"/>
            <a:r>
              <a:rPr lang="zh-CN" altLang="en-US" sz="4400" b="1" dirty="0" smtClean="0">
                <a:solidFill>
                  <a:srgbClr val="363636"/>
                </a:solidFill>
                <a:latin typeface="微软雅黑" pitchFamily="34" charset="-122"/>
                <a:ea typeface="微软雅黑" pitchFamily="34" charset="-122"/>
              </a:rPr>
              <a:t>系统测试</a:t>
            </a:r>
            <a:endParaRPr lang="zh-CN" altLang="en-US" sz="4400" b="1" dirty="0">
              <a:solidFill>
                <a:srgbClr val="363636"/>
              </a:solidFill>
              <a:latin typeface="微软雅黑" pitchFamily="34" charset="-122"/>
              <a:ea typeface="微软雅黑" pitchFamily="34" charset="-122"/>
            </a:endParaRPr>
          </a:p>
        </p:txBody>
      </p:sp>
      <p:sp>
        <p:nvSpPr>
          <p:cNvPr id="22533" name="Rectangle 14"/>
          <p:cNvSpPr>
            <a:spLocks noChangeArrowheads="1"/>
          </p:cNvSpPr>
          <p:nvPr/>
        </p:nvSpPr>
        <p:spPr bwMode="auto">
          <a:xfrm>
            <a:off x="5634038" y="2255838"/>
            <a:ext cx="931858" cy="400110"/>
          </a:xfrm>
          <a:prstGeom prst="rect">
            <a:avLst/>
          </a:prstGeom>
          <a:noFill/>
          <a:ln w="9525">
            <a:noFill/>
            <a:miter lim="800000"/>
            <a:headEnd/>
            <a:tailEnd/>
          </a:ln>
        </p:spPr>
        <p:txBody>
          <a:bodyPr wrap="none" lIns="0" tIns="0" rIns="0" bIns="0">
            <a:spAutoFit/>
          </a:bodyPr>
          <a:lstStyle/>
          <a:p>
            <a:pPr eaLnBrk="1" hangingPunct="1"/>
            <a:r>
              <a:rPr lang="zh-CN" altLang="en-US" sz="2600" dirty="0">
                <a:solidFill>
                  <a:srgbClr val="363636"/>
                </a:solidFill>
                <a:latin typeface="微软雅黑" pitchFamily="34" charset="-122"/>
                <a:ea typeface="微软雅黑" pitchFamily="34" charset="-122"/>
              </a:rPr>
              <a:t>Part </a:t>
            </a:r>
            <a:r>
              <a:rPr lang="en-US" altLang="zh-CN" sz="2600" dirty="0" smtClean="0">
                <a:solidFill>
                  <a:srgbClr val="363636"/>
                </a:solidFill>
                <a:latin typeface="微软雅黑" pitchFamily="34" charset="-122"/>
                <a:ea typeface="微软雅黑" pitchFamily="34" charset="-122"/>
              </a:rPr>
              <a:t>6</a:t>
            </a:r>
            <a:endParaRPr lang="zh-CN" altLang="en-US" sz="2600" dirty="0">
              <a:solidFill>
                <a:srgbClr val="363636"/>
              </a:solidFill>
              <a:latin typeface="微软雅黑" pitchFamily="34" charset="-122"/>
              <a:ea typeface="微软雅黑" pitchFamily="34" charset="-122"/>
            </a:endParaRPr>
          </a:p>
        </p:txBody>
      </p:sp>
      <p:sp>
        <p:nvSpPr>
          <p:cNvPr id="22534" name="Freeform 12"/>
          <p:cNvSpPr>
            <a:spLocks noEditPoints="1"/>
          </p:cNvSpPr>
          <p:nvPr/>
        </p:nvSpPr>
        <p:spPr bwMode="auto">
          <a:xfrm>
            <a:off x="5340350" y="798513"/>
            <a:ext cx="1517650" cy="1463675"/>
          </a:xfrm>
          <a:custGeom>
            <a:avLst/>
            <a:gdLst>
              <a:gd name="T0" fmla="*/ 2147483646 w 1022"/>
              <a:gd name="T1" fmla="*/ 2147483646 h 973"/>
              <a:gd name="T2" fmla="*/ 2147483646 w 1022"/>
              <a:gd name="T3" fmla="*/ 2147483646 h 973"/>
              <a:gd name="T4" fmla="*/ 2147483646 w 1022"/>
              <a:gd name="T5" fmla="*/ 2147483646 h 973"/>
              <a:gd name="T6" fmla="*/ 2147483646 w 1022"/>
              <a:gd name="T7" fmla="*/ 2147483646 h 973"/>
              <a:gd name="T8" fmla="*/ 2147483646 w 1022"/>
              <a:gd name="T9" fmla="*/ 2147483646 h 973"/>
              <a:gd name="T10" fmla="*/ 2147483646 w 1022"/>
              <a:gd name="T11" fmla="*/ 2147483646 h 973"/>
              <a:gd name="T12" fmla="*/ 2147483646 w 1022"/>
              <a:gd name="T13" fmla="*/ 2147483646 h 973"/>
              <a:gd name="T14" fmla="*/ 2147483646 w 1022"/>
              <a:gd name="T15" fmla="*/ 2147483646 h 973"/>
              <a:gd name="T16" fmla="*/ 2147483646 w 1022"/>
              <a:gd name="T17" fmla="*/ 2147483646 h 973"/>
              <a:gd name="T18" fmla="*/ 2147483646 w 1022"/>
              <a:gd name="T19" fmla="*/ 2147483646 h 973"/>
              <a:gd name="T20" fmla="*/ 2147483646 w 1022"/>
              <a:gd name="T21" fmla="*/ 2147483646 h 973"/>
              <a:gd name="T22" fmla="*/ 2147483646 w 1022"/>
              <a:gd name="T23" fmla="*/ 2147483646 h 973"/>
              <a:gd name="T24" fmla="*/ 2147483646 w 1022"/>
              <a:gd name="T25" fmla="*/ 2147483646 h 973"/>
              <a:gd name="T26" fmla="*/ 2147483646 w 1022"/>
              <a:gd name="T27" fmla="*/ 2147483646 h 973"/>
              <a:gd name="T28" fmla="*/ 2147483646 w 1022"/>
              <a:gd name="T29" fmla="*/ 2147483646 h 973"/>
              <a:gd name="T30" fmla="*/ 2147483646 w 1022"/>
              <a:gd name="T31" fmla="*/ 2147483646 h 973"/>
              <a:gd name="T32" fmla="*/ 2147483646 w 1022"/>
              <a:gd name="T33" fmla="*/ 2147483646 h 973"/>
              <a:gd name="T34" fmla="*/ 2147483646 w 1022"/>
              <a:gd name="T35" fmla="*/ 2147483646 h 973"/>
              <a:gd name="T36" fmla="*/ 2147483646 w 1022"/>
              <a:gd name="T37" fmla="*/ 2147483646 h 973"/>
              <a:gd name="T38" fmla="*/ 2147483646 w 1022"/>
              <a:gd name="T39" fmla="*/ 2147483646 h 973"/>
              <a:gd name="T40" fmla="*/ 2147483646 w 1022"/>
              <a:gd name="T41" fmla="*/ 2147483646 h 973"/>
              <a:gd name="T42" fmla="*/ 2147483646 w 1022"/>
              <a:gd name="T43" fmla="*/ 2147483646 h 973"/>
              <a:gd name="T44" fmla="*/ 2147483646 w 1022"/>
              <a:gd name="T45" fmla="*/ 2147483646 h 973"/>
              <a:gd name="T46" fmla="*/ 2147483646 w 1022"/>
              <a:gd name="T47" fmla="*/ 2147483646 h 973"/>
              <a:gd name="T48" fmla="*/ 2147483646 w 1022"/>
              <a:gd name="T49" fmla="*/ 2147483646 h 973"/>
              <a:gd name="T50" fmla="*/ 2147483646 w 1022"/>
              <a:gd name="T51" fmla="*/ 2147483646 h 973"/>
              <a:gd name="T52" fmla="*/ 2147483646 w 1022"/>
              <a:gd name="T53" fmla="*/ 2147483646 h 973"/>
              <a:gd name="T54" fmla="*/ 2147483646 w 1022"/>
              <a:gd name="T55" fmla="*/ 2147483646 h 973"/>
              <a:gd name="T56" fmla="*/ 2147483646 w 1022"/>
              <a:gd name="T57" fmla="*/ 2147483646 h 973"/>
              <a:gd name="T58" fmla="*/ 2147483646 w 1022"/>
              <a:gd name="T59" fmla="*/ 2147483646 h 973"/>
              <a:gd name="T60" fmla="*/ 2147483646 w 1022"/>
              <a:gd name="T61" fmla="*/ 2147483646 h 973"/>
              <a:gd name="T62" fmla="*/ 2147483646 w 1022"/>
              <a:gd name="T63" fmla="*/ 2147483646 h 973"/>
              <a:gd name="T64" fmla="*/ 2147483646 w 1022"/>
              <a:gd name="T65" fmla="*/ 2147483646 h 973"/>
              <a:gd name="T66" fmla="*/ 2147483646 w 1022"/>
              <a:gd name="T67" fmla="*/ 2147483646 h 973"/>
              <a:gd name="T68" fmla="*/ 2147483646 w 1022"/>
              <a:gd name="T69" fmla="*/ 2147483646 h 973"/>
              <a:gd name="T70" fmla="*/ 2147483646 w 1022"/>
              <a:gd name="T71" fmla="*/ 2147483646 h 973"/>
              <a:gd name="T72" fmla="*/ 2147483646 w 1022"/>
              <a:gd name="T73" fmla="*/ 2147483646 h 973"/>
              <a:gd name="T74" fmla="*/ 2147483646 w 1022"/>
              <a:gd name="T75" fmla="*/ 2147483646 h 973"/>
              <a:gd name="T76" fmla="*/ 2147483646 w 1022"/>
              <a:gd name="T77" fmla="*/ 2147483646 h 973"/>
              <a:gd name="T78" fmla="*/ 2147483646 w 1022"/>
              <a:gd name="T79" fmla="*/ 2147483646 h 973"/>
              <a:gd name="T80" fmla="*/ 2147483646 w 1022"/>
              <a:gd name="T81" fmla="*/ 2147483646 h 973"/>
              <a:gd name="T82" fmla="*/ 2147483646 w 1022"/>
              <a:gd name="T83" fmla="*/ 2147483646 h 973"/>
              <a:gd name="T84" fmla="*/ 2147483646 w 1022"/>
              <a:gd name="T85" fmla="*/ 2147483646 h 973"/>
              <a:gd name="T86" fmla="*/ 2147483646 w 1022"/>
              <a:gd name="T87" fmla="*/ 2147483646 h 97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022" h="973">
                <a:moveTo>
                  <a:pt x="596" y="882"/>
                </a:moveTo>
                <a:lnTo>
                  <a:pt x="426" y="882"/>
                </a:lnTo>
                <a:cubicBezTo>
                  <a:pt x="414" y="882"/>
                  <a:pt x="403" y="892"/>
                  <a:pt x="403" y="904"/>
                </a:cubicBezTo>
                <a:cubicBezTo>
                  <a:pt x="403" y="916"/>
                  <a:pt x="414" y="926"/>
                  <a:pt x="426" y="926"/>
                </a:cubicBezTo>
                <a:lnTo>
                  <a:pt x="596" y="926"/>
                </a:lnTo>
                <a:cubicBezTo>
                  <a:pt x="609" y="926"/>
                  <a:pt x="619" y="916"/>
                  <a:pt x="619" y="904"/>
                </a:cubicBezTo>
                <a:cubicBezTo>
                  <a:pt x="619" y="892"/>
                  <a:pt x="609" y="882"/>
                  <a:pt x="596" y="882"/>
                </a:cubicBezTo>
                <a:close/>
                <a:moveTo>
                  <a:pt x="596" y="813"/>
                </a:moveTo>
                <a:lnTo>
                  <a:pt x="596" y="813"/>
                </a:lnTo>
                <a:lnTo>
                  <a:pt x="426" y="813"/>
                </a:lnTo>
                <a:cubicBezTo>
                  <a:pt x="414" y="813"/>
                  <a:pt x="403" y="823"/>
                  <a:pt x="403" y="835"/>
                </a:cubicBezTo>
                <a:cubicBezTo>
                  <a:pt x="403" y="848"/>
                  <a:pt x="414" y="858"/>
                  <a:pt x="426" y="858"/>
                </a:cubicBezTo>
                <a:lnTo>
                  <a:pt x="596" y="858"/>
                </a:lnTo>
                <a:cubicBezTo>
                  <a:pt x="609" y="858"/>
                  <a:pt x="619" y="848"/>
                  <a:pt x="619" y="835"/>
                </a:cubicBezTo>
                <a:cubicBezTo>
                  <a:pt x="619" y="823"/>
                  <a:pt x="609" y="813"/>
                  <a:pt x="596" y="813"/>
                </a:cubicBezTo>
                <a:close/>
                <a:moveTo>
                  <a:pt x="511" y="973"/>
                </a:moveTo>
                <a:lnTo>
                  <a:pt x="511" y="973"/>
                </a:lnTo>
                <a:lnTo>
                  <a:pt x="585" y="946"/>
                </a:lnTo>
                <a:lnTo>
                  <a:pt x="437" y="946"/>
                </a:lnTo>
                <a:lnTo>
                  <a:pt x="511" y="973"/>
                </a:lnTo>
                <a:close/>
                <a:moveTo>
                  <a:pt x="514" y="261"/>
                </a:moveTo>
                <a:lnTo>
                  <a:pt x="514" y="261"/>
                </a:lnTo>
                <a:lnTo>
                  <a:pt x="508" y="261"/>
                </a:lnTo>
                <a:cubicBezTo>
                  <a:pt x="384" y="261"/>
                  <a:pt x="272" y="362"/>
                  <a:pt x="272" y="486"/>
                </a:cubicBezTo>
                <a:cubicBezTo>
                  <a:pt x="272" y="611"/>
                  <a:pt x="377" y="682"/>
                  <a:pt x="388" y="721"/>
                </a:cubicBezTo>
                <a:cubicBezTo>
                  <a:pt x="398" y="759"/>
                  <a:pt x="388" y="778"/>
                  <a:pt x="416" y="787"/>
                </a:cubicBezTo>
                <a:cubicBezTo>
                  <a:pt x="444" y="796"/>
                  <a:pt x="508" y="794"/>
                  <a:pt x="508" y="794"/>
                </a:cubicBezTo>
                <a:lnTo>
                  <a:pt x="514" y="794"/>
                </a:lnTo>
                <a:cubicBezTo>
                  <a:pt x="514" y="794"/>
                  <a:pt x="578" y="796"/>
                  <a:pt x="606" y="787"/>
                </a:cubicBezTo>
                <a:cubicBezTo>
                  <a:pt x="634" y="778"/>
                  <a:pt x="624" y="759"/>
                  <a:pt x="634" y="721"/>
                </a:cubicBezTo>
                <a:cubicBezTo>
                  <a:pt x="645" y="682"/>
                  <a:pt x="750" y="611"/>
                  <a:pt x="750" y="486"/>
                </a:cubicBezTo>
                <a:cubicBezTo>
                  <a:pt x="750" y="362"/>
                  <a:pt x="638" y="261"/>
                  <a:pt x="514" y="261"/>
                </a:cubicBezTo>
                <a:close/>
                <a:moveTo>
                  <a:pt x="201" y="527"/>
                </a:moveTo>
                <a:lnTo>
                  <a:pt x="201" y="527"/>
                </a:lnTo>
                <a:cubicBezTo>
                  <a:pt x="201" y="509"/>
                  <a:pt x="183" y="495"/>
                  <a:pt x="162" y="495"/>
                </a:cubicBezTo>
                <a:lnTo>
                  <a:pt x="39" y="495"/>
                </a:lnTo>
                <a:cubicBezTo>
                  <a:pt x="17" y="495"/>
                  <a:pt x="0" y="509"/>
                  <a:pt x="0" y="527"/>
                </a:cubicBezTo>
                <a:cubicBezTo>
                  <a:pt x="0" y="544"/>
                  <a:pt x="17" y="558"/>
                  <a:pt x="39" y="558"/>
                </a:cubicBezTo>
                <a:lnTo>
                  <a:pt x="162" y="558"/>
                </a:lnTo>
                <a:cubicBezTo>
                  <a:pt x="183" y="558"/>
                  <a:pt x="201" y="544"/>
                  <a:pt x="201" y="527"/>
                </a:cubicBezTo>
                <a:close/>
                <a:moveTo>
                  <a:pt x="983" y="495"/>
                </a:moveTo>
                <a:lnTo>
                  <a:pt x="983" y="495"/>
                </a:lnTo>
                <a:lnTo>
                  <a:pt x="860" y="495"/>
                </a:lnTo>
                <a:cubicBezTo>
                  <a:pt x="839" y="495"/>
                  <a:pt x="822" y="509"/>
                  <a:pt x="822" y="527"/>
                </a:cubicBezTo>
                <a:cubicBezTo>
                  <a:pt x="822" y="544"/>
                  <a:pt x="839" y="558"/>
                  <a:pt x="860" y="558"/>
                </a:cubicBezTo>
                <a:lnTo>
                  <a:pt x="983" y="558"/>
                </a:lnTo>
                <a:cubicBezTo>
                  <a:pt x="1005" y="558"/>
                  <a:pt x="1022" y="544"/>
                  <a:pt x="1022" y="527"/>
                </a:cubicBezTo>
                <a:cubicBezTo>
                  <a:pt x="1022" y="509"/>
                  <a:pt x="1005" y="495"/>
                  <a:pt x="983" y="495"/>
                </a:cubicBezTo>
                <a:close/>
                <a:moveTo>
                  <a:pt x="782" y="296"/>
                </a:moveTo>
                <a:lnTo>
                  <a:pt x="782" y="296"/>
                </a:lnTo>
                <a:lnTo>
                  <a:pt x="869" y="209"/>
                </a:lnTo>
                <a:cubicBezTo>
                  <a:pt x="885" y="194"/>
                  <a:pt x="887" y="172"/>
                  <a:pt x="874" y="159"/>
                </a:cubicBezTo>
                <a:cubicBezTo>
                  <a:pt x="862" y="147"/>
                  <a:pt x="839" y="149"/>
                  <a:pt x="824" y="164"/>
                </a:cubicBezTo>
                <a:lnTo>
                  <a:pt x="737" y="251"/>
                </a:lnTo>
                <a:cubicBezTo>
                  <a:pt x="722" y="266"/>
                  <a:pt x="720" y="289"/>
                  <a:pt x="732" y="301"/>
                </a:cubicBezTo>
                <a:cubicBezTo>
                  <a:pt x="745" y="314"/>
                  <a:pt x="767" y="311"/>
                  <a:pt x="782" y="296"/>
                </a:cubicBezTo>
                <a:close/>
                <a:moveTo>
                  <a:pt x="508" y="201"/>
                </a:moveTo>
                <a:lnTo>
                  <a:pt x="508" y="201"/>
                </a:lnTo>
                <a:cubicBezTo>
                  <a:pt x="526" y="201"/>
                  <a:pt x="540" y="183"/>
                  <a:pt x="540" y="162"/>
                </a:cubicBezTo>
                <a:lnTo>
                  <a:pt x="540" y="39"/>
                </a:lnTo>
                <a:cubicBezTo>
                  <a:pt x="540" y="18"/>
                  <a:pt x="526" y="0"/>
                  <a:pt x="508" y="0"/>
                </a:cubicBezTo>
                <a:cubicBezTo>
                  <a:pt x="491" y="0"/>
                  <a:pt x="476" y="18"/>
                  <a:pt x="476" y="39"/>
                </a:cubicBezTo>
                <a:lnTo>
                  <a:pt x="476" y="162"/>
                </a:lnTo>
                <a:cubicBezTo>
                  <a:pt x="476" y="183"/>
                  <a:pt x="491" y="201"/>
                  <a:pt x="508" y="201"/>
                </a:cubicBezTo>
                <a:close/>
                <a:moveTo>
                  <a:pt x="229" y="283"/>
                </a:moveTo>
                <a:lnTo>
                  <a:pt x="229" y="283"/>
                </a:lnTo>
                <a:cubicBezTo>
                  <a:pt x="244" y="299"/>
                  <a:pt x="267" y="301"/>
                  <a:pt x="279" y="288"/>
                </a:cubicBezTo>
                <a:cubicBezTo>
                  <a:pt x="292" y="276"/>
                  <a:pt x="289" y="254"/>
                  <a:pt x="274" y="238"/>
                </a:cubicBezTo>
                <a:lnTo>
                  <a:pt x="187" y="151"/>
                </a:lnTo>
                <a:cubicBezTo>
                  <a:pt x="172" y="136"/>
                  <a:pt x="149" y="134"/>
                  <a:pt x="137" y="146"/>
                </a:cubicBezTo>
                <a:cubicBezTo>
                  <a:pt x="125" y="159"/>
                  <a:pt x="127" y="181"/>
                  <a:pt x="142" y="196"/>
                </a:cubicBezTo>
                <a:lnTo>
                  <a:pt x="229" y="283"/>
                </a:lnTo>
                <a:close/>
                <a:moveTo>
                  <a:pt x="240" y="756"/>
                </a:moveTo>
                <a:lnTo>
                  <a:pt x="240" y="756"/>
                </a:lnTo>
                <a:lnTo>
                  <a:pt x="153" y="843"/>
                </a:lnTo>
                <a:cubicBezTo>
                  <a:pt x="137" y="859"/>
                  <a:pt x="135" y="881"/>
                  <a:pt x="148" y="894"/>
                </a:cubicBezTo>
                <a:cubicBezTo>
                  <a:pt x="160" y="906"/>
                  <a:pt x="183" y="904"/>
                  <a:pt x="198" y="889"/>
                </a:cubicBezTo>
                <a:lnTo>
                  <a:pt x="285" y="802"/>
                </a:lnTo>
                <a:cubicBezTo>
                  <a:pt x="300" y="786"/>
                  <a:pt x="302" y="764"/>
                  <a:pt x="290" y="751"/>
                </a:cubicBezTo>
                <a:cubicBezTo>
                  <a:pt x="277" y="739"/>
                  <a:pt x="255" y="741"/>
                  <a:pt x="240" y="756"/>
                </a:cubicBezTo>
                <a:close/>
                <a:moveTo>
                  <a:pt x="793" y="769"/>
                </a:moveTo>
                <a:lnTo>
                  <a:pt x="793" y="769"/>
                </a:lnTo>
                <a:cubicBezTo>
                  <a:pt x="778" y="754"/>
                  <a:pt x="755" y="752"/>
                  <a:pt x="743" y="764"/>
                </a:cubicBezTo>
                <a:cubicBezTo>
                  <a:pt x="731" y="777"/>
                  <a:pt x="733" y="799"/>
                  <a:pt x="748" y="814"/>
                </a:cubicBezTo>
                <a:lnTo>
                  <a:pt x="835" y="901"/>
                </a:lnTo>
                <a:cubicBezTo>
                  <a:pt x="850" y="916"/>
                  <a:pt x="873" y="919"/>
                  <a:pt x="885" y="906"/>
                </a:cubicBezTo>
                <a:cubicBezTo>
                  <a:pt x="897" y="894"/>
                  <a:pt x="895" y="871"/>
                  <a:pt x="880" y="856"/>
                </a:cubicBezTo>
                <a:lnTo>
                  <a:pt x="793" y="769"/>
                </a:lnTo>
                <a:close/>
              </a:path>
            </a:pathLst>
          </a:custGeom>
          <a:solidFill>
            <a:srgbClr val="113E6A"/>
          </a:solidFill>
          <a:ln w="9525">
            <a:noFill/>
            <a:round/>
            <a:headEnd/>
            <a:tailEnd/>
          </a:ln>
        </p:spPr>
        <p:txBody>
          <a:bodyPr/>
          <a:lstStyle/>
          <a:p>
            <a:endParaRPr lang="zh-CN" altLang="en-US"/>
          </a:p>
        </p:txBody>
      </p:sp>
      <p:sp>
        <p:nvSpPr>
          <p:cNvPr id="22535" name="Oval 39"/>
          <p:cNvSpPr>
            <a:spLocks noChangeAspect="1" noChangeArrowheads="1"/>
          </p:cNvSpPr>
          <p:nvPr/>
        </p:nvSpPr>
        <p:spPr bwMode="auto">
          <a:xfrm>
            <a:off x="3810149" y="5392738"/>
            <a:ext cx="173037" cy="158750"/>
          </a:xfrm>
          <a:prstGeom prst="ellipse">
            <a:avLst/>
          </a:prstGeom>
          <a:solidFill>
            <a:schemeClr val="bg1"/>
          </a:solidFill>
          <a:ln w="28575">
            <a:solidFill>
              <a:schemeClr val="accent2"/>
            </a:solidFill>
            <a:round/>
            <a:headEnd/>
            <a:tailEnd/>
          </a:ln>
        </p:spPr>
        <p:txBody>
          <a:bodyPr/>
          <a:lstStyle/>
          <a:p>
            <a:pPr eaLnBrk="1" hangingPunct="1"/>
            <a:endParaRPr lang="zh-CN" altLang="en-US">
              <a:solidFill>
                <a:schemeClr val="accent2"/>
              </a:solidFill>
            </a:endParaRPr>
          </a:p>
        </p:txBody>
      </p:sp>
      <p:sp>
        <p:nvSpPr>
          <p:cNvPr id="22537" name="Oval 42"/>
          <p:cNvSpPr>
            <a:spLocks noChangeAspect="1" noChangeArrowheads="1"/>
          </p:cNvSpPr>
          <p:nvPr/>
        </p:nvSpPr>
        <p:spPr bwMode="auto">
          <a:xfrm>
            <a:off x="7029450" y="5392738"/>
            <a:ext cx="158750" cy="158750"/>
          </a:xfrm>
          <a:prstGeom prst="ellipse">
            <a:avLst/>
          </a:prstGeom>
          <a:solidFill>
            <a:schemeClr val="bg1"/>
          </a:solidFill>
          <a:ln w="28575">
            <a:solidFill>
              <a:schemeClr val="accent2"/>
            </a:solidFill>
            <a:round/>
            <a:headEnd/>
            <a:tailEnd/>
          </a:ln>
        </p:spPr>
        <p:txBody>
          <a:bodyPr/>
          <a:lstStyle/>
          <a:p>
            <a:pPr eaLnBrk="1" hangingPunct="1"/>
            <a:endParaRPr lang="zh-CN" altLang="en-US">
              <a:solidFill>
                <a:schemeClr val="accent2"/>
              </a:solidFill>
            </a:endParaRPr>
          </a:p>
        </p:txBody>
      </p:sp>
      <p:sp>
        <p:nvSpPr>
          <p:cNvPr id="22538" name="TextBox 28"/>
          <p:cNvSpPr txBox="1">
            <a:spLocks noChangeArrowheads="1"/>
          </p:cNvSpPr>
          <p:nvPr/>
        </p:nvSpPr>
        <p:spPr bwMode="auto">
          <a:xfrm>
            <a:off x="3959374" y="5240338"/>
            <a:ext cx="2859087" cy="461665"/>
          </a:xfrm>
          <a:prstGeom prst="rect">
            <a:avLst/>
          </a:prstGeom>
          <a:noFill/>
          <a:ln w="9525">
            <a:noFill/>
            <a:miter lim="800000"/>
            <a:headEnd/>
            <a:tailEnd/>
          </a:ln>
        </p:spPr>
        <p:txBody>
          <a:bodyPr>
            <a:spAutoFit/>
          </a:bodyPr>
          <a:lstStyle/>
          <a:p>
            <a:pPr eaLnBrk="1" hangingPunct="1"/>
            <a:r>
              <a:rPr lang="zh-CN" altLang="en-US" sz="2400" dirty="0" smtClean="0">
                <a:solidFill>
                  <a:schemeClr val="accent2"/>
                </a:solidFill>
                <a:latin typeface="微软雅黑" pitchFamily="34" charset="-122"/>
                <a:ea typeface="微软雅黑" pitchFamily="34" charset="-122"/>
              </a:rPr>
              <a:t>功能测试</a:t>
            </a:r>
            <a:r>
              <a:rPr lang="en-US" altLang="zh-CN" sz="2400" dirty="0" smtClean="0">
                <a:solidFill>
                  <a:schemeClr val="accent2"/>
                </a:solidFill>
                <a:latin typeface="微软雅黑" pitchFamily="34" charset="-122"/>
                <a:ea typeface="微软雅黑" pitchFamily="34" charset="-122"/>
              </a:rPr>
              <a:t>	</a:t>
            </a:r>
            <a:endParaRPr lang="zh-CN" altLang="en-US" sz="2400" dirty="0">
              <a:solidFill>
                <a:schemeClr val="accent2"/>
              </a:solidFill>
              <a:latin typeface="微软雅黑" pitchFamily="34" charset="-122"/>
              <a:ea typeface="微软雅黑" pitchFamily="34" charset="-122"/>
            </a:endParaRPr>
          </a:p>
        </p:txBody>
      </p:sp>
      <p:sp>
        <p:nvSpPr>
          <p:cNvPr id="22541" name="TextBox 32"/>
          <p:cNvSpPr txBox="1">
            <a:spLocks noChangeArrowheads="1"/>
          </p:cNvSpPr>
          <p:nvPr/>
        </p:nvSpPr>
        <p:spPr bwMode="auto">
          <a:xfrm>
            <a:off x="7178675" y="5240338"/>
            <a:ext cx="2665413" cy="461962"/>
          </a:xfrm>
          <a:prstGeom prst="rect">
            <a:avLst/>
          </a:prstGeom>
          <a:noFill/>
          <a:ln w="9525">
            <a:noFill/>
            <a:miter lim="800000"/>
            <a:headEnd/>
            <a:tailEnd/>
          </a:ln>
        </p:spPr>
        <p:txBody>
          <a:bodyPr>
            <a:spAutoFit/>
          </a:bodyPr>
          <a:lstStyle/>
          <a:p>
            <a:pPr eaLnBrk="1" hangingPunct="1"/>
            <a:r>
              <a:rPr lang="zh-CN" altLang="en-US" sz="2400" dirty="0" smtClean="0">
                <a:solidFill>
                  <a:schemeClr val="accent2"/>
                </a:solidFill>
                <a:latin typeface="微软雅黑" pitchFamily="34" charset="-122"/>
                <a:ea typeface="微软雅黑" pitchFamily="34" charset="-122"/>
              </a:rPr>
              <a:t>性能测试</a:t>
            </a:r>
            <a:endParaRPr lang="zh-CN" altLang="en-US" sz="2400" dirty="0">
              <a:solidFill>
                <a:schemeClr val="accent2"/>
              </a:solidFill>
              <a:latin typeface="微软雅黑" pitchFamily="34" charset="-122"/>
              <a:ea typeface="微软雅黑" pitchFamily="34" charset="-122"/>
            </a:endParaRPr>
          </a:p>
        </p:txBody>
      </p:sp>
    </p:spTree>
  </p:cSld>
  <p:clrMapOvr>
    <a:masterClrMapping/>
  </p:clrMapOvr>
  <p:transition advTm="8561"/>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2530"/>
                                        </p:tgtEl>
                                        <p:attrNameLst>
                                          <p:attrName>style.visibility</p:attrName>
                                        </p:attrNameLst>
                                      </p:cBhvr>
                                      <p:to>
                                        <p:strVal val="visible"/>
                                      </p:to>
                                    </p:set>
                                    <p:animEffect transition="in" filter="wheel(1)">
                                      <p:cBhvr>
                                        <p:cTn id="7" dur="2000"/>
                                        <p:tgtEl>
                                          <p:spTgt spid="22530"/>
                                        </p:tgtEl>
                                      </p:cBhvr>
                                    </p:animEffect>
                                  </p:childTnLst>
                                </p:cTn>
                              </p:par>
                            </p:childTnLst>
                          </p:cTn>
                        </p:par>
                        <p:par>
                          <p:cTn id="8" fill="hold" nodeType="afterGroup">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22531"/>
                                        </p:tgtEl>
                                        <p:attrNameLst>
                                          <p:attrName>style.visibility</p:attrName>
                                        </p:attrNameLst>
                                      </p:cBhvr>
                                      <p:to>
                                        <p:strVal val="visible"/>
                                      </p:to>
                                    </p:set>
                                    <p:animEffect transition="in" filter="barn(inVertical)">
                                      <p:cBhvr>
                                        <p:cTn id="11" dur="500"/>
                                        <p:tgtEl>
                                          <p:spTgt spid="22531"/>
                                        </p:tgtEl>
                                      </p:cBhvr>
                                    </p:animEffect>
                                  </p:childTnLst>
                                </p:cTn>
                              </p:par>
                            </p:childTnLst>
                          </p:cTn>
                        </p:par>
                        <p:par>
                          <p:cTn id="12" fill="hold" nodeType="afterGroup">
                            <p:stCondLst>
                              <p:cond delay="2500"/>
                            </p:stCondLst>
                            <p:childTnLst>
                              <p:par>
                                <p:cTn id="13" presetID="22" presetClass="entr" presetSubtype="1" fill="hold" grpId="0" nodeType="afterEffect">
                                  <p:stCondLst>
                                    <p:cond delay="0"/>
                                  </p:stCondLst>
                                  <p:childTnLst>
                                    <p:set>
                                      <p:cBhvr>
                                        <p:cTn id="14" dur="1" fill="hold">
                                          <p:stCondLst>
                                            <p:cond delay="0"/>
                                          </p:stCondLst>
                                        </p:cTn>
                                        <p:tgtEl>
                                          <p:spTgt spid="22532"/>
                                        </p:tgtEl>
                                        <p:attrNameLst>
                                          <p:attrName>style.visibility</p:attrName>
                                        </p:attrNameLst>
                                      </p:cBhvr>
                                      <p:to>
                                        <p:strVal val="visible"/>
                                      </p:to>
                                    </p:set>
                                    <p:animEffect transition="in" filter="wipe(up)">
                                      <p:cBhvr>
                                        <p:cTn id="15" dur="500"/>
                                        <p:tgtEl>
                                          <p:spTgt spid="22532"/>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22533"/>
                                        </p:tgtEl>
                                        <p:attrNameLst>
                                          <p:attrName>style.visibility</p:attrName>
                                        </p:attrNameLst>
                                      </p:cBhvr>
                                      <p:to>
                                        <p:strVal val="visible"/>
                                      </p:to>
                                    </p:set>
                                    <p:animEffect transition="in" filter="wipe(down)">
                                      <p:cBhvr>
                                        <p:cTn id="18" dur="500"/>
                                        <p:tgtEl>
                                          <p:spTgt spid="22533"/>
                                        </p:tgtEl>
                                      </p:cBhvr>
                                    </p:animEffect>
                                  </p:childTnLst>
                                </p:cTn>
                              </p:par>
                            </p:childTnLst>
                          </p:cTn>
                        </p:par>
                        <p:par>
                          <p:cTn id="19" fill="hold" nodeType="afterGroup">
                            <p:stCondLst>
                              <p:cond delay="3000"/>
                            </p:stCondLst>
                            <p:childTnLst>
                              <p:par>
                                <p:cTn id="20" presetID="31" presetClass="entr" presetSubtype="0" fill="hold" grpId="0" nodeType="afterEffect">
                                  <p:stCondLst>
                                    <p:cond delay="0"/>
                                  </p:stCondLst>
                                  <p:childTnLst>
                                    <p:set>
                                      <p:cBhvr>
                                        <p:cTn id="21" dur="1" fill="hold">
                                          <p:stCondLst>
                                            <p:cond delay="0"/>
                                          </p:stCondLst>
                                        </p:cTn>
                                        <p:tgtEl>
                                          <p:spTgt spid="22534"/>
                                        </p:tgtEl>
                                        <p:attrNameLst>
                                          <p:attrName>style.visibility</p:attrName>
                                        </p:attrNameLst>
                                      </p:cBhvr>
                                      <p:to>
                                        <p:strVal val="visible"/>
                                      </p:to>
                                    </p:set>
                                    <p:anim calcmode="lin" valueType="num">
                                      <p:cBhvr>
                                        <p:cTn id="22" dur="400" fill="hold"/>
                                        <p:tgtEl>
                                          <p:spTgt spid="22534"/>
                                        </p:tgtEl>
                                        <p:attrNameLst>
                                          <p:attrName>ppt_w</p:attrName>
                                        </p:attrNameLst>
                                      </p:cBhvr>
                                      <p:tavLst>
                                        <p:tav tm="0">
                                          <p:val>
                                            <p:fltVal val="0"/>
                                          </p:val>
                                        </p:tav>
                                        <p:tav tm="100000">
                                          <p:val>
                                            <p:strVal val="#ppt_w"/>
                                          </p:val>
                                        </p:tav>
                                      </p:tavLst>
                                    </p:anim>
                                    <p:anim calcmode="lin" valueType="num">
                                      <p:cBhvr>
                                        <p:cTn id="23" dur="400" fill="hold"/>
                                        <p:tgtEl>
                                          <p:spTgt spid="22534"/>
                                        </p:tgtEl>
                                        <p:attrNameLst>
                                          <p:attrName>ppt_h</p:attrName>
                                        </p:attrNameLst>
                                      </p:cBhvr>
                                      <p:tavLst>
                                        <p:tav tm="0">
                                          <p:val>
                                            <p:fltVal val="0"/>
                                          </p:val>
                                        </p:tav>
                                        <p:tav tm="100000">
                                          <p:val>
                                            <p:strVal val="#ppt_h"/>
                                          </p:val>
                                        </p:tav>
                                      </p:tavLst>
                                    </p:anim>
                                    <p:anim calcmode="lin" valueType="num">
                                      <p:cBhvr>
                                        <p:cTn id="24" dur="400" fill="hold"/>
                                        <p:tgtEl>
                                          <p:spTgt spid="22534"/>
                                        </p:tgtEl>
                                        <p:attrNameLst>
                                          <p:attrName>style.rotation</p:attrName>
                                        </p:attrNameLst>
                                      </p:cBhvr>
                                      <p:tavLst>
                                        <p:tav tm="0">
                                          <p:val>
                                            <p:fltVal val="90"/>
                                          </p:val>
                                        </p:tav>
                                        <p:tav tm="100000">
                                          <p:val>
                                            <p:fltVal val="0"/>
                                          </p:val>
                                        </p:tav>
                                      </p:tavLst>
                                    </p:anim>
                                    <p:animEffect transition="in" filter="fade">
                                      <p:cBhvr>
                                        <p:cTn id="25" dur="400"/>
                                        <p:tgtEl>
                                          <p:spTgt spid="22534"/>
                                        </p:tgtEl>
                                      </p:cBhvr>
                                    </p:animEffect>
                                  </p:childTnLst>
                                </p:cTn>
                              </p:par>
                            </p:childTnLst>
                          </p:cTn>
                        </p:par>
                        <p:par>
                          <p:cTn id="26" fill="hold" nodeType="afterGroup">
                            <p:stCondLst>
                              <p:cond delay="3400"/>
                            </p:stCondLst>
                            <p:childTnLst>
                              <p:par>
                                <p:cTn id="27" presetID="2" presetClass="entr" presetSubtype="12" fill="hold" grpId="0" nodeType="afterEffect">
                                  <p:stCondLst>
                                    <p:cond delay="0"/>
                                  </p:stCondLst>
                                  <p:childTnLst>
                                    <p:set>
                                      <p:cBhvr>
                                        <p:cTn id="28" dur="1" fill="hold">
                                          <p:stCondLst>
                                            <p:cond delay="0"/>
                                          </p:stCondLst>
                                        </p:cTn>
                                        <p:tgtEl>
                                          <p:spTgt spid="22535"/>
                                        </p:tgtEl>
                                        <p:attrNameLst>
                                          <p:attrName>style.visibility</p:attrName>
                                        </p:attrNameLst>
                                      </p:cBhvr>
                                      <p:to>
                                        <p:strVal val="visible"/>
                                      </p:to>
                                    </p:set>
                                    <p:anim calcmode="lin" valueType="num">
                                      <p:cBhvr additive="base">
                                        <p:cTn id="29" dur="500" fill="hold"/>
                                        <p:tgtEl>
                                          <p:spTgt spid="22535"/>
                                        </p:tgtEl>
                                        <p:attrNameLst>
                                          <p:attrName>ppt_x</p:attrName>
                                        </p:attrNameLst>
                                      </p:cBhvr>
                                      <p:tavLst>
                                        <p:tav tm="0">
                                          <p:val>
                                            <p:strVal val="0-#ppt_w/2"/>
                                          </p:val>
                                        </p:tav>
                                        <p:tav tm="100000">
                                          <p:val>
                                            <p:strVal val="#ppt_x"/>
                                          </p:val>
                                        </p:tav>
                                      </p:tavLst>
                                    </p:anim>
                                    <p:anim calcmode="lin" valueType="num">
                                      <p:cBhvr additive="base">
                                        <p:cTn id="30" dur="500" fill="hold"/>
                                        <p:tgtEl>
                                          <p:spTgt spid="22535"/>
                                        </p:tgtEl>
                                        <p:attrNameLst>
                                          <p:attrName>ppt_y</p:attrName>
                                        </p:attrNameLst>
                                      </p:cBhvr>
                                      <p:tavLst>
                                        <p:tav tm="0">
                                          <p:val>
                                            <p:strVal val="1+#ppt_h/2"/>
                                          </p:val>
                                        </p:tav>
                                        <p:tav tm="100000">
                                          <p:val>
                                            <p:strVal val="#ppt_y"/>
                                          </p:val>
                                        </p:tav>
                                      </p:tavLst>
                                    </p:anim>
                                  </p:childTnLst>
                                </p:cTn>
                              </p:par>
                              <p:par>
                                <p:cTn id="31" presetID="2" presetClass="entr" presetSubtype="12" fill="hold" grpId="0" nodeType="withEffect">
                                  <p:stCondLst>
                                    <p:cond delay="300"/>
                                  </p:stCondLst>
                                  <p:childTnLst>
                                    <p:set>
                                      <p:cBhvr>
                                        <p:cTn id="32" dur="1" fill="hold">
                                          <p:stCondLst>
                                            <p:cond delay="0"/>
                                          </p:stCondLst>
                                        </p:cTn>
                                        <p:tgtEl>
                                          <p:spTgt spid="22537"/>
                                        </p:tgtEl>
                                        <p:attrNameLst>
                                          <p:attrName>style.visibility</p:attrName>
                                        </p:attrNameLst>
                                      </p:cBhvr>
                                      <p:to>
                                        <p:strVal val="visible"/>
                                      </p:to>
                                    </p:set>
                                    <p:anim calcmode="lin" valueType="num">
                                      <p:cBhvr additive="base">
                                        <p:cTn id="33" dur="500" fill="hold"/>
                                        <p:tgtEl>
                                          <p:spTgt spid="22537"/>
                                        </p:tgtEl>
                                        <p:attrNameLst>
                                          <p:attrName>ppt_x</p:attrName>
                                        </p:attrNameLst>
                                      </p:cBhvr>
                                      <p:tavLst>
                                        <p:tav tm="0">
                                          <p:val>
                                            <p:strVal val="0-#ppt_w/2"/>
                                          </p:val>
                                        </p:tav>
                                        <p:tav tm="100000">
                                          <p:val>
                                            <p:strVal val="#ppt_x"/>
                                          </p:val>
                                        </p:tav>
                                      </p:tavLst>
                                    </p:anim>
                                    <p:anim calcmode="lin" valueType="num">
                                      <p:cBhvr additive="base">
                                        <p:cTn id="34" dur="500" fill="hold"/>
                                        <p:tgtEl>
                                          <p:spTgt spid="22537"/>
                                        </p:tgtEl>
                                        <p:attrNameLst>
                                          <p:attrName>ppt_y</p:attrName>
                                        </p:attrNameLst>
                                      </p:cBhvr>
                                      <p:tavLst>
                                        <p:tav tm="0">
                                          <p:val>
                                            <p:strVal val="1+#ppt_h/2"/>
                                          </p:val>
                                        </p:tav>
                                        <p:tav tm="100000">
                                          <p:val>
                                            <p:strVal val="#ppt_y"/>
                                          </p:val>
                                        </p:tav>
                                      </p:tavLst>
                                    </p:anim>
                                  </p:childTnLst>
                                </p:cTn>
                              </p:par>
                            </p:childTnLst>
                          </p:cTn>
                        </p:par>
                        <p:par>
                          <p:cTn id="35" fill="hold" nodeType="afterGroup">
                            <p:stCondLst>
                              <p:cond delay="4200"/>
                            </p:stCondLst>
                            <p:childTnLst>
                              <p:par>
                                <p:cTn id="36" presetID="22" presetClass="entr" presetSubtype="8" fill="hold" grpId="0" nodeType="afterEffect">
                                  <p:stCondLst>
                                    <p:cond delay="0"/>
                                  </p:stCondLst>
                                  <p:childTnLst>
                                    <p:set>
                                      <p:cBhvr>
                                        <p:cTn id="37" dur="1" fill="hold">
                                          <p:stCondLst>
                                            <p:cond delay="0"/>
                                          </p:stCondLst>
                                        </p:cTn>
                                        <p:tgtEl>
                                          <p:spTgt spid="22538"/>
                                        </p:tgtEl>
                                        <p:attrNameLst>
                                          <p:attrName>style.visibility</p:attrName>
                                        </p:attrNameLst>
                                      </p:cBhvr>
                                      <p:to>
                                        <p:strVal val="visible"/>
                                      </p:to>
                                    </p:set>
                                    <p:animEffect transition="in" filter="wipe(left)">
                                      <p:cBhvr>
                                        <p:cTn id="38" dur="500"/>
                                        <p:tgtEl>
                                          <p:spTgt spid="22538"/>
                                        </p:tgtEl>
                                      </p:cBhvr>
                                    </p:animEffect>
                                  </p:childTnLst>
                                </p:cTn>
                              </p:par>
                              <p:par>
                                <p:cTn id="39" presetID="22" presetClass="entr" presetSubtype="8" fill="hold" grpId="0" nodeType="withEffect">
                                  <p:stCondLst>
                                    <p:cond delay="300"/>
                                  </p:stCondLst>
                                  <p:childTnLst>
                                    <p:set>
                                      <p:cBhvr>
                                        <p:cTn id="40" dur="1" fill="hold">
                                          <p:stCondLst>
                                            <p:cond delay="0"/>
                                          </p:stCondLst>
                                        </p:cTn>
                                        <p:tgtEl>
                                          <p:spTgt spid="22541"/>
                                        </p:tgtEl>
                                        <p:attrNameLst>
                                          <p:attrName>style.visibility</p:attrName>
                                        </p:attrNameLst>
                                      </p:cBhvr>
                                      <p:to>
                                        <p:strVal val="visible"/>
                                      </p:to>
                                    </p:set>
                                    <p:animEffect transition="in" filter="wipe(left)">
                                      <p:cBhvr>
                                        <p:cTn id="41" dur="500"/>
                                        <p:tgtEl>
                                          <p:spTgt spid="225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animBg="1" autoUpdateAnimBg="0"/>
      <p:bldP spid="22531" grpId="0" animBg="1"/>
      <p:bldP spid="22532" grpId="0" autoUpdateAnimBg="0"/>
      <p:bldP spid="22533" grpId="0" autoUpdateAnimBg="0"/>
      <p:bldP spid="22534" grpId="0" animBg="1"/>
      <p:bldP spid="22535" grpId="0" animBg="1" autoUpdateAnimBg="0"/>
      <p:bldP spid="22537" grpId="0" animBg="1" autoUpdateAnimBg="0"/>
      <p:bldP spid="22538" grpId="0" autoUpdateAnimBg="0"/>
      <p:bldP spid="22541"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Box 27"/>
          <p:cNvSpPr txBox="1">
            <a:spLocks noChangeArrowheads="1"/>
          </p:cNvSpPr>
          <p:nvPr/>
        </p:nvSpPr>
        <p:spPr bwMode="auto">
          <a:xfrm>
            <a:off x="1012825" y="176213"/>
            <a:ext cx="2422458" cy="553998"/>
          </a:xfrm>
          <a:prstGeom prst="rect">
            <a:avLst/>
          </a:prstGeom>
          <a:noFill/>
          <a:ln w="9525">
            <a:noFill/>
            <a:miter lim="800000"/>
            <a:headEnd/>
            <a:tailEnd/>
          </a:ln>
        </p:spPr>
        <p:txBody>
          <a:bodyPr wrap="none">
            <a:spAutoFit/>
          </a:bodyPr>
          <a:lstStyle/>
          <a:p>
            <a:pPr eaLnBrk="1" hangingPunct="1"/>
            <a:r>
              <a:rPr lang="en-US" altLang="zh-CN" sz="3000" b="1" dirty="0">
                <a:solidFill>
                  <a:schemeClr val="accent1"/>
                </a:solidFill>
                <a:latin typeface="微软雅黑" pitchFamily="34" charset="-122"/>
                <a:ea typeface="微软雅黑" pitchFamily="34" charset="-122"/>
              </a:rPr>
              <a:t>6</a:t>
            </a:r>
            <a:r>
              <a:rPr lang="en-US" altLang="zh-CN" sz="3000" b="1" dirty="0" smtClean="0">
                <a:solidFill>
                  <a:schemeClr val="accent1"/>
                </a:solidFill>
                <a:latin typeface="微软雅黑" pitchFamily="34" charset="-122"/>
                <a:ea typeface="微软雅黑" pitchFamily="34" charset="-122"/>
              </a:rPr>
              <a:t>.1 </a:t>
            </a:r>
            <a:r>
              <a:rPr lang="zh-CN" altLang="en-US" sz="3000" b="1" dirty="0" smtClean="0">
                <a:solidFill>
                  <a:schemeClr val="accent1"/>
                </a:solidFill>
                <a:latin typeface="微软雅黑" pitchFamily="34" charset="-122"/>
                <a:ea typeface="微软雅黑" pitchFamily="34" charset="-122"/>
              </a:rPr>
              <a:t>功能测试</a:t>
            </a:r>
            <a:endParaRPr lang="zh-CN" altLang="en-US" sz="3000" b="1" dirty="0">
              <a:solidFill>
                <a:schemeClr val="accent1"/>
              </a:solidFill>
              <a:latin typeface="微软雅黑" pitchFamily="34" charset="-122"/>
              <a:ea typeface="微软雅黑" pitchFamily="34" charset="-122"/>
            </a:endParaRPr>
          </a:p>
        </p:txBody>
      </p:sp>
      <p:sp>
        <p:nvSpPr>
          <p:cNvPr id="27651"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round/>
            <a:headEnd/>
            <a:tailEnd/>
          </a:ln>
        </p:spPr>
        <p:txBody>
          <a:bodyPr/>
          <a:lstStyle/>
          <a:p>
            <a:endParaRPr lang="zh-CN" altLang="en-US"/>
          </a:p>
        </p:txBody>
      </p:sp>
      <p:pic>
        <p:nvPicPr>
          <p:cNvPr id="24" name="图片 23"/>
          <p:cNvPicPr/>
          <p:nvPr/>
        </p:nvPicPr>
        <p:blipFill>
          <a:blip r:embed="rId2" cstate="print"/>
          <a:stretch>
            <a:fillRect/>
          </a:stretch>
        </p:blipFill>
        <p:spPr>
          <a:xfrm>
            <a:off x="1547254" y="1136537"/>
            <a:ext cx="8583575" cy="3016473"/>
          </a:xfrm>
          <a:prstGeom prst="rect">
            <a:avLst/>
          </a:prstGeom>
        </p:spPr>
      </p:pic>
      <p:sp>
        <p:nvSpPr>
          <p:cNvPr id="25" name="矩形 4"/>
          <p:cNvSpPr>
            <a:spLocks noChangeArrowheads="1"/>
          </p:cNvSpPr>
          <p:nvPr/>
        </p:nvSpPr>
        <p:spPr bwMode="auto">
          <a:xfrm>
            <a:off x="1369094" y="4698131"/>
            <a:ext cx="9040812" cy="1296988"/>
          </a:xfrm>
          <a:prstGeom prst="rect">
            <a:avLst/>
          </a:prstGeom>
          <a:solidFill>
            <a:schemeClr val="tx2"/>
          </a:solidFill>
          <a:ln w="9525">
            <a:solidFill>
              <a:schemeClr val="bg2"/>
            </a:solidFill>
            <a:bevel/>
            <a:headEnd/>
            <a:tailEnd/>
          </a:ln>
        </p:spPr>
        <p:txBody>
          <a:bodyPr/>
          <a:lstStyle/>
          <a:p>
            <a:pPr eaLnBrk="1" hangingPunct="1"/>
            <a:endParaRPr lang="zh-CN" altLang="en-US"/>
          </a:p>
        </p:txBody>
      </p:sp>
      <p:sp>
        <p:nvSpPr>
          <p:cNvPr id="26" name="TextBox 15"/>
          <p:cNvSpPr txBox="1">
            <a:spLocks noChangeArrowheads="1"/>
          </p:cNvSpPr>
          <p:nvPr/>
        </p:nvSpPr>
        <p:spPr bwMode="auto">
          <a:xfrm>
            <a:off x="1550069" y="4798144"/>
            <a:ext cx="8574087" cy="923330"/>
          </a:xfrm>
          <a:prstGeom prst="rect">
            <a:avLst/>
          </a:prstGeom>
          <a:noFill/>
          <a:ln w="9525">
            <a:noFill/>
            <a:miter lim="800000"/>
            <a:headEnd/>
            <a:tailEnd/>
          </a:ln>
        </p:spPr>
        <p:txBody>
          <a:bodyPr>
            <a:spAutoFit/>
          </a:bodyPr>
          <a:lstStyle/>
          <a:p>
            <a:pPr eaLnBrk="1" hangingPunct="1">
              <a:lnSpc>
                <a:spcPct val="150000"/>
              </a:lnSpc>
            </a:pPr>
            <a:r>
              <a:rPr lang="en-US" altLang="zh-CN" dirty="0" smtClean="0">
                <a:solidFill>
                  <a:schemeClr val="accent6">
                    <a:lumMod val="10000"/>
                  </a:schemeClr>
                </a:solidFill>
                <a:latin typeface="+mn-ea"/>
                <a:ea typeface="+mn-ea"/>
              </a:rPr>
              <a:t>JMeter</a:t>
            </a:r>
            <a:r>
              <a:rPr lang="zh-CN" altLang="zh-CN" dirty="0" smtClean="0">
                <a:solidFill>
                  <a:schemeClr val="accent6">
                    <a:lumMod val="10000"/>
                  </a:schemeClr>
                </a:solidFill>
                <a:latin typeface="+mn-ea"/>
                <a:ea typeface="+mn-ea"/>
              </a:rPr>
              <a:t>是一个接口测试工具，它可以模拟客户端向服务器提供的接口发送访问请求，并获服务器返回的响应数据</a:t>
            </a:r>
            <a:r>
              <a:rPr lang="zh-CN" altLang="en-US" dirty="0" smtClean="0">
                <a:solidFill>
                  <a:schemeClr val="accent6">
                    <a:lumMod val="10000"/>
                  </a:schemeClr>
                </a:solidFill>
                <a:latin typeface="+mn-ea"/>
                <a:ea typeface="+mn-ea"/>
              </a:rPr>
              <a:t>。</a:t>
            </a:r>
            <a:endParaRPr lang="zh-CN" altLang="en-US" dirty="0">
              <a:solidFill>
                <a:schemeClr val="accent6">
                  <a:lumMod val="10000"/>
                </a:schemeClr>
              </a:solidFill>
              <a:latin typeface="+mn-ea"/>
              <a:ea typeface="+mn-ea"/>
            </a:endParaRPr>
          </a:p>
        </p:txBody>
      </p:sp>
      <p:sp>
        <p:nvSpPr>
          <p:cNvPr id="27" name="Freeform 12"/>
          <p:cNvSpPr>
            <a:spLocks/>
          </p:cNvSpPr>
          <p:nvPr/>
        </p:nvSpPr>
        <p:spPr bwMode="auto">
          <a:xfrm>
            <a:off x="1232569" y="4552081"/>
            <a:ext cx="528637" cy="530225"/>
          </a:xfrm>
          <a:custGeom>
            <a:avLst/>
            <a:gdLst>
              <a:gd name="T0" fmla="*/ 0 w 1446"/>
              <a:gd name="T1" fmla="*/ 0 h 1446"/>
              <a:gd name="T2" fmla="*/ 2147483646 w 1446"/>
              <a:gd name="T3" fmla="*/ 0 h 1446"/>
              <a:gd name="T4" fmla="*/ 2147483646 w 1446"/>
              <a:gd name="T5" fmla="*/ 2147483646 h 1446"/>
              <a:gd name="T6" fmla="*/ 2147483646 w 1446"/>
              <a:gd name="T7" fmla="*/ 2147483646 h 1446"/>
              <a:gd name="T8" fmla="*/ 2147483646 w 1446"/>
              <a:gd name="T9" fmla="*/ 2147483646 h 1446"/>
              <a:gd name="T10" fmla="*/ 0 w 1446"/>
              <a:gd name="T11" fmla="*/ 2147483646 h 1446"/>
              <a:gd name="T12" fmla="*/ 0 w 1446"/>
              <a:gd name="T13" fmla="*/ 0 h 144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113E6A"/>
          </a:solidFill>
          <a:ln w="9525">
            <a:noFill/>
            <a:round/>
            <a:headEnd/>
            <a:tailEnd/>
          </a:ln>
        </p:spPr>
        <p:txBody>
          <a:bodyPr/>
          <a:lstStyle/>
          <a:p>
            <a:endParaRPr lang="zh-CN" altLang="en-US"/>
          </a:p>
        </p:txBody>
      </p:sp>
      <p:sp>
        <p:nvSpPr>
          <p:cNvPr id="28" name="Freeform 12"/>
          <p:cNvSpPr>
            <a:spLocks/>
          </p:cNvSpPr>
          <p:nvPr/>
        </p:nvSpPr>
        <p:spPr bwMode="auto">
          <a:xfrm flipH="1" flipV="1">
            <a:off x="9962231" y="5589240"/>
            <a:ext cx="528638" cy="530225"/>
          </a:xfrm>
          <a:custGeom>
            <a:avLst/>
            <a:gdLst>
              <a:gd name="T0" fmla="*/ 0 w 1446"/>
              <a:gd name="T1" fmla="*/ 0 h 1446"/>
              <a:gd name="T2" fmla="*/ 2147483646 w 1446"/>
              <a:gd name="T3" fmla="*/ 0 h 1446"/>
              <a:gd name="T4" fmla="*/ 2147483646 w 1446"/>
              <a:gd name="T5" fmla="*/ 2147483646 h 1446"/>
              <a:gd name="T6" fmla="*/ 2147483646 w 1446"/>
              <a:gd name="T7" fmla="*/ 2147483646 h 1446"/>
              <a:gd name="T8" fmla="*/ 2147483646 w 1446"/>
              <a:gd name="T9" fmla="*/ 2147483646 h 1446"/>
              <a:gd name="T10" fmla="*/ 0 w 1446"/>
              <a:gd name="T11" fmla="*/ 2147483646 h 1446"/>
              <a:gd name="T12" fmla="*/ 0 w 1446"/>
              <a:gd name="T13" fmla="*/ 0 h 144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113E6A"/>
          </a:solidFill>
          <a:ln w="9525">
            <a:noFill/>
            <a:round/>
            <a:headEnd/>
            <a:tailEnd/>
          </a:ln>
        </p:spPr>
        <p:txBody>
          <a:bodyPr/>
          <a:lstStyle/>
          <a:p>
            <a:endParaRPr lang="zh-CN" altLang="en-US"/>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7651"/>
                                        </p:tgtEl>
                                        <p:attrNameLst>
                                          <p:attrName>style.visibility</p:attrName>
                                        </p:attrNameLst>
                                      </p:cBhvr>
                                      <p:to>
                                        <p:strVal val="visible"/>
                                      </p:to>
                                    </p:set>
                                    <p:anim calcmode="lin" valueType="num">
                                      <p:cBhvr>
                                        <p:cTn id="7" dur="300" fill="hold"/>
                                        <p:tgtEl>
                                          <p:spTgt spid="27651"/>
                                        </p:tgtEl>
                                        <p:attrNameLst>
                                          <p:attrName>ppt_w</p:attrName>
                                        </p:attrNameLst>
                                      </p:cBhvr>
                                      <p:tavLst>
                                        <p:tav tm="0">
                                          <p:val>
                                            <p:fltVal val="0"/>
                                          </p:val>
                                        </p:tav>
                                        <p:tav tm="100000">
                                          <p:val>
                                            <p:strVal val="#ppt_w"/>
                                          </p:val>
                                        </p:tav>
                                      </p:tavLst>
                                    </p:anim>
                                    <p:anim calcmode="lin" valueType="num">
                                      <p:cBhvr>
                                        <p:cTn id="8" dur="300" fill="hold"/>
                                        <p:tgtEl>
                                          <p:spTgt spid="27651"/>
                                        </p:tgtEl>
                                        <p:attrNameLst>
                                          <p:attrName>ppt_h</p:attrName>
                                        </p:attrNameLst>
                                      </p:cBhvr>
                                      <p:tavLst>
                                        <p:tav tm="0">
                                          <p:val>
                                            <p:fltVal val="0"/>
                                          </p:val>
                                        </p:tav>
                                        <p:tav tm="100000">
                                          <p:val>
                                            <p:strVal val="#ppt_h"/>
                                          </p:val>
                                        </p:tav>
                                      </p:tavLst>
                                    </p:anim>
                                    <p:anim calcmode="lin" valueType="num">
                                      <p:cBhvr>
                                        <p:cTn id="9" dur="300" fill="hold"/>
                                        <p:tgtEl>
                                          <p:spTgt spid="27651"/>
                                        </p:tgtEl>
                                        <p:attrNameLst>
                                          <p:attrName>style.rotation</p:attrName>
                                        </p:attrNameLst>
                                      </p:cBhvr>
                                      <p:tavLst>
                                        <p:tav tm="0">
                                          <p:val>
                                            <p:fltVal val="90"/>
                                          </p:val>
                                        </p:tav>
                                        <p:tav tm="100000">
                                          <p:val>
                                            <p:fltVal val="0"/>
                                          </p:val>
                                        </p:tav>
                                      </p:tavLst>
                                    </p:anim>
                                    <p:animEffect transition="in" filter="fade">
                                      <p:cBhvr>
                                        <p:cTn id="10" dur="300"/>
                                        <p:tgtEl>
                                          <p:spTgt spid="27651"/>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7650"/>
                                        </p:tgtEl>
                                        <p:attrNameLst>
                                          <p:attrName>style.visibility</p:attrName>
                                        </p:attrNameLst>
                                      </p:cBhvr>
                                      <p:to>
                                        <p:strVal val="visible"/>
                                      </p:to>
                                    </p:set>
                                    <p:anim calcmode="lin" valueType="num">
                                      <p:cBhvr>
                                        <p:cTn id="14" dur="400" fill="hold"/>
                                        <p:tgtEl>
                                          <p:spTgt spid="2765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7650"/>
                                        </p:tgtEl>
                                        <p:attrNameLst>
                                          <p:attrName>ppt_y</p:attrName>
                                        </p:attrNameLst>
                                      </p:cBhvr>
                                      <p:tavLst>
                                        <p:tav tm="0">
                                          <p:val>
                                            <p:strVal val="#ppt_y"/>
                                          </p:val>
                                        </p:tav>
                                        <p:tav tm="100000">
                                          <p:val>
                                            <p:strVal val="#ppt_y"/>
                                          </p:val>
                                        </p:tav>
                                      </p:tavLst>
                                    </p:anim>
                                    <p:anim calcmode="lin" valueType="num">
                                      <p:cBhvr>
                                        <p:cTn id="16" dur="400" fill="hold"/>
                                        <p:tgtEl>
                                          <p:spTgt spid="2765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765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7650"/>
                                        </p:tgtEl>
                                      </p:cBhvr>
                                    </p:animEffect>
                                  </p:childTnLst>
                                </p:cTn>
                              </p:par>
                            </p:childTnLst>
                          </p:cTn>
                        </p:par>
                        <p:par>
                          <p:cTn id="19" fill="hold">
                            <p:stCondLst>
                              <p:cond delay="940"/>
                            </p:stCondLst>
                            <p:childTnLst>
                              <p:par>
                                <p:cTn id="20" presetID="1" presetClass="entr" presetSubtype="0" fill="hold" grpId="0" nodeType="afterEffect">
                                  <p:stCondLst>
                                    <p:cond delay="0"/>
                                  </p:stCondLst>
                                  <p:childTnLst>
                                    <p:set>
                                      <p:cBhvr>
                                        <p:cTn id="21" dur="1" fill="hold">
                                          <p:stCondLst>
                                            <p:cond delay="0"/>
                                          </p:stCondLst>
                                        </p:cTn>
                                        <p:tgtEl>
                                          <p:spTgt spid="27"/>
                                        </p:tgtEl>
                                        <p:attrNameLst>
                                          <p:attrName>style.visibility</p:attrName>
                                        </p:attrNameLst>
                                      </p:cBhvr>
                                      <p:to>
                                        <p:strVal val="visible"/>
                                      </p:to>
                                    </p:set>
                                  </p:childTnLst>
                                </p:cTn>
                              </p:par>
                              <p:par>
                                <p:cTn id="22" presetID="35" presetClass="path" presetSubtype="0" accel="50000" decel="50000" fill="hold" grpId="1" nodeType="withEffect">
                                  <p:stCondLst>
                                    <p:cond delay="0"/>
                                  </p:stCondLst>
                                  <p:childTnLst>
                                    <p:animMotion origin="layout" path="M 1.94444E-6 4.07031E-7 L 0.39132 0.09806 " pathEditMode="relative" rAng="0" ptsTypes="AA">
                                      <p:cBhvr>
                                        <p:cTn id="23" dur="500" spd="-99900" fill="hold"/>
                                        <p:tgtEl>
                                          <p:spTgt spid="27"/>
                                        </p:tgtEl>
                                        <p:attrNameLst>
                                          <p:attrName>ppt_x,ppt_y</p:attrName>
                                        </p:attrNameLst>
                                      </p:cBhvr>
                                      <p:rCtr x="19600" y="4900"/>
                                    </p:animMotion>
                                  </p:childTnLst>
                                </p:cTn>
                              </p:par>
                              <p:par>
                                <p:cTn id="24" presetID="1" presetClass="entr" presetSubtype="0" fill="hold" grpId="0" nodeType="withEffect">
                                  <p:stCondLst>
                                    <p:cond delay="0"/>
                                  </p:stCondLst>
                                  <p:childTnLst>
                                    <p:set>
                                      <p:cBhvr>
                                        <p:cTn id="25" dur="1" fill="hold">
                                          <p:stCondLst>
                                            <p:cond delay="0"/>
                                          </p:stCondLst>
                                        </p:cTn>
                                        <p:tgtEl>
                                          <p:spTgt spid="28"/>
                                        </p:tgtEl>
                                        <p:attrNameLst>
                                          <p:attrName>style.visibility</p:attrName>
                                        </p:attrNameLst>
                                      </p:cBhvr>
                                      <p:to>
                                        <p:strVal val="visible"/>
                                      </p:to>
                                    </p:set>
                                  </p:childTnLst>
                                </p:cTn>
                              </p:par>
                              <p:par>
                                <p:cTn id="26" presetID="35" presetClass="path" presetSubtype="0" accel="50000" decel="50000" fill="hold" grpId="1" nodeType="withEffect">
                                  <p:stCondLst>
                                    <p:cond delay="0"/>
                                  </p:stCondLst>
                                  <p:childTnLst>
                                    <p:animMotion origin="layout" path="M -1.94444E-6 -2.22222E-6 L -0.38194 -0.11227 " pathEditMode="relative" rAng="0" ptsTypes="AA">
                                      <p:cBhvr>
                                        <p:cTn id="27" dur="500" spd="-99900" fill="hold"/>
                                        <p:tgtEl>
                                          <p:spTgt spid="28"/>
                                        </p:tgtEl>
                                        <p:attrNameLst>
                                          <p:attrName>ppt_x,ppt_y</p:attrName>
                                        </p:attrNameLst>
                                      </p:cBhvr>
                                      <p:rCtr x="-19000" y="-5500"/>
                                    </p:animMotion>
                                  </p:childTnLst>
                                </p:cTn>
                              </p:par>
                              <p:par>
                                <p:cTn id="28" presetID="10" presetClass="entr" presetSubtype="0" fill="hold" grpId="0" nodeType="withEffect">
                                  <p:stCondLst>
                                    <p:cond delay="0"/>
                                  </p:stCondLst>
                                  <p:childTnLst>
                                    <p:set>
                                      <p:cBhvr>
                                        <p:cTn id="29" dur="1" fill="hold">
                                          <p:stCondLst>
                                            <p:cond delay="0"/>
                                          </p:stCondLst>
                                        </p:cTn>
                                        <p:tgtEl>
                                          <p:spTgt spid="25"/>
                                        </p:tgtEl>
                                        <p:attrNameLst>
                                          <p:attrName>style.visibility</p:attrName>
                                        </p:attrNameLst>
                                      </p:cBhvr>
                                      <p:to>
                                        <p:strVal val="visible"/>
                                      </p:to>
                                    </p:set>
                                    <p:anim calcmode="lin" valueType="num">
                                      <p:cBhvr>
                                        <p:cTn id="30" dur="500" fill="hold"/>
                                        <p:tgtEl>
                                          <p:spTgt spid="25"/>
                                        </p:tgtEl>
                                        <p:attrNameLst>
                                          <p:attrName>ppt_w</p:attrName>
                                        </p:attrNameLst>
                                      </p:cBhvr>
                                      <p:tavLst>
                                        <p:tav tm="0">
                                          <p:val>
                                            <p:fltVal val="0"/>
                                          </p:val>
                                        </p:tav>
                                        <p:tav tm="100000">
                                          <p:val>
                                            <p:strVal val="#ppt_w"/>
                                          </p:val>
                                        </p:tav>
                                      </p:tavLst>
                                    </p:anim>
                                    <p:anim calcmode="lin" valueType="num">
                                      <p:cBhvr>
                                        <p:cTn id="31" dur="500" fill="hold"/>
                                        <p:tgtEl>
                                          <p:spTgt spid="25"/>
                                        </p:tgtEl>
                                        <p:attrNameLst>
                                          <p:attrName>ppt_h</p:attrName>
                                        </p:attrNameLst>
                                      </p:cBhvr>
                                      <p:tavLst>
                                        <p:tav tm="0">
                                          <p:val>
                                            <p:fltVal val="0"/>
                                          </p:val>
                                        </p:tav>
                                        <p:tav tm="100000">
                                          <p:val>
                                            <p:strVal val="#ppt_h"/>
                                          </p:val>
                                        </p:tav>
                                      </p:tavLst>
                                    </p:anim>
                                    <p:animEffect transition="in" filter="fade">
                                      <p:cBhvr>
                                        <p:cTn id="32" dur="500"/>
                                        <p:tgtEl>
                                          <p:spTgt spid="25"/>
                                        </p:tgtEl>
                                      </p:cBhvr>
                                    </p:animEffect>
                                  </p:childTnLst>
                                </p:cTn>
                              </p:par>
                            </p:childTnLst>
                          </p:cTn>
                        </p:par>
                        <p:par>
                          <p:cTn id="33" fill="hold">
                            <p:stCondLst>
                              <p:cond delay="1440"/>
                            </p:stCondLst>
                            <p:childTnLst>
                              <p:par>
                                <p:cTn id="34" presetID="22" presetClass="entr" presetSubtype="1" fill="hold" nodeType="afterEffect">
                                  <p:stCondLst>
                                    <p:cond delay="0"/>
                                  </p:stCondLst>
                                  <p:childTnLst>
                                    <p:set>
                                      <p:cBhvr>
                                        <p:cTn id="35" dur="1" fill="hold">
                                          <p:stCondLst>
                                            <p:cond delay="0"/>
                                          </p:stCondLst>
                                        </p:cTn>
                                        <p:tgtEl>
                                          <p:spTgt spid="26">
                                            <p:txEl>
                                              <p:pRg st="0" end="0"/>
                                            </p:txEl>
                                          </p:spTgt>
                                        </p:tgtEl>
                                        <p:attrNameLst>
                                          <p:attrName>style.visibility</p:attrName>
                                        </p:attrNameLst>
                                      </p:cBhvr>
                                      <p:to>
                                        <p:strVal val="visible"/>
                                      </p:to>
                                    </p:set>
                                    <p:animEffect transition="in" filter="wipe(up)">
                                      <p:cBhvr>
                                        <p:cTn id="36" dur="500"/>
                                        <p:tgtEl>
                                          <p:spTgt spid="2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autoUpdateAnimBg="0"/>
      <p:bldP spid="27651" grpId="0" animBg="1"/>
      <p:bldP spid="25" grpId="0" animBg="1" autoUpdateAnimBg="0"/>
      <p:bldP spid="27" grpId="0" animBg="1"/>
      <p:bldP spid="27" grpId="1" animBg="1"/>
      <p:bldP spid="28" grpId="0" animBg="1"/>
      <p:bldP spid="28" grpId="1"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Box 27"/>
          <p:cNvSpPr txBox="1">
            <a:spLocks noChangeArrowheads="1"/>
          </p:cNvSpPr>
          <p:nvPr/>
        </p:nvSpPr>
        <p:spPr bwMode="auto">
          <a:xfrm>
            <a:off x="1012825" y="176213"/>
            <a:ext cx="2422458"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6.2 </a:t>
            </a:r>
            <a:r>
              <a:rPr lang="zh-CN" altLang="en-US" sz="3000" b="1" dirty="0" smtClean="0">
                <a:solidFill>
                  <a:schemeClr val="accent1"/>
                </a:solidFill>
                <a:latin typeface="微软雅黑" pitchFamily="34" charset="-122"/>
                <a:ea typeface="微软雅黑" pitchFamily="34" charset="-122"/>
              </a:rPr>
              <a:t>性能测试</a:t>
            </a:r>
            <a:endParaRPr lang="zh-CN" altLang="en-US" sz="3000" b="1" dirty="0">
              <a:solidFill>
                <a:schemeClr val="accent1"/>
              </a:solidFill>
              <a:latin typeface="微软雅黑" pitchFamily="34" charset="-122"/>
              <a:ea typeface="微软雅黑" pitchFamily="34" charset="-122"/>
            </a:endParaRPr>
          </a:p>
        </p:txBody>
      </p:sp>
      <p:sp>
        <p:nvSpPr>
          <p:cNvPr id="27651"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round/>
            <a:headEnd/>
            <a:tailEnd/>
          </a:ln>
        </p:spPr>
        <p:txBody>
          <a:bodyPr/>
          <a:lstStyle/>
          <a:p>
            <a:endParaRPr lang="zh-CN" altLang="en-US"/>
          </a:p>
        </p:txBody>
      </p:sp>
      <p:sp>
        <p:nvSpPr>
          <p:cNvPr id="25" name="矩形 4"/>
          <p:cNvSpPr>
            <a:spLocks noChangeArrowheads="1"/>
          </p:cNvSpPr>
          <p:nvPr/>
        </p:nvSpPr>
        <p:spPr bwMode="auto">
          <a:xfrm>
            <a:off x="1369094" y="5032002"/>
            <a:ext cx="9040812" cy="1296988"/>
          </a:xfrm>
          <a:prstGeom prst="rect">
            <a:avLst/>
          </a:prstGeom>
          <a:solidFill>
            <a:schemeClr val="tx2"/>
          </a:solidFill>
          <a:ln w="9525">
            <a:solidFill>
              <a:schemeClr val="bg2"/>
            </a:solidFill>
            <a:bevel/>
            <a:headEnd/>
            <a:tailEnd/>
          </a:ln>
        </p:spPr>
        <p:txBody>
          <a:bodyPr/>
          <a:lstStyle/>
          <a:p>
            <a:pPr eaLnBrk="1" hangingPunct="1"/>
            <a:endParaRPr lang="zh-CN" altLang="en-US"/>
          </a:p>
        </p:txBody>
      </p:sp>
      <p:sp>
        <p:nvSpPr>
          <p:cNvPr id="26" name="TextBox 15"/>
          <p:cNvSpPr txBox="1">
            <a:spLocks noChangeArrowheads="1"/>
          </p:cNvSpPr>
          <p:nvPr/>
        </p:nvSpPr>
        <p:spPr bwMode="auto">
          <a:xfrm>
            <a:off x="1550069" y="5132015"/>
            <a:ext cx="8574087" cy="871392"/>
          </a:xfrm>
          <a:prstGeom prst="rect">
            <a:avLst/>
          </a:prstGeom>
          <a:noFill/>
          <a:ln w="9525">
            <a:noFill/>
            <a:miter lim="800000"/>
            <a:headEnd/>
            <a:tailEnd/>
          </a:ln>
        </p:spPr>
        <p:txBody>
          <a:bodyPr>
            <a:spAutoFit/>
          </a:bodyPr>
          <a:lstStyle/>
          <a:p>
            <a:pPr eaLnBrk="1" hangingPunct="1">
              <a:lnSpc>
                <a:spcPct val="150000"/>
              </a:lnSpc>
            </a:pPr>
            <a:r>
              <a:rPr lang="en-US" altLang="zh-CN" dirty="0" smtClean="0">
                <a:solidFill>
                  <a:schemeClr val="accent6">
                    <a:lumMod val="10000"/>
                  </a:schemeClr>
                </a:solidFill>
                <a:latin typeface="+mn-ea"/>
                <a:ea typeface="+mn-ea"/>
              </a:rPr>
              <a:t>VisualVM</a:t>
            </a:r>
            <a:r>
              <a:rPr lang="zh-CN" altLang="zh-CN" dirty="0" smtClean="0">
                <a:solidFill>
                  <a:schemeClr val="accent6">
                    <a:lumMod val="10000"/>
                  </a:schemeClr>
                </a:solidFill>
                <a:latin typeface="+mn-ea"/>
                <a:ea typeface="+mn-ea"/>
              </a:rPr>
              <a:t>是一种针对</a:t>
            </a:r>
            <a:r>
              <a:rPr lang="en-US" altLang="zh-CN" dirty="0" smtClean="0">
                <a:solidFill>
                  <a:schemeClr val="accent6">
                    <a:lumMod val="10000"/>
                  </a:schemeClr>
                </a:solidFill>
                <a:latin typeface="+mn-ea"/>
                <a:ea typeface="+mn-ea"/>
              </a:rPr>
              <a:t>JVM</a:t>
            </a:r>
            <a:r>
              <a:rPr lang="zh-CN" altLang="zh-CN" dirty="0" smtClean="0">
                <a:solidFill>
                  <a:schemeClr val="accent6">
                    <a:lumMod val="10000"/>
                  </a:schemeClr>
                </a:solidFill>
                <a:latin typeface="+mn-ea"/>
                <a:ea typeface="+mn-ea"/>
              </a:rPr>
              <a:t>的可视化监控工具，可以实时显示</a:t>
            </a:r>
            <a:r>
              <a:rPr lang="en-US" altLang="zh-CN" dirty="0" smtClean="0">
                <a:solidFill>
                  <a:schemeClr val="accent6">
                    <a:lumMod val="10000"/>
                  </a:schemeClr>
                </a:solidFill>
                <a:latin typeface="+mn-ea"/>
                <a:ea typeface="+mn-ea"/>
              </a:rPr>
              <a:t>JVM</a:t>
            </a:r>
            <a:r>
              <a:rPr lang="zh-CN" altLang="zh-CN" dirty="0" smtClean="0">
                <a:solidFill>
                  <a:schemeClr val="accent6">
                    <a:lumMod val="10000"/>
                  </a:schemeClr>
                </a:solidFill>
                <a:latin typeface="+mn-ea"/>
                <a:ea typeface="+mn-ea"/>
              </a:rPr>
              <a:t>所占用的</a:t>
            </a:r>
            <a:r>
              <a:rPr lang="en-US" altLang="zh-CN" dirty="0" smtClean="0">
                <a:solidFill>
                  <a:schemeClr val="accent6">
                    <a:lumMod val="10000"/>
                  </a:schemeClr>
                </a:solidFill>
                <a:latin typeface="+mn-ea"/>
                <a:ea typeface="+mn-ea"/>
              </a:rPr>
              <a:t>cpu</a:t>
            </a:r>
            <a:r>
              <a:rPr lang="zh-CN" altLang="zh-CN" dirty="0" smtClean="0">
                <a:solidFill>
                  <a:schemeClr val="accent6">
                    <a:lumMod val="10000"/>
                  </a:schemeClr>
                </a:solidFill>
                <a:latin typeface="+mn-ea"/>
                <a:ea typeface="+mn-ea"/>
              </a:rPr>
              <a:t>和内存的开销状态</a:t>
            </a:r>
            <a:r>
              <a:rPr lang="zh-CN" altLang="en-US" dirty="0" smtClean="0">
                <a:solidFill>
                  <a:schemeClr val="accent6">
                    <a:lumMod val="10000"/>
                  </a:schemeClr>
                </a:solidFill>
                <a:latin typeface="+mn-ea"/>
                <a:ea typeface="+mn-ea"/>
              </a:rPr>
              <a:t>。</a:t>
            </a:r>
            <a:endParaRPr lang="zh-CN" altLang="en-US" dirty="0">
              <a:solidFill>
                <a:schemeClr val="accent6">
                  <a:lumMod val="10000"/>
                </a:schemeClr>
              </a:solidFill>
              <a:latin typeface="+mn-ea"/>
              <a:ea typeface="+mn-ea"/>
            </a:endParaRPr>
          </a:p>
        </p:txBody>
      </p:sp>
      <p:sp>
        <p:nvSpPr>
          <p:cNvPr id="27" name="Freeform 12"/>
          <p:cNvSpPr>
            <a:spLocks/>
          </p:cNvSpPr>
          <p:nvPr/>
        </p:nvSpPr>
        <p:spPr bwMode="auto">
          <a:xfrm>
            <a:off x="1232569" y="4885952"/>
            <a:ext cx="528637" cy="530225"/>
          </a:xfrm>
          <a:custGeom>
            <a:avLst/>
            <a:gdLst>
              <a:gd name="T0" fmla="*/ 0 w 1446"/>
              <a:gd name="T1" fmla="*/ 0 h 1446"/>
              <a:gd name="T2" fmla="*/ 2147483646 w 1446"/>
              <a:gd name="T3" fmla="*/ 0 h 1446"/>
              <a:gd name="T4" fmla="*/ 2147483646 w 1446"/>
              <a:gd name="T5" fmla="*/ 2147483646 h 1446"/>
              <a:gd name="T6" fmla="*/ 2147483646 w 1446"/>
              <a:gd name="T7" fmla="*/ 2147483646 h 1446"/>
              <a:gd name="T8" fmla="*/ 2147483646 w 1446"/>
              <a:gd name="T9" fmla="*/ 2147483646 h 1446"/>
              <a:gd name="T10" fmla="*/ 0 w 1446"/>
              <a:gd name="T11" fmla="*/ 2147483646 h 1446"/>
              <a:gd name="T12" fmla="*/ 0 w 1446"/>
              <a:gd name="T13" fmla="*/ 0 h 144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113E6A"/>
          </a:solidFill>
          <a:ln w="9525">
            <a:noFill/>
            <a:round/>
            <a:headEnd/>
            <a:tailEnd/>
          </a:ln>
        </p:spPr>
        <p:txBody>
          <a:bodyPr/>
          <a:lstStyle/>
          <a:p>
            <a:endParaRPr lang="zh-CN" altLang="en-US"/>
          </a:p>
        </p:txBody>
      </p:sp>
      <p:sp>
        <p:nvSpPr>
          <p:cNvPr id="28" name="Freeform 12"/>
          <p:cNvSpPr>
            <a:spLocks/>
          </p:cNvSpPr>
          <p:nvPr/>
        </p:nvSpPr>
        <p:spPr bwMode="auto">
          <a:xfrm flipH="1" flipV="1">
            <a:off x="9962231" y="5923111"/>
            <a:ext cx="528638" cy="530225"/>
          </a:xfrm>
          <a:custGeom>
            <a:avLst/>
            <a:gdLst>
              <a:gd name="T0" fmla="*/ 0 w 1446"/>
              <a:gd name="T1" fmla="*/ 0 h 1446"/>
              <a:gd name="T2" fmla="*/ 2147483646 w 1446"/>
              <a:gd name="T3" fmla="*/ 0 h 1446"/>
              <a:gd name="T4" fmla="*/ 2147483646 w 1446"/>
              <a:gd name="T5" fmla="*/ 2147483646 h 1446"/>
              <a:gd name="T6" fmla="*/ 2147483646 w 1446"/>
              <a:gd name="T7" fmla="*/ 2147483646 h 1446"/>
              <a:gd name="T8" fmla="*/ 2147483646 w 1446"/>
              <a:gd name="T9" fmla="*/ 2147483646 h 1446"/>
              <a:gd name="T10" fmla="*/ 0 w 1446"/>
              <a:gd name="T11" fmla="*/ 2147483646 h 1446"/>
              <a:gd name="T12" fmla="*/ 0 w 1446"/>
              <a:gd name="T13" fmla="*/ 0 h 144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113E6A"/>
          </a:solidFill>
          <a:ln w="9525">
            <a:noFill/>
            <a:round/>
            <a:headEnd/>
            <a:tailEnd/>
          </a:ln>
        </p:spPr>
        <p:txBody>
          <a:bodyPr/>
          <a:lstStyle/>
          <a:p>
            <a:endParaRPr lang="zh-CN" altLang="en-US"/>
          </a:p>
        </p:txBody>
      </p:sp>
      <p:pic>
        <p:nvPicPr>
          <p:cNvPr id="9" name="图片 8"/>
          <p:cNvPicPr/>
          <p:nvPr/>
        </p:nvPicPr>
        <p:blipFill>
          <a:blip r:embed="rId2" cstate="print"/>
          <a:stretch>
            <a:fillRect/>
          </a:stretch>
        </p:blipFill>
        <p:spPr>
          <a:xfrm>
            <a:off x="1550069" y="781050"/>
            <a:ext cx="8574087" cy="3998644"/>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7651"/>
                                        </p:tgtEl>
                                        <p:attrNameLst>
                                          <p:attrName>style.visibility</p:attrName>
                                        </p:attrNameLst>
                                      </p:cBhvr>
                                      <p:to>
                                        <p:strVal val="visible"/>
                                      </p:to>
                                    </p:set>
                                    <p:anim calcmode="lin" valueType="num">
                                      <p:cBhvr>
                                        <p:cTn id="7" dur="300" fill="hold"/>
                                        <p:tgtEl>
                                          <p:spTgt spid="27651"/>
                                        </p:tgtEl>
                                        <p:attrNameLst>
                                          <p:attrName>ppt_w</p:attrName>
                                        </p:attrNameLst>
                                      </p:cBhvr>
                                      <p:tavLst>
                                        <p:tav tm="0">
                                          <p:val>
                                            <p:fltVal val="0"/>
                                          </p:val>
                                        </p:tav>
                                        <p:tav tm="100000">
                                          <p:val>
                                            <p:strVal val="#ppt_w"/>
                                          </p:val>
                                        </p:tav>
                                      </p:tavLst>
                                    </p:anim>
                                    <p:anim calcmode="lin" valueType="num">
                                      <p:cBhvr>
                                        <p:cTn id="8" dur="300" fill="hold"/>
                                        <p:tgtEl>
                                          <p:spTgt spid="27651"/>
                                        </p:tgtEl>
                                        <p:attrNameLst>
                                          <p:attrName>ppt_h</p:attrName>
                                        </p:attrNameLst>
                                      </p:cBhvr>
                                      <p:tavLst>
                                        <p:tav tm="0">
                                          <p:val>
                                            <p:fltVal val="0"/>
                                          </p:val>
                                        </p:tav>
                                        <p:tav tm="100000">
                                          <p:val>
                                            <p:strVal val="#ppt_h"/>
                                          </p:val>
                                        </p:tav>
                                      </p:tavLst>
                                    </p:anim>
                                    <p:anim calcmode="lin" valueType="num">
                                      <p:cBhvr>
                                        <p:cTn id="9" dur="300" fill="hold"/>
                                        <p:tgtEl>
                                          <p:spTgt spid="27651"/>
                                        </p:tgtEl>
                                        <p:attrNameLst>
                                          <p:attrName>style.rotation</p:attrName>
                                        </p:attrNameLst>
                                      </p:cBhvr>
                                      <p:tavLst>
                                        <p:tav tm="0">
                                          <p:val>
                                            <p:fltVal val="90"/>
                                          </p:val>
                                        </p:tav>
                                        <p:tav tm="100000">
                                          <p:val>
                                            <p:fltVal val="0"/>
                                          </p:val>
                                        </p:tav>
                                      </p:tavLst>
                                    </p:anim>
                                    <p:animEffect transition="in" filter="fade">
                                      <p:cBhvr>
                                        <p:cTn id="10" dur="300"/>
                                        <p:tgtEl>
                                          <p:spTgt spid="27651"/>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7650"/>
                                        </p:tgtEl>
                                        <p:attrNameLst>
                                          <p:attrName>style.visibility</p:attrName>
                                        </p:attrNameLst>
                                      </p:cBhvr>
                                      <p:to>
                                        <p:strVal val="visible"/>
                                      </p:to>
                                    </p:set>
                                    <p:anim calcmode="lin" valueType="num">
                                      <p:cBhvr>
                                        <p:cTn id="14" dur="400" fill="hold"/>
                                        <p:tgtEl>
                                          <p:spTgt spid="2765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7650"/>
                                        </p:tgtEl>
                                        <p:attrNameLst>
                                          <p:attrName>ppt_y</p:attrName>
                                        </p:attrNameLst>
                                      </p:cBhvr>
                                      <p:tavLst>
                                        <p:tav tm="0">
                                          <p:val>
                                            <p:strVal val="#ppt_y"/>
                                          </p:val>
                                        </p:tav>
                                        <p:tav tm="100000">
                                          <p:val>
                                            <p:strVal val="#ppt_y"/>
                                          </p:val>
                                        </p:tav>
                                      </p:tavLst>
                                    </p:anim>
                                    <p:anim calcmode="lin" valueType="num">
                                      <p:cBhvr>
                                        <p:cTn id="16" dur="400" fill="hold"/>
                                        <p:tgtEl>
                                          <p:spTgt spid="2765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765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7650"/>
                                        </p:tgtEl>
                                      </p:cBhvr>
                                    </p:animEffect>
                                  </p:childTnLst>
                                </p:cTn>
                              </p:par>
                            </p:childTnLst>
                          </p:cTn>
                        </p:par>
                        <p:par>
                          <p:cTn id="19" fill="hold">
                            <p:stCondLst>
                              <p:cond delay="940"/>
                            </p:stCondLst>
                            <p:childTnLst>
                              <p:par>
                                <p:cTn id="20" presetID="1" presetClass="entr" presetSubtype="0" fill="hold" grpId="0" nodeType="afterEffect">
                                  <p:stCondLst>
                                    <p:cond delay="0"/>
                                  </p:stCondLst>
                                  <p:childTnLst>
                                    <p:set>
                                      <p:cBhvr>
                                        <p:cTn id="21" dur="1" fill="hold">
                                          <p:stCondLst>
                                            <p:cond delay="0"/>
                                          </p:stCondLst>
                                        </p:cTn>
                                        <p:tgtEl>
                                          <p:spTgt spid="27"/>
                                        </p:tgtEl>
                                        <p:attrNameLst>
                                          <p:attrName>style.visibility</p:attrName>
                                        </p:attrNameLst>
                                      </p:cBhvr>
                                      <p:to>
                                        <p:strVal val="visible"/>
                                      </p:to>
                                    </p:set>
                                  </p:childTnLst>
                                </p:cTn>
                              </p:par>
                              <p:par>
                                <p:cTn id="22" presetID="35" presetClass="path" presetSubtype="0" accel="50000" decel="50000" fill="hold" grpId="1" nodeType="withEffect">
                                  <p:stCondLst>
                                    <p:cond delay="0"/>
                                  </p:stCondLst>
                                  <p:childTnLst>
                                    <p:animMotion origin="layout" path="M 1.94444E-6 4.07031E-7 L 0.39132 0.09806 " pathEditMode="relative" rAng="0" ptsTypes="AA">
                                      <p:cBhvr>
                                        <p:cTn id="23" dur="500" spd="-99900" fill="hold"/>
                                        <p:tgtEl>
                                          <p:spTgt spid="27"/>
                                        </p:tgtEl>
                                        <p:attrNameLst>
                                          <p:attrName>ppt_x,ppt_y</p:attrName>
                                        </p:attrNameLst>
                                      </p:cBhvr>
                                      <p:rCtr x="19600" y="4900"/>
                                    </p:animMotion>
                                  </p:childTnLst>
                                </p:cTn>
                              </p:par>
                              <p:par>
                                <p:cTn id="24" presetID="1" presetClass="entr" presetSubtype="0" fill="hold" grpId="0" nodeType="withEffect">
                                  <p:stCondLst>
                                    <p:cond delay="0"/>
                                  </p:stCondLst>
                                  <p:childTnLst>
                                    <p:set>
                                      <p:cBhvr>
                                        <p:cTn id="25" dur="1" fill="hold">
                                          <p:stCondLst>
                                            <p:cond delay="0"/>
                                          </p:stCondLst>
                                        </p:cTn>
                                        <p:tgtEl>
                                          <p:spTgt spid="28"/>
                                        </p:tgtEl>
                                        <p:attrNameLst>
                                          <p:attrName>style.visibility</p:attrName>
                                        </p:attrNameLst>
                                      </p:cBhvr>
                                      <p:to>
                                        <p:strVal val="visible"/>
                                      </p:to>
                                    </p:set>
                                  </p:childTnLst>
                                </p:cTn>
                              </p:par>
                              <p:par>
                                <p:cTn id="26" presetID="35" presetClass="path" presetSubtype="0" accel="50000" decel="50000" fill="hold" grpId="1" nodeType="withEffect">
                                  <p:stCondLst>
                                    <p:cond delay="0"/>
                                  </p:stCondLst>
                                  <p:childTnLst>
                                    <p:animMotion origin="layout" path="M -1.94444E-6 -2.22222E-6 L -0.38194 -0.11227 " pathEditMode="relative" rAng="0" ptsTypes="AA">
                                      <p:cBhvr>
                                        <p:cTn id="27" dur="500" spd="-99900" fill="hold"/>
                                        <p:tgtEl>
                                          <p:spTgt spid="28"/>
                                        </p:tgtEl>
                                        <p:attrNameLst>
                                          <p:attrName>ppt_x,ppt_y</p:attrName>
                                        </p:attrNameLst>
                                      </p:cBhvr>
                                      <p:rCtr x="-19000" y="-5500"/>
                                    </p:animMotion>
                                  </p:childTnLst>
                                </p:cTn>
                              </p:par>
                              <p:par>
                                <p:cTn id="28" presetID="10" presetClass="entr" presetSubtype="0" fill="hold" grpId="0" nodeType="withEffect">
                                  <p:stCondLst>
                                    <p:cond delay="0"/>
                                  </p:stCondLst>
                                  <p:childTnLst>
                                    <p:set>
                                      <p:cBhvr>
                                        <p:cTn id="29" dur="1" fill="hold">
                                          <p:stCondLst>
                                            <p:cond delay="0"/>
                                          </p:stCondLst>
                                        </p:cTn>
                                        <p:tgtEl>
                                          <p:spTgt spid="25"/>
                                        </p:tgtEl>
                                        <p:attrNameLst>
                                          <p:attrName>style.visibility</p:attrName>
                                        </p:attrNameLst>
                                      </p:cBhvr>
                                      <p:to>
                                        <p:strVal val="visible"/>
                                      </p:to>
                                    </p:set>
                                    <p:anim calcmode="lin" valueType="num">
                                      <p:cBhvr>
                                        <p:cTn id="30" dur="500" fill="hold"/>
                                        <p:tgtEl>
                                          <p:spTgt spid="25"/>
                                        </p:tgtEl>
                                        <p:attrNameLst>
                                          <p:attrName>ppt_w</p:attrName>
                                        </p:attrNameLst>
                                      </p:cBhvr>
                                      <p:tavLst>
                                        <p:tav tm="0">
                                          <p:val>
                                            <p:fltVal val="0"/>
                                          </p:val>
                                        </p:tav>
                                        <p:tav tm="100000">
                                          <p:val>
                                            <p:strVal val="#ppt_w"/>
                                          </p:val>
                                        </p:tav>
                                      </p:tavLst>
                                    </p:anim>
                                    <p:anim calcmode="lin" valueType="num">
                                      <p:cBhvr>
                                        <p:cTn id="31" dur="500" fill="hold"/>
                                        <p:tgtEl>
                                          <p:spTgt spid="25"/>
                                        </p:tgtEl>
                                        <p:attrNameLst>
                                          <p:attrName>ppt_h</p:attrName>
                                        </p:attrNameLst>
                                      </p:cBhvr>
                                      <p:tavLst>
                                        <p:tav tm="0">
                                          <p:val>
                                            <p:fltVal val="0"/>
                                          </p:val>
                                        </p:tav>
                                        <p:tav tm="100000">
                                          <p:val>
                                            <p:strVal val="#ppt_h"/>
                                          </p:val>
                                        </p:tav>
                                      </p:tavLst>
                                    </p:anim>
                                    <p:animEffect transition="in" filter="fade">
                                      <p:cBhvr>
                                        <p:cTn id="32" dur="500"/>
                                        <p:tgtEl>
                                          <p:spTgt spid="25"/>
                                        </p:tgtEl>
                                      </p:cBhvr>
                                    </p:animEffect>
                                  </p:childTnLst>
                                </p:cTn>
                              </p:par>
                            </p:childTnLst>
                          </p:cTn>
                        </p:par>
                        <p:par>
                          <p:cTn id="33" fill="hold">
                            <p:stCondLst>
                              <p:cond delay="1440"/>
                            </p:stCondLst>
                            <p:childTnLst>
                              <p:par>
                                <p:cTn id="34" presetID="22" presetClass="entr" presetSubtype="1" fill="hold" nodeType="afterEffect">
                                  <p:stCondLst>
                                    <p:cond delay="0"/>
                                  </p:stCondLst>
                                  <p:childTnLst>
                                    <p:set>
                                      <p:cBhvr>
                                        <p:cTn id="35" dur="1" fill="hold">
                                          <p:stCondLst>
                                            <p:cond delay="0"/>
                                          </p:stCondLst>
                                        </p:cTn>
                                        <p:tgtEl>
                                          <p:spTgt spid="26">
                                            <p:txEl>
                                              <p:pRg st="0" end="0"/>
                                            </p:txEl>
                                          </p:spTgt>
                                        </p:tgtEl>
                                        <p:attrNameLst>
                                          <p:attrName>style.visibility</p:attrName>
                                        </p:attrNameLst>
                                      </p:cBhvr>
                                      <p:to>
                                        <p:strVal val="visible"/>
                                      </p:to>
                                    </p:set>
                                    <p:animEffect transition="in" filter="wipe(up)">
                                      <p:cBhvr>
                                        <p:cTn id="36" dur="500"/>
                                        <p:tgtEl>
                                          <p:spTgt spid="2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autoUpdateAnimBg="0"/>
      <p:bldP spid="27651" grpId="0" animBg="1"/>
      <p:bldP spid="25" grpId="0" animBg="1" autoUpdateAnimBg="0"/>
      <p:bldP spid="27" grpId="0" animBg="1"/>
      <p:bldP spid="27" grpId="1" animBg="1"/>
      <p:bldP spid="28" grpId="0" animBg="1"/>
      <p:bldP spid="28" grpId="1"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Oval 5"/>
          <p:cNvSpPr>
            <a:spLocks noChangeArrowheads="1"/>
          </p:cNvSpPr>
          <p:nvPr/>
        </p:nvSpPr>
        <p:spPr bwMode="auto">
          <a:xfrm>
            <a:off x="4062413" y="627063"/>
            <a:ext cx="4141787" cy="4144962"/>
          </a:xfrm>
          <a:prstGeom prst="ellipse">
            <a:avLst/>
          </a:prstGeom>
          <a:solidFill>
            <a:srgbClr val="FFFFFF"/>
          </a:solidFill>
          <a:ln w="9525">
            <a:noFill/>
            <a:round/>
            <a:headEnd/>
            <a:tailEnd/>
          </a:ln>
        </p:spPr>
        <p:txBody>
          <a:bodyPr/>
          <a:lstStyle/>
          <a:p>
            <a:pPr eaLnBrk="1" hangingPunct="1"/>
            <a:endParaRPr lang="zh-CN" altLang="en-US">
              <a:solidFill>
                <a:srgbClr val="004C54"/>
              </a:solidFill>
            </a:endParaRPr>
          </a:p>
        </p:txBody>
      </p:sp>
      <p:sp>
        <p:nvSpPr>
          <p:cNvPr id="30723" name="Line 12"/>
          <p:cNvSpPr>
            <a:spLocks noChangeShapeType="1"/>
          </p:cNvSpPr>
          <p:nvPr/>
        </p:nvSpPr>
        <p:spPr bwMode="auto">
          <a:xfrm>
            <a:off x="4195763" y="2740025"/>
            <a:ext cx="3808412" cy="0"/>
          </a:xfrm>
          <a:prstGeom prst="line">
            <a:avLst/>
          </a:prstGeom>
          <a:noFill/>
          <a:ln w="12700">
            <a:solidFill>
              <a:schemeClr val="bg2"/>
            </a:solidFill>
            <a:round/>
            <a:headEnd/>
            <a:tailEnd/>
          </a:ln>
        </p:spPr>
        <p:txBody>
          <a:bodyPr/>
          <a:lstStyle/>
          <a:p>
            <a:endParaRPr lang="zh-CN" altLang="en-US"/>
          </a:p>
        </p:txBody>
      </p:sp>
      <p:sp>
        <p:nvSpPr>
          <p:cNvPr id="30724" name="TextBox 77"/>
          <p:cNvSpPr txBox="1">
            <a:spLocks noChangeArrowheads="1"/>
          </p:cNvSpPr>
          <p:nvPr/>
        </p:nvSpPr>
        <p:spPr bwMode="auto">
          <a:xfrm>
            <a:off x="4602163" y="2852738"/>
            <a:ext cx="3168650" cy="769441"/>
          </a:xfrm>
          <a:prstGeom prst="rect">
            <a:avLst/>
          </a:prstGeom>
          <a:noFill/>
          <a:ln w="9525">
            <a:noFill/>
            <a:miter lim="800000"/>
            <a:headEnd/>
            <a:tailEnd/>
          </a:ln>
        </p:spPr>
        <p:txBody>
          <a:bodyPr>
            <a:spAutoFit/>
          </a:bodyPr>
          <a:lstStyle/>
          <a:p>
            <a:pPr algn="ctr" eaLnBrk="1" hangingPunct="1"/>
            <a:r>
              <a:rPr lang="zh-CN" altLang="en-US" sz="4400" b="1" dirty="0" smtClean="0">
                <a:solidFill>
                  <a:srgbClr val="363636"/>
                </a:solidFill>
                <a:latin typeface="微软雅黑" pitchFamily="34" charset="-122"/>
                <a:ea typeface="微软雅黑" pitchFamily="34" charset="-122"/>
              </a:rPr>
              <a:t>总结与展望</a:t>
            </a:r>
            <a:endParaRPr lang="zh-CN" altLang="en-US" sz="4400" b="1" dirty="0">
              <a:solidFill>
                <a:srgbClr val="363636"/>
              </a:solidFill>
              <a:latin typeface="微软雅黑" pitchFamily="34" charset="-122"/>
              <a:ea typeface="微软雅黑" pitchFamily="34" charset="-122"/>
            </a:endParaRPr>
          </a:p>
        </p:txBody>
      </p:sp>
      <p:sp>
        <p:nvSpPr>
          <p:cNvPr id="30725" name="Rectangle 14"/>
          <p:cNvSpPr>
            <a:spLocks noChangeArrowheads="1"/>
          </p:cNvSpPr>
          <p:nvPr/>
        </p:nvSpPr>
        <p:spPr bwMode="auto">
          <a:xfrm>
            <a:off x="5634038" y="2255838"/>
            <a:ext cx="931858" cy="400110"/>
          </a:xfrm>
          <a:prstGeom prst="rect">
            <a:avLst/>
          </a:prstGeom>
          <a:noFill/>
          <a:ln w="9525">
            <a:noFill/>
            <a:miter lim="800000"/>
            <a:headEnd/>
            <a:tailEnd/>
          </a:ln>
        </p:spPr>
        <p:txBody>
          <a:bodyPr wrap="none" lIns="0" tIns="0" rIns="0" bIns="0">
            <a:spAutoFit/>
          </a:bodyPr>
          <a:lstStyle/>
          <a:p>
            <a:pPr eaLnBrk="1" hangingPunct="1"/>
            <a:r>
              <a:rPr lang="zh-CN" altLang="en-US" sz="2600" dirty="0">
                <a:solidFill>
                  <a:srgbClr val="363636"/>
                </a:solidFill>
                <a:latin typeface="微软雅黑" pitchFamily="34" charset="-122"/>
                <a:ea typeface="微软雅黑" pitchFamily="34" charset="-122"/>
              </a:rPr>
              <a:t>Part </a:t>
            </a:r>
            <a:r>
              <a:rPr lang="en-US" altLang="zh-CN" sz="2600" dirty="0" smtClean="0">
                <a:solidFill>
                  <a:srgbClr val="363636"/>
                </a:solidFill>
                <a:latin typeface="微软雅黑" pitchFamily="34" charset="-122"/>
                <a:ea typeface="微软雅黑" pitchFamily="34" charset="-122"/>
              </a:rPr>
              <a:t>7</a:t>
            </a:r>
            <a:endParaRPr lang="zh-CN" altLang="en-US" sz="2600" dirty="0">
              <a:solidFill>
                <a:srgbClr val="363636"/>
              </a:solidFill>
              <a:latin typeface="微软雅黑" pitchFamily="34" charset="-122"/>
              <a:ea typeface="微软雅黑" pitchFamily="34" charset="-122"/>
            </a:endParaRPr>
          </a:p>
        </p:txBody>
      </p:sp>
      <p:sp>
        <p:nvSpPr>
          <p:cNvPr id="30726" name="Freeform 28"/>
          <p:cNvSpPr>
            <a:spLocks noEditPoints="1"/>
          </p:cNvSpPr>
          <p:nvPr/>
        </p:nvSpPr>
        <p:spPr bwMode="auto">
          <a:xfrm>
            <a:off x="5376863" y="850900"/>
            <a:ext cx="1511300" cy="1277938"/>
          </a:xfrm>
          <a:custGeom>
            <a:avLst/>
            <a:gdLst>
              <a:gd name="T0" fmla="*/ 2147483646 w 923"/>
              <a:gd name="T1" fmla="*/ 0 h 771"/>
              <a:gd name="T2" fmla="*/ 2147483646 w 923"/>
              <a:gd name="T3" fmla="*/ 2147483646 h 771"/>
              <a:gd name="T4" fmla="*/ 2147483646 w 923"/>
              <a:gd name="T5" fmla="*/ 2147483646 h 771"/>
              <a:gd name="T6" fmla="*/ 2147483646 w 923"/>
              <a:gd name="T7" fmla="*/ 2147483646 h 771"/>
              <a:gd name="T8" fmla="*/ 2147483646 w 923"/>
              <a:gd name="T9" fmla="*/ 2147483646 h 771"/>
              <a:gd name="T10" fmla="*/ 2147483646 w 923"/>
              <a:gd name="T11" fmla="*/ 2147483646 h 771"/>
              <a:gd name="T12" fmla="*/ 2147483646 w 923"/>
              <a:gd name="T13" fmla="*/ 2147483646 h 771"/>
              <a:gd name="T14" fmla="*/ 2147483646 w 923"/>
              <a:gd name="T15" fmla="*/ 2147483646 h 771"/>
              <a:gd name="T16" fmla="*/ 2147483646 w 923"/>
              <a:gd name="T17" fmla="*/ 2147483646 h 771"/>
              <a:gd name="T18" fmla="*/ 2147483646 w 923"/>
              <a:gd name="T19" fmla="*/ 2147483646 h 771"/>
              <a:gd name="T20" fmla="*/ 2147483646 w 923"/>
              <a:gd name="T21" fmla="*/ 2147483646 h 771"/>
              <a:gd name="T22" fmla="*/ 2147483646 w 923"/>
              <a:gd name="T23" fmla="*/ 2147483646 h 771"/>
              <a:gd name="T24" fmla="*/ 2147483646 w 923"/>
              <a:gd name="T25" fmla="*/ 2147483646 h 771"/>
              <a:gd name="T26" fmla="*/ 2147483646 w 923"/>
              <a:gd name="T27" fmla="*/ 2147483646 h 771"/>
              <a:gd name="T28" fmla="*/ 2147483646 w 923"/>
              <a:gd name="T29" fmla="*/ 2147483646 h 771"/>
              <a:gd name="T30" fmla="*/ 2147483646 w 923"/>
              <a:gd name="T31" fmla="*/ 2147483646 h 771"/>
              <a:gd name="T32" fmla="*/ 2147483646 w 923"/>
              <a:gd name="T33" fmla="*/ 2147483646 h 771"/>
              <a:gd name="T34" fmla="*/ 2147483646 w 923"/>
              <a:gd name="T35" fmla="*/ 2147483646 h 771"/>
              <a:gd name="T36" fmla="*/ 2147483646 w 923"/>
              <a:gd name="T37" fmla="*/ 2147483646 h 771"/>
              <a:gd name="T38" fmla="*/ 2147483646 w 923"/>
              <a:gd name="T39" fmla="*/ 2147483646 h 771"/>
              <a:gd name="T40" fmla="*/ 2147483646 w 923"/>
              <a:gd name="T41" fmla="*/ 2147483646 h 771"/>
              <a:gd name="T42" fmla="*/ 2147483646 w 923"/>
              <a:gd name="T43" fmla="*/ 2147483646 h 771"/>
              <a:gd name="T44" fmla="*/ 2147483646 w 923"/>
              <a:gd name="T45" fmla="*/ 2147483646 h 771"/>
              <a:gd name="T46" fmla="*/ 2147483646 w 923"/>
              <a:gd name="T47" fmla="*/ 2147483646 h 771"/>
              <a:gd name="T48" fmla="*/ 2147483646 w 923"/>
              <a:gd name="T49" fmla="*/ 2147483646 h 771"/>
              <a:gd name="T50" fmla="*/ 2147483646 w 923"/>
              <a:gd name="T51" fmla="*/ 2147483646 h 771"/>
              <a:gd name="T52" fmla="*/ 2147483646 w 923"/>
              <a:gd name="T53" fmla="*/ 2147483646 h 771"/>
              <a:gd name="T54" fmla="*/ 2147483646 w 923"/>
              <a:gd name="T55" fmla="*/ 2147483646 h 771"/>
              <a:gd name="T56" fmla="*/ 2147483646 w 923"/>
              <a:gd name="T57" fmla="*/ 2147483646 h 771"/>
              <a:gd name="T58" fmla="*/ 2147483646 w 923"/>
              <a:gd name="T59" fmla="*/ 2147483646 h 771"/>
              <a:gd name="T60" fmla="*/ 2147483646 w 923"/>
              <a:gd name="T61" fmla="*/ 2147483646 h 771"/>
              <a:gd name="T62" fmla="*/ 2147483646 w 923"/>
              <a:gd name="T63" fmla="*/ 2147483646 h 771"/>
              <a:gd name="T64" fmla="*/ 2147483646 w 923"/>
              <a:gd name="T65" fmla="*/ 2147483646 h 771"/>
              <a:gd name="T66" fmla="*/ 2147483646 w 923"/>
              <a:gd name="T67" fmla="*/ 2147483646 h 771"/>
              <a:gd name="T68" fmla="*/ 2147483646 w 923"/>
              <a:gd name="T69" fmla="*/ 2147483646 h 771"/>
              <a:gd name="T70" fmla="*/ 2147483646 w 923"/>
              <a:gd name="T71" fmla="*/ 2147483646 h 771"/>
              <a:gd name="T72" fmla="*/ 2147483646 w 923"/>
              <a:gd name="T73" fmla="*/ 2147483646 h 771"/>
              <a:gd name="T74" fmla="*/ 2147483646 w 923"/>
              <a:gd name="T75" fmla="*/ 2147483646 h 771"/>
              <a:gd name="T76" fmla="*/ 0 w 923"/>
              <a:gd name="T77" fmla="*/ 2147483646 h 771"/>
              <a:gd name="T78" fmla="*/ 2147483646 w 923"/>
              <a:gd name="T79" fmla="*/ 2147483646 h 77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923" h="771">
                <a:moveTo>
                  <a:pt x="303" y="0"/>
                </a:moveTo>
                <a:lnTo>
                  <a:pt x="819" y="0"/>
                </a:lnTo>
                <a:cubicBezTo>
                  <a:pt x="848" y="0"/>
                  <a:pt x="873" y="12"/>
                  <a:pt x="892" y="31"/>
                </a:cubicBezTo>
                <a:cubicBezTo>
                  <a:pt x="911" y="50"/>
                  <a:pt x="923" y="76"/>
                  <a:pt x="923" y="104"/>
                </a:cubicBezTo>
                <a:lnTo>
                  <a:pt x="923" y="313"/>
                </a:lnTo>
                <a:cubicBezTo>
                  <a:pt x="923" y="341"/>
                  <a:pt x="911" y="367"/>
                  <a:pt x="892" y="386"/>
                </a:cubicBezTo>
                <a:cubicBezTo>
                  <a:pt x="873" y="405"/>
                  <a:pt x="848" y="416"/>
                  <a:pt x="819" y="416"/>
                </a:cubicBezTo>
                <a:lnTo>
                  <a:pt x="737" y="416"/>
                </a:lnTo>
                <a:lnTo>
                  <a:pt x="626" y="553"/>
                </a:lnTo>
                <a:lnTo>
                  <a:pt x="584" y="605"/>
                </a:lnTo>
                <a:lnTo>
                  <a:pt x="584" y="537"/>
                </a:lnTo>
                <a:lnTo>
                  <a:pt x="584" y="416"/>
                </a:lnTo>
                <a:lnTo>
                  <a:pt x="494" y="416"/>
                </a:lnTo>
                <a:cubicBezTo>
                  <a:pt x="499" y="401"/>
                  <a:pt x="502" y="385"/>
                  <a:pt x="502" y="368"/>
                </a:cubicBezTo>
                <a:lnTo>
                  <a:pt x="608" y="368"/>
                </a:lnTo>
                <a:lnTo>
                  <a:pt x="632" y="368"/>
                </a:lnTo>
                <a:lnTo>
                  <a:pt x="632" y="392"/>
                </a:lnTo>
                <a:lnTo>
                  <a:pt x="632" y="470"/>
                </a:lnTo>
                <a:lnTo>
                  <a:pt x="707" y="377"/>
                </a:lnTo>
                <a:lnTo>
                  <a:pt x="714" y="368"/>
                </a:lnTo>
                <a:lnTo>
                  <a:pt x="726" y="368"/>
                </a:lnTo>
                <a:lnTo>
                  <a:pt x="819" y="368"/>
                </a:lnTo>
                <a:cubicBezTo>
                  <a:pt x="834" y="368"/>
                  <a:pt x="848" y="362"/>
                  <a:pt x="858" y="352"/>
                </a:cubicBezTo>
                <a:cubicBezTo>
                  <a:pt x="868" y="342"/>
                  <a:pt x="875" y="328"/>
                  <a:pt x="875" y="313"/>
                </a:cubicBezTo>
                <a:lnTo>
                  <a:pt x="875" y="104"/>
                </a:lnTo>
                <a:cubicBezTo>
                  <a:pt x="875" y="89"/>
                  <a:pt x="868" y="75"/>
                  <a:pt x="858" y="65"/>
                </a:cubicBezTo>
                <a:cubicBezTo>
                  <a:pt x="848" y="55"/>
                  <a:pt x="834" y="48"/>
                  <a:pt x="819" y="48"/>
                </a:cubicBezTo>
                <a:lnTo>
                  <a:pt x="303" y="48"/>
                </a:lnTo>
                <a:cubicBezTo>
                  <a:pt x="288" y="48"/>
                  <a:pt x="274" y="55"/>
                  <a:pt x="264" y="65"/>
                </a:cubicBezTo>
                <a:cubicBezTo>
                  <a:pt x="253" y="75"/>
                  <a:pt x="247" y="89"/>
                  <a:pt x="247" y="104"/>
                </a:cubicBezTo>
                <a:lnTo>
                  <a:pt x="247" y="293"/>
                </a:lnTo>
                <a:cubicBezTo>
                  <a:pt x="235" y="311"/>
                  <a:pt x="228" y="333"/>
                  <a:pt x="226" y="356"/>
                </a:cubicBezTo>
                <a:cubicBezTo>
                  <a:pt x="219" y="347"/>
                  <a:pt x="210" y="338"/>
                  <a:pt x="201" y="332"/>
                </a:cubicBezTo>
                <a:cubicBezTo>
                  <a:pt x="200" y="325"/>
                  <a:pt x="199" y="319"/>
                  <a:pt x="199" y="313"/>
                </a:cubicBezTo>
                <a:lnTo>
                  <a:pt x="199" y="104"/>
                </a:lnTo>
                <a:cubicBezTo>
                  <a:pt x="199" y="76"/>
                  <a:pt x="211" y="50"/>
                  <a:pt x="230" y="31"/>
                </a:cubicBezTo>
                <a:cubicBezTo>
                  <a:pt x="248" y="12"/>
                  <a:pt x="274" y="0"/>
                  <a:pt x="303" y="0"/>
                </a:cubicBezTo>
                <a:close/>
                <a:moveTo>
                  <a:pt x="130" y="344"/>
                </a:moveTo>
                <a:lnTo>
                  <a:pt x="130" y="344"/>
                </a:lnTo>
                <a:cubicBezTo>
                  <a:pt x="83" y="344"/>
                  <a:pt x="45" y="382"/>
                  <a:pt x="45" y="429"/>
                </a:cubicBezTo>
                <a:cubicBezTo>
                  <a:pt x="45" y="476"/>
                  <a:pt x="83" y="514"/>
                  <a:pt x="130" y="514"/>
                </a:cubicBezTo>
                <a:cubicBezTo>
                  <a:pt x="177" y="514"/>
                  <a:pt x="215" y="476"/>
                  <a:pt x="215" y="429"/>
                </a:cubicBezTo>
                <a:cubicBezTo>
                  <a:pt x="215" y="382"/>
                  <a:pt x="177" y="344"/>
                  <a:pt x="130" y="344"/>
                </a:cubicBezTo>
                <a:close/>
                <a:moveTo>
                  <a:pt x="364" y="265"/>
                </a:moveTo>
                <a:lnTo>
                  <a:pt x="364" y="265"/>
                </a:lnTo>
                <a:cubicBezTo>
                  <a:pt x="307" y="265"/>
                  <a:pt x="261" y="311"/>
                  <a:pt x="261" y="368"/>
                </a:cubicBezTo>
                <a:cubicBezTo>
                  <a:pt x="261" y="425"/>
                  <a:pt x="307" y="471"/>
                  <a:pt x="364" y="471"/>
                </a:cubicBezTo>
                <a:cubicBezTo>
                  <a:pt x="420" y="471"/>
                  <a:pt x="466" y="425"/>
                  <a:pt x="466" y="368"/>
                </a:cubicBezTo>
                <a:cubicBezTo>
                  <a:pt x="466" y="311"/>
                  <a:pt x="420" y="265"/>
                  <a:pt x="364" y="265"/>
                </a:cubicBezTo>
                <a:close/>
                <a:moveTo>
                  <a:pt x="274" y="748"/>
                </a:moveTo>
                <a:lnTo>
                  <a:pt x="274" y="748"/>
                </a:lnTo>
                <a:lnTo>
                  <a:pt x="274" y="601"/>
                </a:lnTo>
                <a:lnTo>
                  <a:pt x="285" y="601"/>
                </a:lnTo>
                <a:lnTo>
                  <a:pt x="285" y="748"/>
                </a:lnTo>
                <a:lnTo>
                  <a:pt x="285" y="771"/>
                </a:lnTo>
                <a:lnTo>
                  <a:pt x="446" y="771"/>
                </a:lnTo>
                <a:lnTo>
                  <a:pt x="446" y="748"/>
                </a:lnTo>
                <a:lnTo>
                  <a:pt x="446" y="601"/>
                </a:lnTo>
                <a:lnTo>
                  <a:pt x="457" y="601"/>
                </a:lnTo>
                <a:lnTo>
                  <a:pt x="457" y="748"/>
                </a:lnTo>
                <a:lnTo>
                  <a:pt x="522" y="748"/>
                </a:lnTo>
                <a:lnTo>
                  <a:pt x="522" y="548"/>
                </a:lnTo>
                <a:cubicBezTo>
                  <a:pt x="522" y="512"/>
                  <a:pt x="493" y="483"/>
                  <a:pt x="458" y="483"/>
                </a:cubicBezTo>
                <a:cubicBezTo>
                  <a:pt x="262" y="483"/>
                  <a:pt x="468" y="483"/>
                  <a:pt x="271" y="483"/>
                </a:cubicBezTo>
                <a:cubicBezTo>
                  <a:pt x="236" y="483"/>
                  <a:pt x="207" y="512"/>
                  <a:pt x="207" y="548"/>
                </a:cubicBezTo>
                <a:lnTo>
                  <a:pt x="207" y="748"/>
                </a:lnTo>
                <a:cubicBezTo>
                  <a:pt x="218" y="748"/>
                  <a:pt x="245" y="748"/>
                  <a:pt x="274" y="748"/>
                </a:cubicBezTo>
                <a:close/>
                <a:moveTo>
                  <a:pt x="55" y="743"/>
                </a:moveTo>
                <a:lnTo>
                  <a:pt x="55" y="743"/>
                </a:lnTo>
                <a:lnTo>
                  <a:pt x="55" y="622"/>
                </a:lnTo>
                <a:lnTo>
                  <a:pt x="65" y="622"/>
                </a:lnTo>
                <a:lnTo>
                  <a:pt x="65" y="743"/>
                </a:lnTo>
                <a:lnTo>
                  <a:pt x="65" y="757"/>
                </a:lnTo>
                <a:lnTo>
                  <a:pt x="174" y="757"/>
                </a:lnTo>
                <a:lnTo>
                  <a:pt x="174" y="548"/>
                </a:lnTo>
                <a:cubicBezTo>
                  <a:pt x="174" y="540"/>
                  <a:pt x="175" y="532"/>
                  <a:pt x="177" y="524"/>
                </a:cubicBezTo>
                <a:lnTo>
                  <a:pt x="53" y="524"/>
                </a:lnTo>
                <a:cubicBezTo>
                  <a:pt x="24" y="524"/>
                  <a:pt x="0" y="548"/>
                  <a:pt x="0" y="577"/>
                </a:cubicBezTo>
                <a:lnTo>
                  <a:pt x="0" y="743"/>
                </a:lnTo>
                <a:cubicBezTo>
                  <a:pt x="10" y="743"/>
                  <a:pt x="32" y="743"/>
                  <a:pt x="55" y="743"/>
                </a:cubicBezTo>
                <a:close/>
              </a:path>
            </a:pathLst>
          </a:custGeom>
          <a:solidFill>
            <a:srgbClr val="113E6A"/>
          </a:solidFill>
          <a:ln w="9525">
            <a:noFill/>
            <a:round/>
            <a:headEnd/>
            <a:tailEnd/>
          </a:ln>
        </p:spPr>
        <p:txBody>
          <a:bodyPr/>
          <a:lstStyle/>
          <a:p>
            <a:endParaRPr lang="zh-CN" altLang="en-US"/>
          </a:p>
        </p:txBody>
      </p:sp>
    </p:spTree>
  </p:cSld>
  <p:clrMapOvr>
    <a:masterClrMapping/>
  </p:clrMapOvr>
  <p:transition advTm="8561"/>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30722"/>
                                        </p:tgtEl>
                                        <p:attrNameLst>
                                          <p:attrName>style.visibility</p:attrName>
                                        </p:attrNameLst>
                                      </p:cBhvr>
                                      <p:to>
                                        <p:strVal val="visible"/>
                                      </p:to>
                                    </p:set>
                                    <p:animEffect transition="in" filter="wheel(1)">
                                      <p:cBhvr>
                                        <p:cTn id="7" dur="2000"/>
                                        <p:tgtEl>
                                          <p:spTgt spid="30722"/>
                                        </p:tgtEl>
                                      </p:cBhvr>
                                    </p:animEffect>
                                  </p:childTnLst>
                                </p:cTn>
                              </p:par>
                            </p:childTnLst>
                          </p:cTn>
                        </p:par>
                        <p:par>
                          <p:cTn id="8" fill="hold" nodeType="afterGroup">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30723"/>
                                        </p:tgtEl>
                                        <p:attrNameLst>
                                          <p:attrName>style.visibility</p:attrName>
                                        </p:attrNameLst>
                                      </p:cBhvr>
                                      <p:to>
                                        <p:strVal val="visible"/>
                                      </p:to>
                                    </p:set>
                                    <p:animEffect transition="in" filter="barn(inVertical)">
                                      <p:cBhvr>
                                        <p:cTn id="11" dur="500"/>
                                        <p:tgtEl>
                                          <p:spTgt spid="30723"/>
                                        </p:tgtEl>
                                      </p:cBhvr>
                                    </p:animEffect>
                                  </p:childTnLst>
                                </p:cTn>
                              </p:par>
                            </p:childTnLst>
                          </p:cTn>
                        </p:par>
                        <p:par>
                          <p:cTn id="12" fill="hold" nodeType="afterGroup">
                            <p:stCondLst>
                              <p:cond delay="2500"/>
                            </p:stCondLst>
                            <p:childTnLst>
                              <p:par>
                                <p:cTn id="13" presetID="22" presetClass="entr" presetSubtype="1" fill="hold" grpId="0" nodeType="afterEffect">
                                  <p:stCondLst>
                                    <p:cond delay="0"/>
                                  </p:stCondLst>
                                  <p:childTnLst>
                                    <p:set>
                                      <p:cBhvr>
                                        <p:cTn id="14" dur="1" fill="hold">
                                          <p:stCondLst>
                                            <p:cond delay="0"/>
                                          </p:stCondLst>
                                        </p:cTn>
                                        <p:tgtEl>
                                          <p:spTgt spid="30724"/>
                                        </p:tgtEl>
                                        <p:attrNameLst>
                                          <p:attrName>style.visibility</p:attrName>
                                        </p:attrNameLst>
                                      </p:cBhvr>
                                      <p:to>
                                        <p:strVal val="visible"/>
                                      </p:to>
                                    </p:set>
                                    <p:animEffect transition="in" filter="wipe(up)">
                                      <p:cBhvr>
                                        <p:cTn id="15" dur="500"/>
                                        <p:tgtEl>
                                          <p:spTgt spid="30724"/>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30725"/>
                                        </p:tgtEl>
                                        <p:attrNameLst>
                                          <p:attrName>style.visibility</p:attrName>
                                        </p:attrNameLst>
                                      </p:cBhvr>
                                      <p:to>
                                        <p:strVal val="visible"/>
                                      </p:to>
                                    </p:set>
                                    <p:animEffect transition="in" filter="wipe(down)">
                                      <p:cBhvr>
                                        <p:cTn id="18" dur="500"/>
                                        <p:tgtEl>
                                          <p:spTgt spid="30725"/>
                                        </p:tgtEl>
                                      </p:cBhvr>
                                    </p:animEffect>
                                  </p:childTnLst>
                                </p:cTn>
                              </p:par>
                            </p:childTnLst>
                          </p:cTn>
                        </p:par>
                        <p:par>
                          <p:cTn id="19" fill="hold" nodeType="afterGroup">
                            <p:stCondLst>
                              <p:cond delay="3000"/>
                            </p:stCondLst>
                            <p:childTnLst>
                              <p:par>
                                <p:cTn id="20" presetID="31" presetClass="entr" presetSubtype="0" fill="hold" grpId="0" nodeType="afterEffect">
                                  <p:stCondLst>
                                    <p:cond delay="0"/>
                                  </p:stCondLst>
                                  <p:childTnLst>
                                    <p:set>
                                      <p:cBhvr>
                                        <p:cTn id="21" dur="1" fill="hold">
                                          <p:stCondLst>
                                            <p:cond delay="0"/>
                                          </p:stCondLst>
                                        </p:cTn>
                                        <p:tgtEl>
                                          <p:spTgt spid="30726"/>
                                        </p:tgtEl>
                                        <p:attrNameLst>
                                          <p:attrName>style.visibility</p:attrName>
                                        </p:attrNameLst>
                                      </p:cBhvr>
                                      <p:to>
                                        <p:strVal val="visible"/>
                                      </p:to>
                                    </p:set>
                                    <p:anim calcmode="lin" valueType="num">
                                      <p:cBhvr>
                                        <p:cTn id="22" dur="400" fill="hold"/>
                                        <p:tgtEl>
                                          <p:spTgt spid="30726"/>
                                        </p:tgtEl>
                                        <p:attrNameLst>
                                          <p:attrName>ppt_w</p:attrName>
                                        </p:attrNameLst>
                                      </p:cBhvr>
                                      <p:tavLst>
                                        <p:tav tm="0">
                                          <p:val>
                                            <p:fltVal val="0"/>
                                          </p:val>
                                        </p:tav>
                                        <p:tav tm="100000">
                                          <p:val>
                                            <p:strVal val="#ppt_w"/>
                                          </p:val>
                                        </p:tav>
                                      </p:tavLst>
                                    </p:anim>
                                    <p:anim calcmode="lin" valueType="num">
                                      <p:cBhvr>
                                        <p:cTn id="23" dur="400" fill="hold"/>
                                        <p:tgtEl>
                                          <p:spTgt spid="30726"/>
                                        </p:tgtEl>
                                        <p:attrNameLst>
                                          <p:attrName>ppt_h</p:attrName>
                                        </p:attrNameLst>
                                      </p:cBhvr>
                                      <p:tavLst>
                                        <p:tav tm="0">
                                          <p:val>
                                            <p:fltVal val="0"/>
                                          </p:val>
                                        </p:tav>
                                        <p:tav tm="100000">
                                          <p:val>
                                            <p:strVal val="#ppt_h"/>
                                          </p:val>
                                        </p:tav>
                                      </p:tavLst>
                                    </p:anim>
                                    <p:anim calcmode="lin" valueType="num">
                                      <p:cBhvr>
                                        <p:cTn id="24" dur="400" fill="hold"/>
                                        <p:tgtEl>
                                          <p:spTgt spid="30726"/>
                                        </p:tgtEl>
                                        <p:attrNameLst>
                                          <p:attrName>style.rotation</p:attrName>
                                        </p:attrNameLst>
                                      </p:cBhvr>
                                      <p:tavLst>
                                        <p:tav tm="0">
                                          <p:val>
                                            <p:fltVal val="90"/>
                                          </p:val>
                                        </p:tav>
                                        <p:tav tm="100000">
                                          <p:val>
                                            <p:fltVal val="0"/>
                                          </p:val>
                                        </p:tav>
                                      </p:tavLst>
                                    </p:anim>
                                    <p:animEffect transition="in" filter="fade">
                                      <p:cBhvr>
                                        <p:cTn id="25" dur="400"/>
                                        <p:tgtEl>
                                          <p:spTgt spid="307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animBg="1" autoUpdateAnimBg="0"/>
      <p:bldP spid="30723" grpId="0" animBg="1"/>
      <p:bldP spid="30724" grpId="0" autoUpdateAnimBg="0"/>
      <p:bldP spid="30725" grpId="0" autoUpdateAnimBg="0"/>
      <p:bldP spid="30726"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Box 27"/>
          <p:cNvSpPr txBox="1">
            <a:spLocks noChangeArrowheads="1"/>
          </p:cNvSpPr>
          <p:nvPr/>
        </p:nvSpPr>
        <p:spPr bwMode="auto">
          <a:xfrm>
            <a:off x="1012825" y="176213"/>
            <a:ext cx="2573140"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7  </a:t>
            </a:r>
            <a:r>
              <a:rPr lang="zh-CN" altLang="en-US" sz="3000" b="1" dirty="0" smtClean="0">
                <a:solidFill>
                  <a:schemeClr val="accent1"/>
                </a:solidFill>
                <a:latin typeface="微软雅黑" pitchFamily="34" charset="-122"/>
                <a:ea typeface="微软雅黑" pitchFamily="34" charset="-122"/>
              </a:rPr>
              <a:t>总结与展望</a:t>
            </a:r>
            <a:endParaRPr lang="zh-CN" altLang="en-US" sz="3000" b="1" dirty="0">
              <a:solidFill>
                <a:schemeClr val="accent1"/>
              </a:solidFill>
              <a:latin typeface="微软雅黑" pitchFamily="34" charset="-122"/>
              <a:ea typeface="微软雅黑" pitchFamily="34" charset="-122"/>
            </a:endParaRPr>
          </a:p>
        </p:txBody>
      </p:sp>
      <p:sp>
        <p:nvSpPr>
          <p:cNvPr id="28675"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round/>
            <a:headEnd/>
            <a:tailEnd/>
          </a:ln>
        </p:spPr>
        <p:txBody>
          <a:bodyPr/>
          <a:lstStyle/>
          <a:p>
            <a:endParaRPr lang="zh-CN" altLang="en-US"/>
          </a:p>
        </p:txBody>
      </p:sp>
      <p:sp>
        <p:nvSpPr>
          <p:cNvPr id="17" name="Freeform 10"/>
          <p:cNvSpPr>
            <a:spLocks/>
          </p:cNvSpPr>
          <p:nvPr/>
        </p:nvSpPr>
        <p:spPr bwMode="auto">
          <a:xfrm>
            <a:off x="1633885" y="1268760"/>
            <a:ext cx="4154487" cy="4024734"/>
          </a:xfrm>
          <a:custGeom>
            <a:avLst/>
            <a:gdLst>
              <a:gd name="T0" fmla="*/ 2147483646 w 5228"/>
              <a:gd name="T1" fmla="*/ 0 h 6450"/>
              <a:gd name="T2" fmla="*/ 2147483646 w 5228"/>
              <a:gd name="T3" fmla="*/ 0 h 6450"/>
              <a:gd name="T4" fmla="*/ 2147483646 w 5228"/>
              <a:gd name="T5" fmla="*/ 2147483646 h 6450"/>
              <a:gd name="T6" fmla="*/ 2147483646 w 5228"/>
              <a:gd name="T7" fmla="*/ 2147483646 h 6450"/>
              <a:gd name="T8" fmla="*/ 2147483646 w 5228"/>
              <a:gd name="T9" fmla="*/ 2147483646 h 6450"/>
              <a:gd name="T10" fmla="*/ 2147483646 w 5228"/>
              <a:gd name="T11" fmla="*/ 2147483646 h 6450"/>
              <a:gd name="T12" fmla="*/ 0 w 5228"/>
              <a:gd name="T13" fmla="*/ 2147483646 h 6450"/>
              <a:gd name="T14" fmla="*/ 0 w 5228"/>
              <a:gd name="T15" fmla="*/ 2147483646 h 6450"/>
              <a:gd name="T16" fmla="*/ 2147483646 w 5228"/>
              <a:gd name="T17" fmla="*/ 0 h 64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tx2"/>
          </a:solidFill>
          <a:ln w="9525" cmpd="sng">
            <a:solidFill>
              <a:schemeClr val="bg2"/>
            </a:solidFill>
            <a:round/>
            <a:headEnd/>
            <a:tailEnd/>
          </a:ln>
        </p:spPr>
        <p:txBody>
          <a:bodyPr/>
          <a:lstStyle/>
          <a:p>
            <a:endParaRPr lang="zh-CN" altLang="en-US"/>
          </a:p>
        </p:txBody>
      </p:sp>
      <p:sp>
        <p:nvSpPr>
          <p:cNvPr id="18" name="Freeform 11"/>
          <p:cNvSpPr>
            <a:spLocks/>
          </p:cNvSpPr>
          <p:nvPr/>
        </p:nvSpPr>
        <p:spPr bwMode="auto">
          <a:xfrm>
            <a:off x="1633885" y="1413223"/>
            <a:ext cx="107950" cy="630237"/>
          </a:xfrm>
          <a:custGeom>
            <a:avLst/>
            <a:gdLst>
              <a:gd name="T0" fmla="*/ 2147483646 w 139"/>
              <a:gd name="T1" fmla="*/ 0 h 806"/>
              <a:gd name="T2" fmla="*/ 0 w 139"/>
              <a:gd name="T3" fmla="*/ 2147483646 h 806"/>
              <a:gd name="T4" fmla="*/ 0 w 139"/>
              <a:gd name="T5" fmla="*/ 2147483646 h 806"/>
              <a:gd name="T6" fmla="*/ 2147483646 w 139"/>
              <a:gd name="T7" fmla="*/ 2147483646 h 806"/>
              <a:gd name="T8" fmla="*/ 2147483646 w 139"/>
              <a:gd name="T9" fmla="*/ 0 h 8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9" h="806">
                <a:moveTo>
                  <a:pt x="139" y="0"/>
                </a:moveTo>
                <a:lnTo>
                  <a:pt x="0" y="110"/>
                </a:lnTo>
                <a:lnTo>
                  <a:pt x="0" y="806"/>
                </a:lnTo>
                <a:lnTo>
                  <a:pt x="139" y="696"/>
                </a:lnTo>
                <a:lnTo>
                  <a:pt x="139" y="0"/>
                </a:lnTo>
                <a:close/>
              </a:path>
            </a:pathLst>
          </a:custGeom>
          <a:solidFill>
            <a:schemeClr val="accent1"/>
          </a:solidFill>
          <a:ln w="9525">
            <a:noFill/>
            <a:round/>
            <a:headEnd/>
            <a:tailEnd/>
          </a:ln>
        </p:spPr>
        <p:txBody>
          <a:bodyPr/>
          <a:lstStyle/>
          <a:p>
            <a:endParaRPr lang="zh-CN" altLang="en-US"/>
          </a:p>
        </p:txBody>
      </p:sp>
      <p:sp>
        <p:nvSpPr>
          <p:cNvPr id="19" name="Freeform 12"/>
          <p:cNvSpPr>
            <a:spLocks/>
          </p:cNvSpPr>
          <p:nvPr/>
        </p:nvSpPr>
        <p:spPr bwMode="auto">
          <a:xfrm>
            <a:off x="1633885" y="1498948"/>
            <a:ext cx="2794000" cy="544512"/>
          </a:xfrm>
          <a:custGeom>
            <a:avLst/>
            <a:gdLst>
              <a:gd name="T0" fmla="*/ 2147483646 w 3591"/>
              <a:gd name="T1" fmla="*/ 0 h 696"/>
              <a:gd name="T2" fmla="*/ 0 w 3591"/>
              <a:gd name="T3" fmla="*/ 0 h 696"/>
              <a:gd name="T4" fmla="*/ 0 w 3591"/>
              <a:gd name="T5" fmla="*/ 2147483646 h 696"/>
              <a:gd name="T6" fmla="*/ 2147483646 w 3591"/>
              <a:gd name="T7" fmla="*/ 2147483646 h 696"/>
              <a:gd name="T8" fmla="*/ 2147483646 w 3591"/>
              <a:gd name="T9" fmla="*/ 2147483646 h 696"/>
              <a:gd name="T10" fmla="*/ 2147483646 w 3591"/>
              <a:gd name="T11" fmla="*/ 0 h 69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91" h="696">
                <a:moveTo>
                  <a:pt x="3591" y="0"/>
                </a:moveTo>
                <a:lnTo>
                  <a:pt x="0" y="0"/>
                </a:lnTo>
                <a:lnTo>
                  <a:pt x="0" y="696"/>
                </a:lnTo>
                <a:lnTo>
                  <a:pt x="3591" y="696"/>
                </a:lnTo>
                <a:lnTo>
                  <a:pt x="3383" y="353"/>
                </a:lnTo>
                <a:lnTo>
                  <a:pt x="3591" y="0"/>
                </a:lnTo>
                <a:close/>
              </a:path>
            </a:pathLst>
          </a:custGeom>
          <a:solidFill>
            <a:srgbClr val="113E6A"/>
          </a:solidFill>
          <a:ln w="9525">
            <a:noFill/>
            <a:round/>
            <a:headEnd/>
            <a:tailEnd/>
          </a:ln>
        </p:spPr>
        <p:txBody>
          <a:bodyPr/>
          <a:lstStyle/>
          <a:p>
            <a:endParaRPr lang="zh-CN" altLang="en-US"/>
          </a:p>
        </p:txBody>
      </p:sp>
      <p:sp>
        <p:nvSpPr>
          <p:cNvPr id="20" name="TextBox 6"/>
          <p:cNvSpPr txBox="1">
            <a:spLocks noChangeArrowheads="1"/>
          </p:cNvSpPr>
          <p:nvPr/>
        </p:nvSpPr>
        <p:spPr bwMode="auto">
          <a:xfrm>
            <a:off x="1887885" y="1517998"/>
            <a:ext cx="2220912" cy="492125"/>
          </a:xfrm>
          <a:prstGeom prst="rect">
            <a:avLst/>
          </a:prstGeom>
          <a:noFill/>
          <a:ln w="9525">
            <a:noFill/>
            <a:miter lim="800000"/>
            <a:headEnd/>
            <a:tailEnd/>
          </a:ln>
        </p:spPr>
        <p:txBody>
          <a:bodyPr>
            <a:spAutoFit/>
          </a:bodyPr>
          <a:lstStyle/>
          <a:p>
            <a:pPr eaLnBrk="1" hangingPunct="1"/>
            <a:r>
              <a:rPr lang="zh-CN" altLang="en-US" sz="2600" dirty="0" smtClean="0">
                <a:solidFill>
                  <a:schemeClr val="accent2"/>
                </a:solidFill>
                <a:latin typeface="微软雅黑" pitchFamily="34" charset="-122"/>
                <a:ea typeface="微软雅黑" pitchFamily="34" charset="-122"/>
              </a:rPr>
              <a:t>工作总结</a:t>
            </a:r>
            <a:endParaRPr lang="zh-CN" altLang="en-US" sz="2600" dirty="0">
              <a:solidFill>
                <a:schemeClr val="accent2"/>
              </a:solidFill>
              <a:latin typeface="微软雅黑" pitchFamily="34" charset="-122"/>
              <a:ea typeface="微软雅黑" pitchFamily="34" charset="-122"/>
            </a:endParaRPr>
          </a:p>
        </p:txBody>
      </p:sp>
      <p:sp>
        <p:nvSpPr>
          <p:cNvPr id="21" name="TextBox 7"/>
          <p:cNvSpPr txBox="1">
            <a:spLocks noChangeArrowheads="1"/>
          </p:cNvSpPr>
          <p:nvPr/>
        </p:nvSpPr>
        <p:spPr bwMode="auto">
          <a:xfrm>
            <a:off x="1933922" y="2205385"/>
            <a:ext cx="3433763" cy="2585323"/>
          </a:xfrm>
          <a:prstGeom prst="rect">
            <a:avLst/>
          </a:prstGeom>
          <a:noFill/>
          <a:ln w="9525">
            <a:noFill/>
            <a:miter lim="800000"/>
            <a:headEnd/>
            <a:tailEnd/>
          </a:ln>
        </p:spPr>
        <p:txBody>
          <a:bodyPr>
            <a:spAutoFit/>
          </a:bodyPr>
          <a:lstStyle/>
          <a:p>
            <a:pPr algn="just" eaLnBrk="1" hangingPunct="1"/>
            <a:r>
              <a:rPr lang="en-US" altLang="zh-CN" b="1" dirty="0" smtClean="0">
                <a:solidFill>
                  <a:schemeClr val="accent1"/>
                </a:solidFill>
                <a:latin typeface="微软雅黑" pitchFamily="34" charset="-122"/>
                <a:ea typeface="微软雅黑" pitchFamily="34" charset="-122"/>
              </a:rPr>
              <a:t>1</a:t>
            </a:r>
            <a:r>
              <a:rPr lang="zh-CN" altLang="en-US" b="1" dirty="0" smtClean="0">
                <a:solidFill>
                  <a:schemeClr val="accent1"/>
                </a:solidFill>
                <a:latin typeface="微软雅黑" pitchFamily="34" charset="-122"/>
                <a:ea typeface="微软雅黑" pitchFamily="34" charset="-122"/>
              </a:rPr>
              <a:t>、解决方案：</a:t>
            </a:r>
            <a:r>
              <a:rPr lang="zh-CN" altLang="en-US" dirty="0" smtClean="0">
                <a:solidFill>
                  <a:schemeClr val="accent1"/>
                </a:solidFill>
                <a:latin typeface="微软雅黑" pitchFamily="34" charset="-122"/>
                <a:ea typeface="微软雅黑" pitchFamily="34" charset="-122"/>
              </a:rPr>
              <a:t>针对目前高校研究生招生工作存在的弊端提出较为完备的解决方案。</a:t>
            </a:r>
            <a:endParaRPr lang="en-US" altLang="zh-CN" dirty="0">
              <a:solidFill>
                <a:schemeClr val="accent1"/>
              </a:solidFill>
              <a:latin typeface="微软雅黑" pitchFamily="34" charset="-122"/>
              <a:ea typeface="微软雅黑" pitchFamily="34" charset="-122"/>
            </a:endParaRPr>
          </a:p>
          <a:p>
            <a:pPr algn="just" eaLnBrk="1" hangingPunct="1"/>
            <a:endParaRPr lang="zh-CN" altLang="en-US" dirty="0">
              <a:solidFill>
                <a:schemeClr val="accent1"/>
              </a:solidFill>
              <a:latin typeface="微软雅黑" pitchFamily="34" charset="-122"/>
              <a:ea typeface="微软雅黑" pitchFamily="34" charset="-122"/>
            </a:endParaRPr>
          </a:p>
          <a:p>
            <a:pPr algn="just" eaLnBrk="1" hangingPunct="1"/>
            <a:r>
              <a:rPr lang="en-US" altLang="zh-CN" b="1" dirty="0" smtClean="0">
                <a:solidFill>
                  <a:schemeClr val="accent1"/>
                </a:solidFill>
                <a:latin typeface="微软雅黑" pitchFamily="34" charset="-122"/>
                <a:ea typeface="微软雅黑" pitchFamily="34" charset="-122"/>
              </a:rPr>
              <a:t>2</a:t>
            </a:r>
            <a:r>
              <a:rPr lang="zh-CN" altLang="en-US" b="1" dirty="0" smtClean="0">
                <a:solidFill>
                  <a:schemeClr val="accent1"/>
                </a:solidFill>
                <a:latin typeface="微软雅黑" pitchFamily="34" charset="-122"/>
                <a:ea typeface="微软雅黑" pitchFamily="34" charset="-122"/>
              </a:rPr>
              <a:t>、管理系统：</a:t>
            </a:r>
            <a:r>
              <a:rPr lang="zh-CN" altLang="en-US" dirty="0" smtClean="0">
                <a:solidFill>
                  <a:schemeClr val="accent1"/>
                </a:solidFill>
                <a:latin typeface="微软雅黑" pitchFamily="34" charset="-122"/>
                <a:ea typeface="微软雅黑" pitchFamily="34" charset="-122"/>
              </a:rPr>
              <a:t>形成一套完成的信息化管理系统。</a:t>
            </a:r>
            <a:endParaRPr lang="en-US" altLang="zh-CN" dirty="0">
              <a:solidFill>
                <a:schemeClr val="accent1"/>
              </a:solidFill>
              <a:latin typeface="微软雅黑" pitchFamily="34" charset="-122"/>
              <a:ea typeface="微软雅黑" pitchFamily="34" charset="-122"/>
            </a:endParaRPr>
          </a:p>
          <a:p>
            <a:pPr algn="just" eaLnBrk="1" hangingPunct="1"/>
            <a:endParaRPr lang="en-US" altLang="zh-CN" dirty="0">
              <a:solidFill>
                <a:schemeClr val="accent1"/>
              </a:solidFill>
              <a:latin typeface="微软雅黑" pitchFamily="34" charset="-122"/>
              <a:ea typeface="微软雅黑" pitchFamily="34" charset="-122"/>
            </a:endParaRPr>
          </a:p>
          <a:p>
            <a:pPr algn="just" eaLnBrk="1" hangingPunct="1"/>
            <a:r>
              <a:rPr lang="en-US" altLang="zh-CN" b="1" dirty="0" smtClean="0">
                <a:solidFill>
                  <a:schemeClr val="accent1"/>
                </a:solidFill>
                <a:latin typeface="微软雅黑" pitchFamily="34" charset="-122"/>
                <a:ea typeface="微软雅黑" pitchFamily="34" charset="-122"/>
              </a:rPr>
              <a:t>3</a:t>
            </a:r>
            <a:r>
              <a:rPr lang="zh-CN" altLang="en-US" b="1" dirty="0" smtClean="0">
                <a:solidFill>
                  <a:schemeClr val="accent1"/>
                </a:solidFill>
                <a:latin typeface="微软雅黑" pitchFamily="34" charset="-122"/>
                <a:ea typeface="微软雅黑" pitchFamily="34" charset="-122"/>
              </a:rPr>
              <a:t>、提供服务：</a:t>
            </a:r>
            <a:r>
              <a:rPr lang="zh-CN" altLang="en-US" dirty="0" smtClean="0">
                <a:solidFill>
                  <a:schemeClr val="accent1"/>
                </a:solidFill>
                <a:latin typeface="微软雅黑" pitchFamily="34" charset="-122"/>
                <a:ea typeface="微软雅黑" pitchFamily="34" charset="-122"/>
              </a:rPr>
              <a:t>在</a:t>
            </a:r>
            <a:r>
              <a:rPr lang="en-US" altLang="zh-CN" dirty="0" smtClean="0">
                <a:solidFill>
                  <a:schemeClr val="accent1"/>
                </a:solidFill>
                <a:latin typeface="微软雅黑" pitchFamily="34" charset="-122"/>
                <a:ea typeface="微软雅黑" pitchFamily="34" charset="-122"/>
              </a:rPr>
              <a:t>2018</a:t>
            </a:r>
            <a:r>
              <a:rPr lang="zh-CN" altLang="en-US" dirty="0" smtClean="0">
                <a:solidFill>
                  <a:schemeClr val="accent1"/>
                </a:solidFill>
                <a:latin typeface="微软雅黑" pitchFamily="34" charset="-122"/>
                <a:ea typeface="微软雅黑" pitchFamily="34" charset="-122"/>
              </a:rPr>
              <a:t>年度学院招生工作中发挥一定的积极作用。</a:t>
            </a:r>
            <a:endParaRPr lang="zh-CN" altLang="en-US" dirty="0">
              <a:solidFill>
                <a:schemeClr val="accent1"/>
              </a:solidFill>
              <a:latin typeface="微软雅黑" pitchFamily="34" charset="-122"/>
              <a:ea typeface="微软雅黑" pitchFamily="34" charset="-122"/>
            </a:endParaRPr>
          </a:p>
        </p:txBody>
      </p:sp>
      <p:sp>
        <p:nvSpPr>
          <p:cNvPr id="22" name="Freeform 10"/>
          <p:cNvSpPr>
            <a:spLocks/>
          </p:cNvSpPr>
          <p:nvPr/>
        </p:nvSpPr>
        <p:spPr bwMode="auto">
          <a:xfrm>
            <a:off x="6566247" y="1268760"/>
            <a:ext cx="4154488" cy="4024734"/>
          </a:xfrm>
          <a:custGeom>
            <a:avLst/>
            <a:gdLst>
              <a:gd name="T0" fmla="*/ 2147483646 w 5228"/>
              <a:gd name="T1" fmla="*/ 0 h 6450"/>
              <a:gd name="T2" fmla="*/ 2147483646 w 5228"/>
              <a:gd name="T3" fmla="*/ 0 h 6450"/>
              <a:gd name="T4" fmla="*/ 2147483646 w 5228"/>
              <a:gd name="T5" fmla="*/ 2147483646 h 6450"/>
              <a:gd name="T6" fmla="*/ 2147483646 w 5228"/>
              <a:gd name="T7" fmla="*/ 2147483646 h 6450"/>
              <a:gd name="T8" fmla="*/ 2147483646 w 5228"/>
              <a:gd name="T9" fmla="*/ 2147483646 h 6450"/>
              <a:gd name="T10" fmla="*/ 2147483646 w 5228"/>
              <a:gd name="T11" fmla="*/ 2147483646 h 6450"/>
              <a:gd name="T12" fmla="*/ 0 w 5228"/>
              <a:gd name="T13" fmla="*/ 2147483646 h 6450"/>
              <a:gd name="T14" fmla="*/ 0 w 5228"/>
              <a:gd name="T15" fmla="*/ 2147483646 h 6450"/>
              <a:gd name="T16" fmla="*/ 2147483646 w 5228"/>
              <a:gd name="T17" fmla="*/ 0 h 64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tx2"/>
          </a:solidFill>
          <a:ln w="9525" cmpd="sng">
            <a:solidFill>
              <a:schemeClr val="bg2"/>
            </a:solidFill>
            <a:round/>
            <a:headEnd/>
            <a:tailEnd/>
          </a:ln>
        </p:spPr>
        <p:txBody>
          <a:bodyPr/>
          <a:lstStyle/>
          <a:p>
            <a:endParaRPr lang="zh-CN" altLang="en-US"/>
          </a:p>
        </p:txBody>
      </p:sp>
      <p:sp>
        <p:nvSpPr>
          <p:cNvPr id="23" name="Freeform 11"/>
          <p:cNvSpPr>
            <a:spLocks/>
          </p:cNvSpPr>
          <p:nvPr/>
        </p:nvSpPr>
        <p:spPr bwMode="auto">
          <a:xfrm>
            <a:off x="6451947" y="1413223"/>
            <a:ext cx="107950" cy="630237"/>
          </a:xfrm>
          <a:custGeom>
            <a:avLst/>
            <a:gdLst>
              <a:gd name="T0" fmla="*/ 2147483646 w 139"/>
              <a:gd name="T1" fmla="*/ 0 h 806"/>
              <a:gd name="T2" fmla="*/ 0 w 139"/>
              <a:gd name="T3" fmla="*/ 2147483646 h 806"/>
              <a:gd name="T4" fmla="*/ 0 w 139"/>
              <a:gd name="T5" fmla="*/ 2147483646 h 806"/>
              <a:gd name="T6" fmla="*/ 2147483646 w 139"/>
              <a:gd name="T7" fmla="*/ 2147483646 h 806"/>
              <a:gd name="T8" fmla="*/ 2147483646 w 139"/>
              <a:gd name="T9" fmla="*/ 0 h 8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9" h="806">
                <a:moveTo>
                  <a:pt x="139" y="0"/>
                </a:moveTo>
                <a:lnTo>
                  <a:pt x="0" y="110"/>
                </a:lnTo>
                <a:lnTo>
                  <a:pt x="0" y="806"/>
                </a:lnTo>
                <a:lnTo>
                  <a:pt x="139" y="696"/>
                </a:lnTo>
                <a:lnTo>
                  <a:pt x="139" y="0"/>
                </a:lnTo>
                <a:close/>
              </a:path>
            </a:pathLst>
          </a:custGeom>
          <a:solidFill>
            <a:schemeClr val="accent1"/>
          </a:solidFill>
          <a:ln w="9525">
            <a:noFill/>
            <a:round/>
            <a:headEnd/>
            <a:tailEnd/>
          </a:ln>
        </p:spPr>
        <p:txBody>
          <a:bodyPr/>
          <a:lstStyle/>
          <a:p>
            <a:endParaRPr lang="zh-CN" altLang="en-US"/>
          </a:p>
        </p:txBody>
      </p:sp>
      <p:sp>
        <p:nvSpPr>
          <p:cNvPr id="24" name="Freeform 12"/>
          <p:cNvSpPr>
            <a:spLocks/>
          </p:cNvSpPr>
          <p:nvPr/>
        </p:nvSpPr>
        <p:spPr bwMode="auto">
          <a:xfrm>
            <a:off x="6451947" y="1498948"/>
            <a:ext cx="2794000" cy="544512"/>
          </a:xfrm>
          <a:custGeom>
            <a:avLst/>
            <a:gdLst>
              <a:gd name="T0" fmla="*/ 2147483646 w 3591"/>
              <a:gd name="T1" fmla="*/ 0 h 696"/>
              <a:gd name="T2" fmla="*/ 0 w 3591"/>
              <a:gd name="T3" fmla="*/ 0 h 696"/>
              <a:gd name="T4" fmla="*/ 0 w 3591"/>
              <a:gd name="T5" fmla="*/ 2147483646 h 696"/>
              <a:gd name="T6" fmla="*/ 2147483646 w 3591"/>
              <a:gd name="T7" fmla="*/ 2147483646 h 696"/>
              <a:gd name="T8" fmla="*/ 2147483646 w 3591"/>
              <a:gd name="T9" fmla="*/ 2147483646 h 696"/>
              <a:gd name="T10" fmla="*/ 2147483646 w 3591"/>
              <a:gd name="T11" fmla="*/ 0 h 69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91" h="696">
                <a:moveTo>
                  <a:pt x="3591" y="0"/>
                </a:moveTo>
                <a:lnTo>
                  <a:pt x="0" y="0"/>
                </a:lnTo>
                <a:lnTo>
                  <a:pt x="0" y="696"/>
                </a:lnTo>
                <a:lnTo>
                  <a:pt x="3591" y="696"/>
                </a:lnTo>
                <a:lnTo>
                  <a:pt x="3383" y="353"/>
                </a:lnTo>
                <a:lnTo>
                  <a:pt x="3591" y="0"/>
                </a:lnTo>
                <a:close/>
              </a:path>
            </a:pathLst>
          </a:custGeom>
          <a:solidFill>
            <a:srgbClr val="113E6A"/>
          </a:solidFill>
          <a:ln w="9525">
            <a:noFill/>
            <a:round/>
            <a:headEnd/>
            <a:tailEnd/>
          </a:ln>
        </p:spPr>
        <p:txBody>
          <a:bodyPr/>
          <a:lstStyle/>
          <a:p>
            <a:endParaRPr lang="zh-CN" altLang="en-US"/>
          </a:p>
        </p:txBody>
      </p:sp>
      <p:sp>
        <p:nvSpPr>
          <p:cNvPr id="25" name="TextBox 11"/>
          <p:cNvSpPr txBox="1">
            <a:spLocks noChangeArrowheads="1"/>
          </p:cNvSpPr>
          <p:nvPr/>
        </p:nvSpPr>
        <p:spPr bwMode="auto">
          <a:xfrm>
            <a:off x="6705947" y="1517998"/>
            <a:ext cx="2220913" cy="492125"/>
          </a:xfrm>
          <a:prstGeom prst="rect">
            <a:avLst/>
          </a:prstGeom>
          <a:noFill/>
          <a:ln w="9525">
            <a:noFill/>
            <a:miter lim="800000"/>
            <a:headEnd/>
            <a:tailEnd/>
          </a:ln>
        </p:spPr>
        <p:txBody>
          <a:bodyPr>
            <a:spAutoFit/>
          </a:bodyPr>
          <a:lstStyle/>
          <a:p>
            <a:pPr eaLnBrk="1" hangingPunct="1"/>
            <a:r>
              <a:rPr lang="zh-CN" altLang="en-US" sz="2600" dirty="0" smtClean="0">
                <a:solidFill>
                  <a:schemeClr val="accent2"/>
                </a:solidFill>
                <a:latin typeface="微软雅黑" pitchFamily="34" charset="-122"/>
                <a:ea typeface="微软雅黑" pitchFamily="34" charset="-122"/>
              </a:rPr>
              <a:t>未来展望</a:t>
            </a:r>
            <a:endParaRPr lang="zh-CN" altLang="en-US" sz="2600" dirty="0">
              <a:solidFill>
                <a:schemeClr val="accent2"/>
              </a:solidFill>
              <a:latin typeface="微软雅黑" pitchFamily="34" charset="-122"/>
              <a:ea typeface="微软雅黑" pitchFamily="34" charset="-122"/>
            </a:endParaRPr>
          </a:p>
        </p:txBody>
      </p:sp>
      <p:sp>
        <p:nvSpPr>
          <p:cNvPr id="26" name="TextBox 13"/>
          <p:cNvSpPr txBox="1">
            <a:spLocks noChangeArrowheads="1"/>
          </p:cNvSpPr>
          <p:nvPr/>
        </p:nvSpPr>
        <p:spPr bwMode="auto">
          <a:xfrm>
            <a:off x="6717060" y="2205385"/>
            <a:ext cx="3432175" cy="2031325"/>
          </a:xfrm>
          <a:prstGeom prst="rect">
            <a:avLst/>
          </a:prstGeom>
          <a:noFill/>
          <a:ln w="9525">
            <a:noFill/>
            <a:miter lim="800000"/>
            <a:headEnd/>
            <a:tailEnd/>
          </a:ln>
        </p:spPr>
        <p:txBody>
          <a:bodyPr>
            <a:spAutoFit/>
          </a:bodyPr>
          <a:lstStyle/>
          <a:p>
            <a:pPr algn="just" eaLnBrk="1" hangingPunct="1"/>
            <a:r>
              <a:rPr lang="en-US" altLang="zh-CN" b="1" dirty="0" smtClean="0">
                <a:solidFill>
                  <a:schemeClr val="accent1"/>
                </a:solidFill>
                <a:latin typeface="微软雅黑" pitchFamily="34" charset="-122"/>
                <a:ea typeface="微软雅黑" pitchFamily="34" charset="-122"/>
              </a:rPr>
              <a:t>1</a:t>
            </a:r>
            <a:r>
              <a:rPr lang="zh-CN" altLang="en-US" b="1" dirty="0" smtClean="0">
                <a:solidFill>
                  <a:schemeClr val="accent1"/>
                </a:solidFill>
                <a:latin typeface="微软雅黑" pitchFamily="34" charset="-122"/>
                <a:ea typeface="微软雅黑" pitchFamily="34" charset="-122"/>
              </a:rPr>
              <a:t>、简化繁琐的系统配置</a:t>
            </a:r>
            <a:endParaRPr lang="en-US" altLang="zh-CN" b="1" dirty="0">
              <a:solidFill>
                <a:schemeClr val="accent1"/>
              </a:solidFill>
              <a:latin typeface="微软雅黑" pitchFamily="34" charset="-122"/>
              <a:ea typeface="微软雅黑" pitchFamily="34" charset="-122"/>
            </a:endParaRPr>
          </a:p>
          <a:p>
            <a:pPr algn="just" eaLnBrk="1" hangingPunct="1"/>
            <a:endParaRPr lang="zh-CN" altLang="en-US" b="1" dirty="0">
              <a:solidFill>
                <a:schemeClr val="accent1"/>
              </a:solidFill>
              <a:latin typeface="微软雅黑" pitchFamily="34" charset="-122"/>
              <a:ea typeface="微软雅黑" pitchFamily="34" charset="-122"/>
            </a:endParaRPr>
          </a:p>
          <a:p>
            <a:pPr algn="just" eaLnBrk="1" hangingPunct="1"/>
            <a:r>
              <a:rPr lang="en-US" altLang="zh-CN" b="1" dirty="0" smtClean="0">
                <a:solidFill>
                  <a:schemeClr val="accent1"/>
                </a:solidFill>
                <a:latin typeface="微软雅黑" pitchFamily="34" charset="-122"/>
                <a:ea typeface="微软雅黑" pitchFamily="34" charset="-122"/>
              </a:rPr>
              <a:t>2</a:t>
            </a:r>
            <a:r>
              <a:rPr lang="zh-CN" altLang="en-US" b="1" dirty="0" smtClean="0">
                <a:solidFill>
                  <a:schemeClr val="accent1"/>
                </a:solidFill>
                <a:latin typeface="微软雅黑" pitchFamily="34" charset="-122"/>
                <a:ea typeface="微软雅黑" pitchFamily="34" charset="-122"/>
              </a:rPr>
              <a:t>、消除可能存在的单点故障</a:t>
            </a:r>
            <a:endParaRPr lang="en-US" altLang="zh-CN" b="1" dirty="0" smtClean="0">
              <a:solidFill>
                <a:schemeClr val="accent1"/>
              </a:solidFill>
              <a:latin typeface="微软雅黑" pitchFamily="34" charset="-122"/>
              <a:ea typeface="微软雅黑" pitchFamily="34" charset="-122"/>
            </a:endParaRPr>
          </a:p>
          <a:p>
            <a:pPr algn="just" eaLnBrk="1" hangingPunct="1"/>
            <a:endParaRPr lang="en-US" altLang="zh-CN" b="1" dirty="0" smtClean="0">
              <a:solidFill>
                <a:schemeClr val="accent1"/>
              </a:solidFill>
              <a:latin typeface="微软雅黑" pitchFamily="34" charset="-122"/>
              <a:ea typeface="微软雅黑" pitchFamily="34" charset="-122"/>
            </a:endParaRPr>
          </a:p>
          <a:p>
            <a:pPr algn="just" eaLnBrk="1" hangingPunct="1"/>
            <a:r>
              <a:rPr lang="en-US" altLang="zh-CN" b="1" dirty="0" smtClean="0">
                <a:solidFill>
                  <a:schemeClr val="accent1"/>
                </a:solidFill>
                <a:latin typeface="微软雅黑" pitchFamily="34" charset="-122"/>
                <a:ea typeface="微软雅黑" pitchFamily="34" charset="-122"/>
              </a:rPr>
              <a:t>3</a:t>
            </a:r>
            <a:r>
              <a:rPr lang="zh-CN" altLang="en-US" b="1" dirty="0" smtClean="0">
                <a:solidFill>
                  <a:schemeClr val="accent1"/>
                </a:solidFill>
                <a:latin typeface="微软雅黑" pitchFamily="34" charset="-122"/>
                <a:ea typeface="微软雅黑" pitchFamily="34" charset="-122"/>
              </a:rPr>
              <a:t>、进一步细化业务流程</a:t>
            </a:r>
            <a:endParaRPr lang="en-US" altLang="zh-CN" b="1" dirty="0">
              <a:solidFill>
                <a:schemeClr val="accent1"/>
              </a:solidFill>
              <a:latin typeface="微软雅黑" pitchFamily="34" charset="-122"/>
              <a:ea typeface="微软雅黑" pitchFamily="34" charset="-122"/>
            </a:endParaRPr>
          </a:p>
          <a:p>
            <a:pPr algn="just" eaLnBrk="1" hangingPunct="1"/>
            <a:endParaRPr lang="en-US" altLang="zh-CN" dirty="0">
              <a:solidFill>
                <a:schemeClr val="accent1"/>
              </a:solidFill>
              <a:latin typeface="微软雅黑" pitchFamily="34" charset="-122"/>
              <a:ea typeface="微软雅黑" pitchFamily="34" charset="-122"/>
            </a:endParaRPr>
          </a:p>
          <a:p>
            <a:pPr algn="just" eaLnBrk="1" hangingPunct="1"/>
            <a:endParaRPr lang="zh-CN" altLang="en-US" dirty="0">
              <a:solidFill>
                <a:schemeClr val="accent1"/>
              </a:solidFill>
              <a:latin typeface="微软雅黑" pitchFamily="34" charset="-122"/>
              <a:ea typeface="微软雅黑" pitchFamily="34"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8675"/>
                                        </p:tgtEl>
                                        <p:attrNameLst>
                                          <p:attrName>style.visibility</p:attrName>
                                        </p:attrNameLst>
                                      </p:cBhvr>
                                      <p:to>
                                        <p:strVal val="visible"/>
                                      </p:to>
                                    </p:set>
                                    <p:anim calcmode="lin" valueType="num">
                                      <p:cBhvr>
                                        <p:cTn id="7" dur="300" fill="hold"/>
                                        <p:tgtEl>
                                          <p:spTgt spid="28675"/>
                                        </p:tgtEl>
                                        <p:attrNameLst>
                                          <p:attrName>ppt_w</p:attrName>
                                        </p:attrNameLst>
                                      </p:cBhvr>
                                      <p:tavLst>
                                        <p:tav tm="0">
                                          <p:val>
                                            <p:fltVal val="0"/>
                                          </p:val>
                                        </p:tav>
                                        <p:tav tm="100000">
                                          <p:val>
                                            <p:strVal val="#ppt_w"/>
                                          </p:val>
                                        </p:tav>
                                      </p:tavLst>
                                    </p:anim>
                                    <p:anim calcmode="lin" valueType="num">
                                      <p:cBhvr>
                                        <p:cTn id="8" dur="300" fill="hold"/>
                                        <p:tgtEl>
                                          <p:spTgt spid="28675"/>
                                        </p:tgtEl>
                                        <p:attrNameLst>
                                          <p:attrName>ppt_h</p:attrName>
                                        </p:attrNameLst>
                                      </p:cBhvr>
                                      <p:tavLst>
                                        <p:tav tm="0">
                                          <p:val>
                                            <p:fltVal val="0"/>
                                          </p:val>
                                        </p:tav>
                                        <p:tav tm="100000">
                                          <p:val>
                                            <p:strVal val="#ppt_h"/>
                                          </p:val>
                                        </p:tav>
                                      </p:tavLst>
                                    </p:anim>
                                    <p:anim calcmode="lin" valueType="num">
                                      <p:cBhvr>
                                        <p:cTn id="9" dur="300" fill="hold"/>
                                        <p:tgtEl>
                                          <p:spTgt spid="28675"/>
                                        </p:tgtEl>
                                        <p:attrNameLst>
                                          <p:attrName>style.rotation</p:attrName>
                                        </p:attrNameLst>
                                      </p:cBhvr>
                                      <p:tavLst>
                                        <p:tav tm="0">
                                          <p:val>
                                            <p:fltVal val="90"/>
                                          </p:val>
                                        </p:tav>
                                        <p:tav tm="100000">
                                          <p:val>
                                            <p:fltVal val="0"/>
                                          </p:val>
                                        </p:tav>
                                      </p:tavLst>
                                    </p:anim>
                                    <p:animEffect transition="in" filter="fade">
                                      <p:cBhvr>
                                        <p:cTn id="10" dur="300"/>
                                        <p:tgtEl>
                                          <p:spTgt spid="28675"/>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8674"/>
                                        </p:tgtEl>
                                        <p:attrNameLst>
                                          <p:attrName>style.visibility</p:attrName>
                                        </p:attrNameLst>
                                      </p:cBhvr>
                                      <p:to>
                                        <p:strVal val="visible"/>
                                      </p:to>
                                    </p:set>
                                    <p:anim calcmode="lin" valueType="num">
                                      <p:cBhvr>
                                        <p:cTn id="14" dur="400" fill="hold"/>
                                        <p:tgtEl>
                                          <p:spTgt spid="2867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8674"/>
                                        </p:tgtEl>
                                        <p:attrNameLst>
                                          <p:attrName>ppt_y</p:attrName>
                                        </p:attrNameLst>
                                      </p:cBhvr>
                                      <p:tavLst>
                                        <p:tav tm="0">
                                          <p:val>
                                            <p:strVal val="#ppt_y"/>
                                          </p:val>
                                        </p:tav>
                                        <p:tav tm="100000">
                                          <p:val>
                                            <p:strVal val="#ppt_y"/>
                                          </p:val>
                                        </p:tav>
                                      </p:tavLst>
                                    </p:anim>
                                    <p:anim calcmode="lin" valueType="num">
                                      <p:cBhvr>
                                        <p:cTn id="16" dur="400" fill="hold"/>
                                        <p:tgtEl>
                                          <p:spTgt spid="2867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867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8674"/>
                                        </p:tgtEl>
                                      </p:cBhvr>
                                    </p:animEffect>
                                  </p:childTnLst>
                                </p:cTn>
                              </p:par>
                            </p:childTnLst>
                          </p:cTn>
                        </p:par>
                        <p:par>
                          <p:cTn id="19" fill="hold">
                            <p:stCondLst>
                              <p:cond delay="900"/>
                            </p:stCondLst>
                            <p:childTnLst>
                              <p:par>
                                <p:cTn id="20" presetID="22" presetClass="entr" presetSubtype="4" fill="hold" grpId="0" nodeType="after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down)">
                                      <p:cBhvr>
                                        <p:cTn id="22" dur="500"/>
                                        <p:tgtEl>
                                          <p:spTgt spid="17"/>
                                        </p:tgtEl>
                                      </p:cBhvr>
                                    </p:animEffect>
                                  </p:childTnLst>
                                </p:cTn>
                              </p:par>
                            </p:childTnLst>
                          </p:cTn>
                        </p:par>
                        <p:par>
                          <p:cTn id="23" fill="hold">
                            <p:stCondLst>
                              <p:cond delay="1400"/>
                            </p:stCondLst>
                            <p:childTnLst>
                              <p:par>
                                <p:cTn id="24" presetID="22" presetClass="entr" presetSubtype="2" fill="hold" grpId="0" nodeType="after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wipe(right)">
                                      <p:cBhvr>
                                        <p:cTn id="26" dur="300"/>
                                        <p:tgtEl>
                                          <p:spTgt spid="18"/>
                                        </p:tgtEl>
                                      </p:cBhvr>
                                    </p:animEffect>
                                  </p:childTnLst>
                                </p:cTn>
                              </p:par>
                            </p:childTnLst>
                          </p:cTn>
                        </p:par>
                        <p:par>
                          <p:cTn id="27" fill="hold">
                            <p:stCondLst>
                              <p:cond delay="1700"/>
                            </p:stCondLst>
                            <p:childTnLst>
                              <p:par>
                                <p:cTn id="28" presetID="22" presetClass="entr" presetSubtype="8" fill="hold" grpId="0" nodeType="after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wipe(left)">
                                      <p:cBhvr>
                                        <p:cTn id="30" dur="500"/>
                                        <p:tgtEl>
                                          <p:spTgt spid="19"/>
                                        </p:tgtEl>
                                      </p:cBhvr>
                                    </p:animEffect>
                                  </p:childTnLst>
                                </p:cTn>
                              </p:par>
                            </p:childTnLst>
                          </p:cTn>
                        </p:par>
                        <p:par>
                          <p:cTn id="31" fill="hold">
                            <p:stCondLst>
                              <p:cond delay="2200"/>
                            </p:stCondLst>
                            <p:childTnLst>
                              <p:par>
                                <p:cTn id="32" presetID="56" presetClass="entr" presetSubtype="0" fill="hold" grpId="0" nodeType="afterEffect">
                                  <p:stCondLst>
                                    <p:cond delay="0"/>
                                  </p:stCondLst>
                                  <p:iterate type="lt">
                                    <p:tmPct val="10000"/>
                                  </p:iterate>
                                  <p:childTnLst>
                                    <p:set>
                                      <p:cBhvr>
                                        <p:cTn id="33" dur="1" fill="hold">
                                          <p:stCondLst>
                                            <p:cond delay="0"/>
                                          </p:stCondLst>
                                        </p:cTn>
                                        <p:tgtEl>
                                          <p:spTgt spid="20"/>
                                        </p:tgtEl>
                                        <p:attrNameLst>
                                          <p:attrName>style.visibility</p:attrName>
                                        </p:attrNameLst>
                                      </p:cBhvr>
                                      <p:to>
                                        <p:strVal val="visible"/>
                                      </p:to>
                                    </p:set>
                                    <p:anim by="(-#ppt_w*2)" calcmode="lin" valueType="num">
                                      <p:cBhvr rctx="PPT">
                                        <p:cTn id="34" dur="250" autoRev="1" fill="hold">
                                          <p:stCondLst>
                                            <p:cond delay="0"/>
                                          </p:stCondLst>
                                        </p:cTn>
                                        <p:tgtEl>
                                          <p:spTgt spid="20"/>
                                        </p:tgtEl>
                                        <p:attrNameLst>
                                          <p:attrName>ppt_w</p:attrName>
                                        </p:attrNameLst>
                                      </p:cBhvr>
                                    </p:anim>
                                    <p:anim by="(#ppt_w*0.50)" calcmode="lin" valueType="num">
                                      <p:cBhvr>
                                        <p:cTn id="35" dur="250" decel="50000" autoRev="1" fill="hold">
                                          <p:stCondLst>
                                            <p:cond delay="0"/>
                                          </p:stCondLst>
                                        </p:cTn>
                                        <p:tgtEl>
                                          <p:spTgt spid="20"/>
                                        </p:tgtEl>
                                        <p:attrNameLst>
                                          <p:attrName>ppt_x</p:attrName>
                                        </p:attrNameLst>
                                      </p:cBhvr>
                                    </p:anim>
                                    <p:anim from="(-#ppt_h/2)" to="(#ppt_y)" calcmode="lin" valueType="num">
                                      <p:cBhvr>
                                        <p:cTn id="36" dur="500" fill="hold">
                                          <p:stCondLst>
                                            <p:cond delay="0"/>
                                          </p:stCondLst>
                                        </p:cTn>
                                        <p:tgtEl>
                                          <p:spTgt spid="20"/>
                                        </p:tgtEl>
                                        <p:attrNameLst>
                                          <p:attrName>ppt_y</p:attrName>
                                        </p:attrNameLst>
                                      </p:cBhvr>
                                    </p:anim>
                                    <p:animRot by="21600000">
                                      <p:cBhvr>
                                        <p:cTn id="37" dur="500" fill="hold">
                                          <p:stCondLst>
                                            <p:cond delay="0"/>
                                          </p:stCondLst>
                                        </p:cTn>
                                        <p:tgtEl>
                                          <p:spTgt spid="20"/>
                                        </p:tgtEl>
                                        <p:attrNameLst>
                                          <p:attrName>r</p:attrName>
                                        </p:attrNameLst>
                                      </p:cBhvr>
                                    </p:animRot>
                                  </p:childTnLst>
                                </p:cTn>
                              </p:par>
                            </p:childTnLst>
                          </p:cTn>
                        </p:par>
                        <p:par>
                          <p:cTn id="38" fill="hold">
                            <p:stCondLst>
                              <p:cond delay="2850"/>
                            </p:stCondLst>
                            <p:childTnLst>
                              <p:par>
                                <p:cTn id="39" presetID="22" presetClass="entr" presetSubtype="1" fill="hold" grpId="0" nodeType="after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wipe(up)">
                                      <p:cBhvr>
                                        <p:cTn id="41" dur="500"/>
                                        <p:tgtEl>
                                          <p:spTgt spid="21"/>
                                        </p:tgtEl>
                                      </p:cBhvr>
                                    </p:animEffect>
                                  </p:childTnLst>
                                </p:cTn>
                              </p:par>
                            </p:childTnLst>
                          </p:cTn>
                        </p:par>
                        <p:par>
                          <p:cTn id="42" fill="hold">
                            <p:stCondLst>
                              <p:cond delay="3350"/>
                            </p:stCondLst>
                            <p:childTnLst>
                              <p:par>
                                <p:cTn id="43" presetID="22" presetClass="entr" presetSubtype="4" fill="hold" grpId="0" nodeType="after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wipe(down)">
                                      <p:cBhvr>
                                        <p:cTn id="45" dur="500"/>
                                        <p:tgtEl>
                                          <p:spTgt spid="22"/>
                                        </p:tgtEl>
                                      </p:cBhvr>
                                    </p:animEffect>
                                  </p:childTnLst>
                                </p:cTn>
                              </p:par>
                            </p:childTnLst>
                          </p:cTn>
                        </p:par>
                        <p:par>
                          <p:cTn id="46" fill="hold">
                            <p:stCondLst>
                              <p:cond delay="3850"/>
                            </p:stCondLst>
                            <p:childTnLst>
                              <p:par>
                                <p:cTn id="47" presetID="22" presetClass="entr" presetSubtype="2" fill="hold" grpId="0" nodeType="after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wipe(right)">
                                      <p:cBhvr>
                                        <p:cTn id="49" dur="300"/>
                                        <p:tgtEl>
                                          <p:spTgt spid="23"/>
                                        </p:tgtEl>
                                      </p:cBhvr>
                                    </p:animEffect>
                                  </p:childTnLst>
                                </p:cTn>
                              </p:par>
                            </p:childTnLst>
                          </p:cTn>
                        </p:par>
                        <p:par>
                          <p:cTn id="50" fill="hold">
                            <p:stCondLst>
                              <p:cond delay="4150"/>
                            </p:stCondLst>
                            <p:childTnLst>
                              <p:par>
                                <p:cTn id="51" presetID="22" presetClass="entr" presetSubtype="8" fill="hold" grpId="0" nodeType="after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wipe(left)">
                                      <p:cBhvr>
                                        <p:cTn id="53" dur="500"/>
                                        <p:tgtEl>
                                          <p:spTgt spid="24"/>
                                        </p:tgtEl>
                                      </p:cBhvr>
                                    </p:animEffect>
                                  </p:childTnLst>
                                </p:cTn>
                              </p:par>
                            </p:childTnLst>
                          </p:cTn>
                        </p:par>
                        <p:par>
                          <p:cTn id="54" fill="hold">
                            <p:stCondLst>
                              <p:cond delay="4650"/>
                            </p:stCondLst>
                            <p:childTnLst>
                              <p:par>
                                <p:cTn id="55" presetID="56" presetClass="entr" presetSubtype="0" fill="hold" grpId="0" nodeType="afterEffect">
                                  <p:stCondLst>
                                    <p:cond delay="0"/>
                                  </p:stCondLst>
                                  <p:iterate type="lt">
                                    <p:tmPct val="10000"/>
                                  </p:iterate>
                                  <p:childTnLst>
                                    <p:set>
                                      <p:cBhvr>
                                        <p:cTn id="56" dur="1" fill="hold">
                                          <p:stCondLst>
                                            <p:cond delay="0"/>
                                          </p:stCondLst>
                                        </p:cTn>
                                        <p:tgtEl>
                                          <p:spTgt spid="25"/>
                                        </p:tgtEl>
                                        <p:attrNameLst>
                                          <p:attrName>style.visibility</p:attrName>
                                        </p:attrNameLst>
                                      </p:cBhvr>
                                      <p:to>
                                        <p:strVal val="visible"/>
                                      </p:to>
                                    </p:set>
                                    <p:anim by="(-#ppt_w*2)" calcmode="lin" valueType="num">
                                      <p:cBhvr rctx="PPT">
                                        <p:cTn id="57" dur="250" autoRev="1" fill="hold">
                                          <p:stCondLst>
                                            <p:cond delay="0"/>
                                          </p:stCondLst>
                                        </p:cTn>
                                        <p:tgtEl>
                                          <p:spTgt spid="25"/>
                                        </p:tgtEl>
                                        <p:attrNameLst>
                                          <p:attrName>ppt_w</p:attrName>
                                        </p:attrNameLst>
                                      </p:cBhvr>
                                    </p:anim>
                                    <p:anim by="(#ppt_w*0.50)" calcmode="lin" valueType="num">
                                      <p:cBhvr>
                                        <p:cTn id="58" dur="250" decel="50000" autoRev="1" fill="hold">
                                          <p:stCondLst>
                                            <p:cond delay="0"/>
                                          </p:stCondLst>
                                        </p:cTn>
                                        <p:tgtEl>
                                          <p:spTgt spid="25"/>
                                        </p:tgtEl>
                                        <p:attrNameLst>
                                          <p:attrName>ppt_x</p:attrName>
                                        </p:attrNameLst>
                                      </p:cBhvr>
                                    </p:anim>
                                    <p:anim from="(-#ppt_h/2)" to="(#ppt_y)" calcmode="lin" valueType="num">
                                      <p:cBhvr>
                                        <p:cTn id="59" dur="500" fill="hold">
                                          <p:stCondLst>
                                            <p:cond delay="0"/>
                                          </p:stCondLst>
                                        </p:cTn>
                                        <p:tgtEl>
                                          <p:spTgt spid="25"/>
                                        </p:tgtEl>
                                        <p:attrNameLst>
                                          <p:attrName>ppt_y</p:attrName>
                                        </p:attrNameLst>
                                      </p:cBhvr>
                                    </p:anim>
                                    <p:animRot by="21600000">
                                      <p:cBhvr>
                                        <p:cTn id="60" dur="500" fill="hold">
                                          <p:stCondLst>
                                            <p:cond delay="0"/>
                                          </p:stCondLst>
                                        </p:cTn>
                                        <p:tgtEl>
                                          <p:spTgt spid="25"/>
                                        </p:tgtEl>
                                        <p:attrNameLst>
                                          <p:attrName>r</p:attrName>
                                        </p:attrNameLst>
                                      </p:cBhvr>
                                    </p:animRot>
                                  </p:childTnLst>
                                </p:cTn>
                              </p:par>
                            </p:childTnLst>
                          </p:cTn>
                        </p:par>
                        <p:par>
                          <p:cTn id="61" fill="hold">
                            <p:stCondLst>
                              <p:cond delay="5300"/>
                            </p:stCondLst>
                            <p:childTnLst>
                              <p:par>
                                <p:cTn id="62" presetID="22" presetClass="entr" presetSubtype="1" fill="hold" grpId="0" nodeType="after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wipe(up)">
                                      <p:cBhvr>
                                        <p:cTn id="64"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 grpId="0" autoUpdateAnimBg="0"/>
      <p:bldP spid="28675" grpId="0" animBg="1"/>
      <p:bldP spid="17" grpId="0" animBg="1"/>
      <p:bldP spid="18" grpId="0" animBg="1"/>
      <p:bldP spid="19" grpId="0" animBg="1"/>
      <p:bldP spid="20" grpId="0" autoUpdateAnimBg="0"/>
      <p:bldP spid="21" grpId="0" autoUpdateAnimBg="0"/>
      <p:bldP spid="22" grpId="0" animBg="1"/>
      <p:bldP spid="23" grpId="0" animBg="1"/>
      <p:bldP spid="24" grpId="0" animBg="1"/>
      <p:bldP spid="25" grpId="0" autoUpdateAnimBg="0"/>
      <p:bldP spid="26"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Box 4"/>
          <p:cNvSpPr txBox="1">
            <a:spLocks noChangeArrowheads="1"/>
          </p:cNvSpPr>
          <p:nvPr/>
        </p:nvSpPr>
        <p:spPr bwMode="auto">
          <a:xfrm>
            <a:off x="5108575" y="1557338"/>
            <a:ext cx="1781175" cy="831850"/>
          </a:xfrm>
          <a:prstGeom prst="rect">
            <a:avLst/>
          </a:prstGeom>
          <a:noFill/>
          <a:ln w="9525">
            <a:noFill/>
            <a:miter lim="800000"/>
            <a:headEnd/>
            <a:tailEnd/>
          </a:ln>
        </p:spPr>
        <p:txBody>
          <a:bodyPr wrap="none">
            <a:spAutoFit/>
          </a:bodyPr>
          <a:lstStyle/>
          <a:p>
            <a:pPr eaLnBrk="1" hangingPunct="1"/>
            <a:r>
              <a:rPr lang="zh-CN" altLang="en-US" sz="4800" b="1">
                <a:latin typeface="微软雅黑" pitchFamily="34" charset="-122"/>
                <a:ea typeface="微软雅黑" pitchFamily="34" charset="-122"/>
              </a:rPr>
              <a:t>致  谢</a:t>
            </a:r>
          </a:p>
        </p:txBody>
      </p:sp>
      <p:sp>
        <p:nvSpPr>
          <p:cNvPr id="36867" name="TextBox 5"/>
          <p:cNvSpPr txBox="1">
            <a:spLocks noChangeArrowheads="1"/>
          </p:cNvSpPr>
          <p:nvPr/>
        </p:nvSpPr>
        <p:spPr bwMode="auto">
          <a:xfrm>
            <a:off x="985813" y="2636838"/>
            <a:ext cx="10513168" cy="2031325"/>
          </a:xfrm>
          <a:prstGeom prst="rect">
            <a:avLst/>
          </a:prstGeom>
          <a:noFill/>
          <a:ln w="9525">
            <a:noFill/>
            <a:miter lim="800000"/>
            <a:headEnd/>
            <a:tailEnd/>
          </a:ln>
        </p:spPr>
        <p:txBody>
          <a:bodyPr wrap="square">
            <a:spAutoFit/>
          </a:bodyPr>
          <a:lstStyle/>
          <a:p>
            <a:pPr algn="ctr" eaLnBrk="1" hangingPunct="1">
              <a:lnSpc>
                <a:spcPct val="150000"/>
              </a:lnSpc>
            </a:pPr>
            <a:r>
              <a:rPr lang="zh-CN" altLang="en-US" sz="2800" dirty="0">
                <a:solidFill>
                  <a:schemeClr val="accent1"/>
                </a:solidFill>
                <a:latin typeface="微软雅黑" pitchFamily="34" charset="-122"/>
                <a:ea typeface="微软雅黑" pitchFamily="34" charset="-122"/>
              </a:rPr>
              <a:t>感谢母校提供的学习与实践的机会；</a:t>
            </a:r>
            <a:endParaRPr lang="en-US" altLang="zh-CN" sz="2800" dirty="0">
              <a:solidFill>
                <a:schemeClr val="accent1"/>
              </a:solidFill>
              <a:latin typeface="微软雅黑" pitchFamily="34" charset="-122"/>
              <a:ea typeface="微软雅黑" pitchFamily="34" charset="-122"/>
            </a:endParaRPr>
          </a:p>
          <a:p>
            <a:pPr algn="ctr" eaLnBrk="1" hangingPunct="1">
              <a:lnSpc>
                <a:spcPct val="150000"/>
              </a:lnSpc>
            </a:pPr>
            <a:r>
              <a:rPr lang="zh-CN" altLang="en-US" sz="2800" dirty="0">
                <a:solidFill>
                  <a:schemeClr val="accent1"/>
                </a:solidFill>
                <a:latin typeface="微软雅黑" pitchFamily="34" charset="-122"/>
                <a:ea typeface="微软雅黑" pitchFamily="34" charset="-122"/>
              </a:rPr>
              <a:t>感谢导师团队，特别</a:t>
            </a:r>
            <a:r>
              <a:rPr lang="zh-CN" altLang="en-US" sz="2800" dirty="0" smtClean="0">
                <a:solidFill>
                  <a:schemeClr val="accent1"/>
                </a:solidFill>
                <a:latin typeface="微软雅黑" pitchFamily="34" charset="-122"/>
                <a:ea typeface="微软雅黑" pitchFamily="34" charset="-122"/>
              </a:rPr>
              <a:t>感谢陈志泊老师和许福老师给予</a:t>
            </a:r>
            <a:r>
              <a:rPr lang="zh-CN" altLang="en-US" sz="2800" dirty="0">
                <a:solidFill>
                  <a:schemeClr val="accent1"/>
                </a:solidFill>
                <a:latin typeface="微软雅黑" pitchFamily="34" charset="-122"/>
                <a:ea typeface="微软雅黑" pitchFamily="34" charset="-122"/>
              </a:rPr>
              <a:t>的耐心指导；</a:t>
            </a:r>
            <a:endParaRPr lang="en-US" altLang="zh-CN" sz="2800" dirty="0">
              <a:solidFill>
                <a:schemeClr val="accent1"/>
              </a:solidFill>
              <a:latin typeface="微软雅黑" pitchFamily="34" charset="-122"/>
              <a:ea typeface="微软雅黑" pitchFamily="34" charset="-122"/>
            </a:endParaRPr>
          </a:p>
          <a:p>
            <a:pPr algn="ctr" eaLnBrk="1" hangingPunct="1">
              <a:lnSpc>
                <a:spcPct val="150000"/>
              </a:lnSpc>
            </a:pPr>
            <a:r>
              <a:rPr lang="zh-CN" altLang="en-US" sz="2800" dirty="0" smtClean="0">
                <a:solidFill>
                  <a:schemeClr val="accent1"/>
                </a:solidFill>
                <a:latin typeface="微软雅黑" pitchFamily="34" charset="-122"/>
                <a:ea typeface="微软雅黑" pitchFamily="34" charset="-122"/>
              </a:rPr>
              <a:t>感谢</a:t>
            </a:r>
            <a:r>
              <a:rPr lang="zh-CN" altLang="en-US" sz="2800">
                <a:solidFill>
                  <a:schemeClr val="accent1"/>
                </a:solidFill>
                <a:latin typeface="微软雅黑" pitchFamily="34" charset="-122"/>
                <a:ea typeface="微软雅黑" pitchFamily="34" charset="-122"/>
              </a:rPr>
              <a:t>答辩</a:t>
            </a:r>
            <a:r>
              <a:rPr lang="zh-CN" altLang="en-US" sz="2800" smtClean="0">
                <a:solidFill>
                  <a:schemeClr val="accent1"/>
                </a:solidFill>
                <a:latin typeface="微软雅黑" pitchFamily="34" charset="-122"/>
                <a:ea typeface="微软雅黑" pitchFamily="34" charset="-122"/>
              </a:rPr>
              <a:t>评审的各位老师！</a:t>
            </a:r>
            <a:endParaRPr lang="zh-CN" altLang="en-US" sz="2800" dirty="0">
              <a:solidFill>
                <a:schemeClr val="accent1"/>
              </a:solidFill>
              <a:latin typeface="微软雅黑" pitchFamily="34" charset="-122"/>
              <a:ea typeface="微软雅黑" pitchFamily="34"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36866"/>
                                        </p:tgtEl>
                                        <p:attrNameLst>
                                          <p:attrName>style.visibility</p:attrName>
                                        </p:attrNameLst>
                                      </p:cBhvr>
                                      <p:to>
                                        <p:strVal val="visible"/>
                                      </p:to>
                                    </p:set>
                                    <p:anim by="(-#ppt_w*2)" calcmode="lin" valueType="num">
                                      <p:cBhvr rctx="PPT">
                                        <p:cTn id="7" dur="500" autoRev="1" fill="hold">
                                          <p:stCondLst>
                                            <p:cond delay="0"/>
                                          </p:stCondLst>
                                        </p:cTn>
                                        <p:tgtEl>
                                          <p:spTgt spid="36866"/>
                                        </p:tgtEl>
                                        <p:attrNameLst>
                                          <p:attrName>ppt_w</p:attrName>
                                        </p:attrNameLst>
                                      </p:cBhvr>
                                    </p:anim>
                                    <p:anim by="(#ppt_w*0.50)" calcmode="lin" valueType="num">
                                      <p:cBhvr>
                                        <p:cTn id="8" dur="500" decel="50000" autoRev="1" fill="hold">
                                          <p:stCondLst>
                                            <p:cond delay="0"/>
                                          </p:stCondLst>
                                        </p:cTn>
                                        <p:tgtEl>
                                          <p:spTgt spid="36866"/>
                                        </p:tgtEl>
                                        <p:attrNameLst>
                                          <p:attrName>ppt_x</p:attrName>
                                        </p:attrNameLst>
                                      </p:cBhvr>
                                    </p:anim>
                                    <p:anim from="(-#ppt_h/2)" to="(#ppt_y)" calcmode="lin" valueType="num">
                                      <p:cBhvr>
                                        <p:cTn id="9" dur="1000" fill="hold">
                                          <p:stCondLst>
                                            <p:cond delay="0"/>
                                          </p:stCondLst>
                                        </p:cTn>
                                        <p:tgtEl>
                                          <p:spTgt spid="36866"/>
                                        </p:tgtEl>
                                        <p:attrNameLst>
                                          <p:attrName>ppt_y</p:attrName>
                                        </p:attrNameLst>
                                      </p:cBhvr>
                                    </p:anim>
                                    <p:animRot by="21600000">
                                      <p:cBhvr>
                                        <p:cTn id="10" dur="1000" fill="hold">
                                          <p:stCondLst>
                                            <p:cond delay="0"/>
                                          </p:stCondLst>
                                        </p:cTn>
                                        <p:tgtEl>
                                          <p:spTgt spid="36866"/>
                                        </p:tgtEl>
                                        <p:attrNameLst>
                                          <p:attrName>r</p:attrName>
                                        </p:attrNameLst>
                                      </p:cBhvr>
                                    </p:animRot>
                                  </p:childTnLst>
                                </p:cTn>
                              </p:par>
                            </p:childTnLst>
                          </p:cTn>
                        </p:par>
                        <p:par>
                          <p:cTn id="11" fill="hold" nodeType="afterGroup">
                            <p:stCondLst>
                              <p:cond delay="1100"/>
                            </p:stCondLst>
                            <p:childTnLst>
                              <p:par>
                                <p:cTn id="12" presetID="56" presetClass="entr" presetSubtype="0" fill="hold" grpId="0" nodeType="afterEffect">
                                  <p:stCondLst>
                                    <p:cond delay="0"/>
                                  </p:stCondLst>
                                  <p:iterate type="lt">
                                    <p:tmPct val="10000"/>
                                  </p:iterate>
                                  <p:childTnLst>
                                    <p:set>
                                      <p:cBhvr>
                                        <p:cTn id="13" dur="1" fill="hold">
                                          <p:stCondLst>
                                            <p:cond delay="0"/>
                                          </p:stCondLst>
                                        </p:cTn>
                                        <p:tgtEl>
                                          <p:spTgt spid="36867"/>
                                        </p:tgtEl>
                                        <p:attrNameLst>
                                          <p:attrName>style.visibility</p:attrName>
                                        </p:attrNameLst>
                                      </p:cBhvr>
                                      <p:to>
                                        <p:strVal val="visible"/>
                                      </p:to>
                                    </p:set>
                                    <p:anim by="(-#ppt_w*2)" calcmode="lin" valueType="num">
                                      <p:cBhvr rctx="PPT">
                                        <p:cTn id="14" dur="500" autoRev="1" fill="hold">
                                          <p:stCondLst>
                                            <p:cond delay="0"/>
                                          </p:stCondLst>
                                        </p:cTn>
                                        <p:tgtEl>
                                          <p:spTgt spid="36867"/>
                                        </p:tgtEl>
                                        <p:attrNameLst>
                                          <p:attrName>ppt_w</p:attrName>
                                        </p:attrNameLst>
                                      </p:cBhvr>
                                    </p:anim>
                                    <p:anim by="(#ppt_w*0.50)" calcmode="lin" valueType="num">
                                      <p:cBhvr>
                                        <p:cTn id="15" dur="500" decel="50000" autoRev="1" fill="hold">
                                          <p:stCondLst>
                                            <p:cond delay="0"/>
                                          </p:stCondLst>
                                        </p:cTn>
                                        <p:tgtEl>
                                          <p:spTgt spid="36867"/>
                                        </p:tgtEl>
                                        <p:attrNameLst>
                                          <p:attrName>ppt_x</p:attrName>
                                        </p:attrNameLst>
                                      </p:cBhvr>
                                    </p:anim>
                                    <p:anim from="(-#ppt_h/2)" to="(#ppt_y)" calcmode="lin" valueType="num">
                                      <p:cBhvr>
                                        <p:cTn id="16" dur="1000" fill="hold">
                                          <p:stCondLst>
                                            <p:cond delay="0"/>
                                          </p:stCondLst>
                                        </p:cTn>
                                        <p:tgtEl>
                                          <p:spTgt spid="36867"/>
                                        </p:tgtEl>
                                        <p:attrNameLst>
                                          <p:attrName>ppt_y</p:attrName>
                                        </p:attrNameLst>
                                      </p:cBhvr>
                                    </p:anim>
                                    <p:animRot by="21600000">
                                      <p:cBhvr>
                                        <p:cTn id="17" dur="1000" fill="hold">
                                          <p:stCondLst>
                                            <p:cond delay="0"/>
                                          </p:stCondLst>
                                        </p:cTn>
                                        <p:tgtEl>
                                          <p:spTgt spid="3686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6" grpId="0" autoUpdateAnimBg="0"/>
      <p:bldP spid="36867"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txBox="1">
            <a:spLocks noChangeArrowheads="1"/>
          </p:cNvSpPr>
          <p:nvPr/>
        </p:nvSpPr>
        <p:spPr bwMode="auto">
          <a:xfrm>
            <a:off x="769938" y="1779588"/>
            <a:ext cx="10728325" cy="817562"/>
          </a:xfrm>
          <a:prstGeom prst="rect">
            <a:avLst/>
          </a:prstGeom>
          <a:noFill/>
          <a:ln w="9525">
            <a:noFill/>
            <a:miter lim="800000"/>
            <a:headEnd/>
            <a:tailEnd/>
          </a:ln>
        </p:spPr>
        <p:txBody>
          <a:bodyPr anchor="ctr"/>
          <a:lstStyle/>
          <a:p>
            <a:pPr algn="ctr" eaLnBrk="1" hangingPunct="1"/>
            <a:r>
              <a:rPr lang="zh-CN" altLang="en-US" sz="8000" b="1">
                <a:solidFill>
                  <a:schemeClr val="accent2"/>
                </a:solidFill>
                <a:latin typeface="微软雅黑" pitchFamily="34" charset="-122"/>
                <a:ea typeface="微软雅黑" pitchFamily="34" charset="-122"/>
              </a:rPr>
              <a:t>感谢您的批评指正</a:t>
            </a:r>
          </a:p>
        </p:txBody>
      </p:sp>
      <p:sp>
        <p:nvSpPr>
          <p:cNvPr id="7181" name="Rectangle 5"/>
          <p:cNvSpPr>
            <a:spLocks noChangeArrowheads="1"/>
          </p:cNvSpPr>
          <p:nvPr/>
        </p:nvSpPr>
        <p:spPr bwMode="auto">
          <a:xfrm>
            <a:off x="34925" y="6745288"/>
            <a:ext cx="12196763" cy="41275"/>
          </a:xfrm>
          <a:prstGeom prst="rect">
            <a:avLst/>
          </a:prstGeom>
          <a:solidFill>
            <a:srgbClr val="FFFFFF"/>
          </a:solidFill>
          <a:ln w="9525">
            <a:noFill/>
            <a:miter lim="800000"/>
            <a:headEnd/>
            <a:tailEnd/>
          </a:ln>
        </p:spPr>
        <p:txBody>
          <a:bodyPr/>
          <a:lstStyle/>
          <a:p>
            <a:pPr eaLnBrk="1" hangingPunct="1"/>
            <a:endParaRPr lang="zh-CN" altLang="en-US"/>
          </a:p>
        </p:txBody>
      </p:sp>
      <p:sp>
        <p:nvSpPr>
          <p:cNvPr id="7182" name="Oval 6"/>
          <p:cNvSpPr>
            <a:spLocks noChangeArrowheads="1"/>
          </p:cNvSpPr>
          <p:nvPr/>
        </p:nvSpPr>
        <p:spPr bwMode="auto">
          <a:xfrm>
            <a:off x="5837238" y="5876925"/>
            <a:ext cx="522287" cy="544513"/>
          </a:xfrm>
          <a:prstGeom prst="ellipse">
            <a:avLst/>
          </a:prstGeom>
          <a:solidFill>
            <a:srgbClr val="FFFFFF"/>
          </a:solidFill>
          <a:ln w="9525">
            <a:noFill/>
            <a:round/>
            <a:headEnd/>
            <a:tailEnd/>
          </a:ln>
        </p:spPr>
        <p:txBody>
          <a:bodyPr/>
          <a:lstStyle/>
          <a:p>
            <a:pPr eaLnBrk="1" hangingPunct="1"/>
            <a:endParaRPr lang="zh-CN" altLang="en-US"/>
          </a:p>
        </p:txBody>
      </p:sp>
      <p:sp>
        <p:nvSpPr>
          <p:cNvPr id="7183" name="Freeform 7"/>
          <p:cNvSpPr>
            <a:spLocks noEditPoints="1"/>
          </p:cNvSpPr>
          <p:nvPr/>
        </p:nvSpPr>
        <p:spPr bwMode="auto">
          <a:xfrm>
            <a:off x="5972175" y="5926138"/>
            <a:ext cx="261938" cy="441325"/>
          </a:xfrm>
          <a:custGeom>
            <a:avLst/>
            <a:gdLst>
              <a:gd name="T0" fmla="*/ 2147483646 w 346"/>
              <a:gd name="T1" fmla="*/ 2147483646 h 555"/>
              <a:gd name="T2" fmla="*/ 2147483646 w 346"/>
              <a:gd name="T3" fmla="*/ 2147483646 h 555"/>
              <a:gd name="T4" fmla="*/ 2147483646 w 346"/>
              <a:gd name="T5" fmla="*/ 2147483646 h 555"/>
              <a:gd name="T6" fmla="*/ 2147483646 w 346"/>
              <a:gd name="T7" fmla="*/ 2147483646 h 555"/>
              <a:gd name="T8" fmla="*/ 2147483646 w 346"/>
              <a:gd name="T9" fmla="*/ 2147483646 h 555"/>
              <a:gd name="T10" fmla="*/ 2147483646 w 346"/>
              <a:gd name="T11" fmla="*/ 2147483646 h 555"/>
              <a:gd name="T12" fmla="*/ 2147483646 w 346"/>
              <a:gd name="T13" fmla="*/ 2147483646 h 555"/>
              <a:gd name="T14" fmla="*/ 2147483646 w 346"/>
              <a:gd name="T15" fmla="*/ 2147483646 h 555"/>
              <a:gd name="T16" fmla="*/ 2147483646 w 346"/>
              <a:gd name="T17" fmla="*/ 2147483646 h 555"/>
              <a:gd name="T18" fmla="*/ 2147483646 w 346"/>
              <a:gd name="T19" fmla="*/ 2147483646 h 555"/>
              <a:gd name="T20" fmla="*/ 2147483646 w 346"/>
              <a:gd name="T21" fmla="*/ 2147483646 h 555"/>
              <a:gd name="T22" fmla="*/ 0 w 346"/>
              <a:gd name="T23" fmla="*/ 2147483646 h 555"/>
              <a:gd name="T24" fmla="*/ 0 w 346"/>
              <a:gd name="T25" fmla="*/ 2147483646 h 555"/>
              <a:gd name="T26" fmla="*/ 2147483646 w 346"/>
              <a:gd name="T27" fmla="*/ 2147483646 h 555"/>
              <a:gd name="T28" fmla="*/ 2147483646 w 346"/>
              <a:gd name="T29" fmla="*/ 2147483646 h 555"/>
              <a:gd name="T30" fmla="*/ 2147483646 w 346"/>
              <a:gd name="T31" fmla="*/ 2147483646 h 555"/>
              <a:gd name="T32" fmla="*/ 2147483646 w 346"/>
              <a:gd name="T33" fmla="*/ 2147483646 h 555"/>
              <a:gd name="T34" fmla="*/ 2147483646 w 346"/>
              <a:gd name="T35" fmla="*/ 2147483646 h 555"/>
              <a:gd name="T36" fmla="*/ 2147483646 w 346"/>
              <a:gd name="T37" fmla="*/ 2147483646 h 555"/>
              <a:gd name="T38" fmla="*/ 2147483646 w 346"/>
              <a:gd name="T39" fmla="*/ 2147483646 h 555"/>
              <a:gd name="T40" fmla="*/ 2147483646 w 346"/>
              <a:gd name="T41" fmla="*/ 2147483646 h 555"/>
              <a:gd name="T42" fmla="*/ 2147483646 w 346"/>
              <a:gd name="T43" fmla="*/ 2147483646 h 555"/>
              <a:gd name="T44" fmla="*/ 2147483646 w 346"/>
              <a:gd name="T45" fmla="*/ 2147483646 h 555"/>
              <a:gd name="T46" fmla="*/ 2147483646 w 346"/>
              <a:gd name="T47" fmla="*/ 2147483646 h 555"/>
              <a:gd name="T48" fmla="*/ 2147483646 w 346"/>
              <a:gd name="T49" fmla="*/ 2147483646 h 555"/>
              <a:gd name="T50" fmla="*/ 2147483646 w 346"/>
              <a:gd name="T51" fmla="*/ 0 h 555"/>
              <a:gd name="T52" fmla="*/ 2147483646 w 346"/>
              <a:gd name="T53" fmla="*/ 0 h 555"/>
              <a:gd name="T54" fmla="*/ 2147483646 w 346"/>
              <a:gd name="T55" fmla="*/ 0 h 555"/>
              <a:gd name="T56" fmla="*/ 2147483646 w 346"/>
              <a:gd name="T57" fmla="*/ 2147483646 h 555"/>
              <a:gd name="T58" fmla="*/ 2147483646 w 346"/>
              <a:gd name="T59" fmla="*/ 2147483646 h 555"/>
              <a:gd name="T60" fmla="*/ 2147483646 w 346"/>
              <a:gd name="T61" fmla="*/ 2147483646 h 55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346" h="555">
                <a:moveTo>
                  <a:pt x="346" y="284"/>
                </a:moveTo>
                <a:lnTo>
                  <a:pt x="346" y="183"/>
                </a:lnTo>
                <a:cubicBezTo>
                  <a:pt x="346" y="154"/>
                  <a:pt x="300" y="154"/>
                  <a:pt x="300" y="183"/>
                </a:cubicBezTo>
                <a:lnTo>
                  <a:pt x="300" y="284"/>
                </a:lnTo>
                <a:cubicBezTo>
                  <a:pt x="300" y="352"/>
                  <a:pt x="244" y="408"/>
                  <a:pt x="176" y="408"/>
                </a:cubicBezTo>
                <a:cubicBezTo>
                  <a:pt x="175" y="408"/>
                  <a:pt x="174" y="408"/>
                  <a:pt x="173" y="408"/>
                </a:cubicBezTo>
                <a:lnTo>
                  <a:pt x="172" y="408"/>
                </a:lnTo>
                <a:cubicBezTo>
                  <a:pt x="171" y="408"/>
                  <a:pt x="171" y="408"/>
                  <a:pt x="170" y="408"/>
                </a:cubicBezTo>
                <a:cubicBezTo>
                  <a:pt x="101" y="408"/>
                  <a:pt x="46" y="352"/>
                  <a:pt x="46" y="284"/>
                </a:cubicBezTo>
                <a:lnTo>
                  <a:pt x="46" y="183"/>
                </a:lnTo>
                <a:cubicBezTo>
                  <a:pt x="46" y="154"/>
                  <a:pt x="0" y="154"/>
                  <a:pt x="0" y="183"/>
                </a:cubicBezTo>
                <a:cubicBezTo>
                  <a:pt x="0" y="197"/>
                  <a:pt x="0" y="284"/>
                  <a:pt x="0" y="284"/>
                </a:cubicBezTo>
                <a:cubicBezTo>
                  <a:pt x="0" y="370"/>
                  <a:pt x="63" y="441"/>
                  <a:pt x="146" y="452"/>
                </a:cubicBezTo>
                <a:lnTo>
                  <a:pt x="146" y="526"/>
                </a:lnTo>
                <a:lnTo>
                  <a:pt x="42" y="555"/>
                </a:lnTo>
                <a:lnTo>
                  <a:pt x="304" y="555"/>
                </a:lnTo>
                <a:lnTo>
                  <a:pt x="200" y="525"/>
                </a:lnTo>
                <a:lnTo>
                  <a:pt x="200" y="453"/>
                </a:lnTo>
                <a:cubicBezTo>
                  <a:pt x="282" y="441"/>
                  <a:pt x="346" y="370"/>
                  <a:pt x="346" y="284"/>
                </a:cubicBezTo>
                <a:close/>
                <a:moveTo>
                  <a:pt x="171" y="365"/>
                </a:moveTo>
                <a:cubicBezTo>
                  <a:pt x="172" y="365"/>
                  <a:pt x="172" y="365"/>
                  <a:pt x="173" y="365"/>
                </a:cubicBezTo>
                <a:cubicBezTo>
                  <a:pt x="173" y="365"/>
                  <a:pt x="174" y="365"/>
                  <a:pt x="174" y="365"/>
                </a:cubicBezTo>
                <a:cubicBezTo>
                  <a:pt x="220" y="365"/>
                  <a:pt x="257" y="328"/>
                  <a:pt x="257" y="282"/>
                </a:cubicBezTo>
                <a:lnTo>
                  <a:pt x="257" y="83"/>
                </a:lnTo>
                <a:cubicBezTo>
                  <a:pt x="257" y="37"/>
                  <a:pt x="220" y="0"/>
                  <a:pt x="174" y="0"/>
                </a:cubicBezTo>
                <a:cubicBezTo>
                  <a:pt x="174" y="0"/>
                  <a:pt x="173" y="0"/>
                  <a:pt x="173" y="0"/>
                </a:cubicBezTo>
                <a:cubicBezTo>
                  <a:pt x="172" y="0"/>
                  <a:pt x="172" y="0"/>
                  <a:pt x="171" y="0"/>
                </a:cubicBezTo>
                <a:cubicBezTo>
                  <a:pt x="126" y="0"/>
                  <a:pt x="89" y="37"/>
                  <a:pt x="89" y="83"/>
                </a:cubicBezTo>
                <a:lnTo>
                  <a:pt x="89" y="282"/>
                </a:lnTo>
                <a:cubicBezTo>
                  <a:pt x="89" y="328"/>
                  <a:pt x="126" y="365"/>
                  <a:pt x="171" y="365"/>
                </a:cubicBezTo>
                <a:close/>
              </a:path>
            </a:pathLst>
          </a:custGeom>
          <a:solidFill>
            <a:srgbClr val="0070C0"/>
          </a:solidFill>
          <a:ln w="9525">
            <a:noFill/>
            <a:round/>
            <a:headEnd/>
            <a:tailEnd/>
          </a:ln>
        </p:spPr>
        <p:txBody>
          <a:bodyPr/>
          <a:lstStyle/>
          <a:p>
            <a:endParaRPr lang="zh-CN" altLang="en-US"/>
          </a:p>
        </p:txBody>
      </p:sp>
      <p:cxnSp>
        <p:nvCxnSpPr>
          <p:cNvPr id="34830" name="直接连接符 2"/>
          <p:cNvCxnSpPr>
            <a:cxnSpLocks noChangeShapeType="1"/>
          </p:cNvCxnSpPr>
          <p:nvPr/>
        </p:nvCxnSpPr>
        <p:spPr bwMode="auto">
          <a:xfrm>
            <a:off x="1201738" y="1627188"/>
            <a:ext cx="9864725" cy="0"/>
          </a:xfrm>
          <a:prstGeom prst="line">
            <a:avLst/>
          </a:prstGeom>
          <a:noFill/>
          <a:ln w="9525" algn="ctr">
            <a:solidFill>
              <a:schemeClr val="accent2"/>
            </a:solidFill>
            <a:prstDash val="dash"/>
            <a:round/>
            <a:headEnd/>
            <a:tailEnd/>
          </a:ln>
          <a:effectLst/>
        </p:spPr>
      </p:cxnSp>
      <p:cxnSp>
        <p:nvCxnSpPr>
          <p:cNvPr id="34831" name="直接连接符 17"/>
          <p:cNvCxnSpPr>
            <a:cxnSpLocks noChangeShapeType="1"/>
          </p:cNvCxnSpPr>
          <p:nvPr/>
        </p:nvCxnSpPr>
        <p:spPr bwMode="auto">
          <a:xfrm>
            <a:off x="1201738" y="2752725"/>
            <a:ext cx="9864725" cy="0"/>
          </a:xfrm>
          <a:prstGeom prst="line">
            <a:avLst/>
          </a:prstGeom>
          <a:noFill/>
          <a:ln w="9525" algn="ctr">
            <a:solidFill>
              <a:schemeClr val="accent2"/>
            </a:solidFill>
            <a:prstDash val="dash"/>
            <a:round/>
            <a:headEnd/>
            <a:tailEnd/>
          </a:ln>
          <a:effectLst/>
        </p:spPr>
      </p:cxnSp>
      <p:sp>
        <p:nvSpPr>
          <p:cNvPr id="17" name="文本框 11"/>
          <p:cNvSpPr txBox="1"/>
          <p:nvPr/>
        </p:nvSpPr>
        <p:spPr>
          <a:xfrm>
            <a:off x="3216275" y="3433270"/>
            <a:ext cx="3060699" cy="369332"/>
          </a:xfrm>
          <a:prstGeom prst="rect">
            <a:avLst/>
          </a:prstGeom>
          <a:noFill/>
        </p:spPr>
        <p:txBody>
          <a:bodyPr wrap="square" rtlCol="0">
            <a:spAutoFit/>
          </a:bodyPr>
          <a:lstStyle/>
          <a:p>
            <a:r>
              <a:rPr lang="zh-CN" altLang="en-US" b="1" dirty="0" smtClean="0">
                <a:solidFill>
                  <a:schemeClr val="accent2"/>
                </a:solidFill>
                <a:latin typeface="+mn-ea"/>
                <a:ea typeface="+mn-ea"/>
              </a:rPr>
              <a:t>汇报人：邢健坤</a:t>
            </a:r>
            <a:endParaRPr lang="zh-CN" altLang="en-US" b="1" dirty="0">
              <a:solidFill>
                <a:schemeClr val="accent2"/>
              </a:solidFill>
              <a:latin typeface="+mn-ea"/>
              <a:ea typeface="+mn-ea"/>
            </a:endParaRPr>
          </a:p>
        </p:txBody>
      </p:sp>
      <p:sp>
        <p:nvSpPr>
          <p:cNvPr id="18" name="文本框 12"/>
          <p:cNvSpPr txBox="1"/>
          <p:nvPr/>
        </p:nvSpPr>
        <p:spPr>
          <a:xfrm>
            <a:off x="5246314" y="3433270"/>
            <a:ext cx="2236664" cy="369332"/>
          </a:xfrm>
          <a:prstGeom prst="rect">
            <a:avLst/>
          </a:prstGeom>
          <a:noFill/>
        </p:spPr>
        <p:txBody>
          <a:bodyPr wrap="square" rtlCol="0">
            <a:spAutoFit/>
          </a:bodyPr>
          <a:lstStyle/>
          <a:p>
            <a:r>
              <a:rPr lang="zh-CN" altLang="en-US" b="1" dirty="0">
                <a:solidFill>
                  <a:schemeClr val="accent2"/>
                </a:solidFill>
                <a:latin typeface="+mn-ea"/>
                <a:ea typeface="+mn-ea"/>
              </a:rPr>
              <a:t>学号</a:t>
            </a:r>
            <a:r>
              <a:rPr lang="zh-CN" altLang="en-US" b="1" dirty="0" smtClean="0">
                <a:solidFill>
                  <a:schemeClr val="accent2"/>
                </a:solidFill>
                <a:latin typeface="+mn-ea"/>
                <a:ea typeface="+mn-ea"/>
              </a:rPr>
              <a:t>：</a:t>
            </a:r>
            <a:r>
              <a:rPr lang="en-US" altLang="zh-CN" b="1" dirty="0" smtClean="0">
                <a:solidFill>
                  <a:schemeClr val="accent2"/>
                </a:solidFill>
                <a:latin typeface="+mn-ea"/>
                <a:ea typeface="+mn-ea"/>
              </a:rPr>
              <a:t>7160225</a:t>
            </a:r>
            <a:endParaRPr lang="zh-CN" altLang="en-US" b="1" dirty="0">
              <a:solidFill>
                <a:schemeClr val="accent2"/>
              </a:solidFill>
              <a:latin typeface="+mn-ea"/>
              <a:ea typeface="+mn-ea"/>
            </a:endParaRPr>
          </a:p>
        </p:txBody>
      </p:sp>
      <p:sp>
        <p:nvSpPr>
          <p:cNvPr id="20" name="文本框 12"/>
          <p:cNvSpPr txBox="1"/>
          <p:nvPr/>
        </p:nvSpPr>
        <p:spPr>
          <a:xfrm>
            <a:off x="7410675" y="3416492"/>
            <a:ext cx="2864170" cy="369332"/>
          </a:xfrm>
          <a:prstGeom prst="rect">
            <a:avLst/>
          </a:prstGeom>
          <a:noFill/>
        </p:spPr>
        <p:txBody>
          <a:bodyPr wrap="square" rtlCol="0">
            <a:spAutoFit/>
          </a:bodyPr>
          <a:lstStyle/>
          <a:p>
            <a:r>
              <a:rPr lang="zh-CN" altLang="en-US" b="1" dirty="0" smtClean="0">
                <a:solidFill>
                  <a:schemeClr val="accent2"/>
                </a:solidFill>
                <a:latin typeface="+mn-ea"/>
                <a:ea typeface="+mn-ea"/>
              </a:rPr>
              <a:t>指导老师：陈志泊、许福</a:t>
            </a:r>
            <a:endParaRPr lang="zh-CN" altLang="en-US" b="1" dirty="0">
              <a:solidFill>
                <a:schemeClr val="accent2"/>
              </a:solidFill>
              <a:latin typeface="+mn-ea"/>
              <a:ea typeface="+mn-ea"/>
            </a:endParaRPr>
          </a:p>
        </p:txBody>
      </p:sp>
    </p:spTree>
  </p:cSld>
  <p:clrMapOvr>
    <a:masterClrMapping/>
  </p:clrMapOvr>
  <p:transition spd="slow" advTm="7871">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7171"/>
                                        </p:tgtEl>
                                        <p:attrNameLst>
                                          <p:attrName>style.visibility</p:attrName>
                                        </p:attrNameLst>
                                      </p:cBhvr>
                                      <p:to>
                                        <p:strVal val="visible"/>
                                      </p:to>
                                    </p:set>
                                    <p:anim by="(-#ppt_w*2)" calcmode="lin" valueType="num">
                                      <p:cBhvr rctx="PPT">
                                        <p:cTn id="7" dur="500" autoRev="1" fill="hold">
                                          <p:stCondLst>
                                            <p:cond delay="0"/>
                                          </p:stCondLst>
                                        </p:cTn>
                                        <p:tgtEl>
                                          <p:spTgt spid="7171"/>
                                        </p:tgtEl>
                                        <p:attrNameLst>
                                          <p:attrName>ppt_w</p:attrName>
                                        </p:attrNameLst>
                                      </p:cBhvr>
                                    </p:anim>
                                    <p:anim by="(#ppt_w*0.50)" calcmode="lin" valueType="num">
                                      <p:cBhvr>
                                        <p:cTn id="8" dur="500" decel="50000" autoRev="1" fill="hold">
                                          <p:stCondLst>
                                            <p:cond delay="0"/>
                                          </p:stCondLst>
                                        </p:cTn>
                                        <p:tgtEl>
                                          <p:spTgt spid="7171"/>
                                        </p:tgtEl>
                                        <p:attrNameLst>
                                          <p:attrName>ppt_x</p:attrName>
                                        </p:attrNameLst>
                                      </p:cBhvr>
                                    </p:anim>
                                    <p:anim from="(-#ppt_h/2)" to="(#ppt_y)" calcmode="lin" valueType="num">
                                      <p:cBhvr>
                                        <p:cTn id="9" dur="1000" fill="hold">
                                          <p:stCondLst>
                                            <p:cond delay="0"/>
                                          </p:stCondLst>
                                        </p:cTn>
                                        <p:tgtEl>
                                          <p:spTgt spid="7171"/>
                                        </p:tgtEl>
                                        <p:attrNameLst>
                                          <p:attrName>ppt_y</p:attrName>
                                        </p:attrNameLst>
                                      </p:cBhvr>
                                    </p:anim>
                                    <p:animRot by="21600000">
                                      <p:cBhvr>
                                        <p:cTn id="10" dur="1000" fill="hold">
                                          <p:stCondLst>
                                            <p:cond delay="0"/>
                                          </p:stCondLst>
                                        </p:cTn>
                                        <p:tgtEl>
                                          <p:spTgt spid="7171"/>
                                        </p:tgtEl>
                                        <p:attrNameLst>
                                          <p:attrName>r</p:attrName>
                                        </p:attrNameLst>
                                      </p:cBhvr>
                                    </p:animRot>
                                  </p:childTnLst>
                                </p:cTn>
                              </p:par>
                            </p:childTnLst>
                          </p:cTn>
                        </p:par>
                        <p:par>
                          <p:cTn id="11" fill="hold" nodeType="afterGroup">
                            <p:stCondLst>
                              <p:cond delay="1700"/>
                            </p:stCondLst>
                            <p:childTnLst>
                              <p:par>
                                <p:cTn id="12" presetID="16" presetClass="entr" presetSubtype="21" fill="hold" grpId="0" nodeType="afterEffect">
                                  <p:stCondLst>
                                    <p:cond delay="0"/>
                                  </p:stCondLst>
                                  <p:childTnLst>
                                    <p:set>
                                      <p:cBhvr>
                                        <p:cTn id="13" dur="1" fill="hold">
                                          <p:stCondLst>
                                            <p:cond delay="0"/>
                                          </p:stCondLst>
                                        </p:cTn>
                                        <p:tgtEl>
                                          <p:spTgt spid="7181"/>
                                        </p:tgtEl>
                                        <p:attrNameLst>
                                          <p:attrName>style.visibility</p:attrName>
                                        </p:attrNameLst>
                                      </p:cBhvr>
                                      <p:to>
                                        <p:strVal val="visible"/>
                                      </p:to>
                                    </p:set>
                                    <p:animEffect transition="in" filter="barn(inVertical)">
                                      <p:cBhvr>
                                        <p:cTn id="14" dur="500"/>
                                        <p:tgtEl>
                                          <p:spTgt spid="7181"/>
                                        </p:tgtEl>
                                      </p:cBhvr>
                                    </p:animEffect>
                                  </p:childTnLst>
                                </p:cTn>
                              </p:par>
                            </p:childTnLst>
                          </p:cTn>
                        </p:par>
                        <p:par>
                          <p:cTn id="15" fill="hold" nodeType="afterGroup">
                            <p:stCondLst>
                              <p:cond delay="2200"/>
                            </p:stCondLst>
                            <p:childTnLst>
                              <p:par>
                                <p:cTn id="16" presetID="10" presetClass="entr" presetSubtype="0" fill="hold" grpId="0" nodeType="afterEffect">
                                  <p:stCondLst>
                                    <p:cond delay="0"/>
                                  </p:stCondLst>
                                  <p:childTnLst>
                                    <p:set>
                                      <p:cBhvr>
                                        <p:cTn id="17" dur="1" fill="hold">
                                          <p:stCondLst>
                                            <p:cond delay="0"/>
                                          </p:stCondLst>
                                        </p:cTn>
                                        <p:tgtEl>
                                          <p:spTgt spid="7182"/>
                                        </p:tgtEl>
                                        <p:attrNameLst>
                                          <p:attrName>style.visibility</p:attrName>
                                        </p:attrNameLst>
                                      </p:cBhvr>
                                      <p:to>
                                        <p:strVal val="visible"/>
                                      </p:to>
                                    </p:set>
                                    <p:anim calcmode="lin" valueType="num">
                                      <p:cBhvr>
                                        <p:cTn id="18" dur="500" fill="hold"/>
                                        <p:tgtEl>
                                          <p:spTgt spid="7182"/>
                                        </p:tgtEl>
                                        <p:attrNameLst>
                                          <p:attrName>ppt_w</p:attrName>
                                        </p:attrNameLst>
                                      </p:cBhvr>
                                      <p:tavLst>
                                        <p:tav tm="0">
                                          <p:val>
                                            <p:fltVal val="0"/>
                                          </p:val>
                                        </p:tav>
                                        <p:tav tm="100000">
                                          <p:val>
                                            <p:strVal val="#ppt_w"/>
                                          </p:val>
                                        </p:tav>
                                      </p:tavLst>
                                    </p:anim>
                                    <p:anim calcmode="lin" valueType="num">
                                      <p:cBhvr>
                                        <p:cTn id="19" dur="500" fill="hold"/>
                                        <p:tgtEl>
                                          <p:spTgt spid="7182"/>
                                        </p:tgtEl>
                                        <p:attrNameLst>
                                          <p:attrName>ppt_h</p:attrName>
                                        </p:attrNameLst>
                                      </p:cBhvr>
                                      <p:tavLst>
                                        <p:tav tm="0">
                                          <p:val>
                                            <p:fltVal val="0"/>
                                          </p:val>
                                        </p:tav>
                                        <p:tav tm="100000">
                                          <p:val>
                                            <p:strVal val="#ppt_h"/>
                                          </p:val>
                                        </p:tav>
                                      </p:tavLst>
                                    </p:anim>
                                    <p:animEffect transition="in" filter="fade">
                                      <p:cBhvr>
                                        <p:cTn id="20" dur="500"/>
                                        <p:tgtEl>
                                          <p:spTgt spid="718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7183"/>
                                        </p:tgtEl>
                                        <p:attrNameLst>
                                          <p:attrName>style.visibility</p:attrName>
                                        </p:attrNameLst>
                                      </p:cBhvr>
                                      <p:to>
                                        <p:strVal val="visible"/>
                                      </p:to>
                                    </p:set>
                                    <p:anim calcmode="lin" valueType="num">
                                      <p:cBhvr>
                                        <p:cTn id="23" dur="500" fill="hold"/>
                                        <p:tgtEl>
                                          <p:spTgt spid="7183"/>
                                        </p:tgtEl>
                                        <p:attrNameLst>
                                          <p:attrName>ppt_w</p:attrName>
                                        </p:attrNameLst>
                                      </p:cBhvr>
                                      <p:tavLst>
                                        <p:tav tm="0">
                                          <p:val>
                                            <p:fltVal val="0"/>
                                          </p:val>
                                        </p:tav>
                                        <p:tav tm="100000">
                                          <p:val>
                                            <p:strVal val="#ppt_w"/>
                                          </p:val>
                                        </p:tav>
                                      </p:tavLst>
                                    </p:anim>
                                    <p:anim calcmode="lin" valueType="num">
                                      <p:cBhvr>
                                        <p:cTn id="24" dur="500" fill="hold"/>
                                        <p:tgtEl>
                                          <p:spTgt spid="7183"/>
                                        </p:tgtEl>
                                        <p:attrNameLst>
                                          <p:attrName>ppt_h</p:attrName>
                                        </p:attrNameLst>
                                      </p:cBhvr>
                                      <p:tavLst>
                                        <p:tav tm="0">
                                          <p:val>
                                            <p:fltVal val="0"/>
                                          </p:val>
                                        </p:tav>
                                        <p:tav tm="100000">
                                          <p:val>
                                            <p:strVal val="#ppt_h"/>
                                          </p:val>
                                        </p:tav>
                                      </p:tavLst>
                                    </p:anim>
                                    <p:animEffect transition="in" filter="fade">
                                      <p:cBhvr>
                                        <p:cTn id="25" dur="500"/>
                                        <p:tgtEl>
                                          <p:spTgt spid="7183"/>
                                        </p:tgtEl>
                                      </p:cBhvr>
                                    </p:animEffect>
                                  </p:childTnLst>
                                </p:cTn>
                              </p:par>
                              <p:par>
                                <p:cTn id="26" presetID="10" presetClass="entr" presetSubtype="0" fill="hold" grpId="0" nodeType="withEffect">
                                  <p:stCondLst>
                                    <p:cond delay="160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par>
                                <p:cTn id="29" presetID="10" presetClass="entr" presetSubtype="0" fill="hold" grpId="0" nodeType="withEffect">
                                  <p:stCondLst>
                                    <p:cond delay="200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500"/>
                                        <p:tgtEl>
                                          <p:spTgt spid="18"/>
                                        </p:tgtEl>
                                      </p:cBhvr>
                                    </p:animEffect>
                                  </p:childTnLst>
                                </p:cTn>
                              </p:par>
                              <p:par>
                                <p:cTn id="32" presetID="10" presetClass="entr" presetSubtype="0" fill="hold" grpId="0" nodeType="withEffect">
                                  <p:stCondLst>
                                    <p:cond delay="200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autoUpdateAnimBg="0"/>
      <p:bldP spid="7181" grpId="0" bldLvl="0" animBg="1" autoUpdateAnimBg="0"/>
      <p:bldP spid="7182" grpId="0" bldLvl="0" animBg="1" autoUpdateAnimBg="0"/>
      <p:bldP spid="7183" grpId="0" animBg="1"/>
      <p:bldP spid="17" grpId="0"/>
      <p:bldP spid="18" grpId="0"/>
      <p:bldP spid="20"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6397492b782fcf6a262b57cb5c5e8a56a216a3c"/>
</p:tagLst>
</file>

<file path=ppt/theme/theme1.xml><?xml version="1.0" encoding="utf-8"?>
<a:theme xmlns:a="http://schemas.openxmlformats.org/drawingml/2006/main" name="2_默认设计模板">
  <a:themeElements>
    <a:clrScheme name="">
      <a:dk1>
        <a:srgbClr val="004C54"/>
      </a:dk1>
      <a:lt1>
        <a:srgbClr val="009EB0"/>
      </a:lt1>
      <a:dk2>
        <a:srgbClr val="DDDDDD"/>
      </a:dk2>
      <a:lt2>
        <a:srgbClr val="808080"/>
      </a:lt2>
      <a:accent1>
        <a:srgbClr val="292929"/>
      </a:accent1>
      <a:accent2>
        <a:srgbClr val="FFFFFF"/>
      </a:accent2>
      <a:accent3>
        <a:srgbClr val="AACCD4"/>
      </a:accent3>
      <a:accent4>
        <a:srgbClr val="004046"/>
      </a:accent4>
      <a:accent5>
        <a:srgbClr val="ACACAC"/>
      </a:accent5>
      <a:accent6>
        <a:srgbClr val="E7E7E7"/>
      </a:accent6>
      <a:hlink>
        <a:srgbClr val="B3B3B3"/>
      </a:hlink>
      <a:folHlink>
        <a:srgbClr val="404040"/>
      </a:folHlink>
    </a:clrScheme>
    <a:fontScheme name="2_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2_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默认设计模板">
  <a:themeElements>
    <a:clrScheme name="">
      <a:dk1>
        <a:srgbClr val="004C54"/>
      </a:dk1>
      <a:lt1>
        <a:srgbClr val="009EB0"/>
      </a:lt1>
      <a:dk2>
        <a:srgbClr val="DDDDDD"/>
      </a:dk2>
      <a:lt2>
        <a:srgbClr val="808080"/>
      </a:lt2>
      <a:accent1>
        <a:srgbClr val="292929"/>
      </a:accent1>
      <a:accent2>
        <a:srgbClr val="FFFFFF"/>
      </a:accent2>
      <a:accent3>
        <a:srgbClr val="AACCD4"/>
      </a:accent3>
      <a:accent4>
        <a:srgbClr val="004046"/>
      </a:accent4>
      <a:accent5>
        <a:srgbClr val="ACACAC"/>
      </a:accent5>
      <a:accent6>
        <a:srgbClr val="E7E7E7"/>
      </a:accent6>
      <a:hlink>
        <a:srgbClr val="B3B3B3"/>
      </a:hlink>
      <a:folHlink>
        <a:srgbClr val="404040"/>
      </a:folHlink>
    </a:clrScheme>
    <a:fontScheme name="3_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3_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3_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1898</TotalTime>
  <Pages>0</Pages>
  <Words>1869</Words>
  <Characters>0</Characters>
  <Application>Microsoft Office PowerPoint</Application>
  <DocSecurity>0</DocSecurity>
  <PresentationFormat>自定义</PresentationFormat>
  <Lines>0</Lines>
  <Paragraphs>270</Paragraphs>
  <Slides>46</Slides>
  <Notes>0</Notes>
  <HiddenSlides>0</HiddenSlides>
  <MMClips>0</MMClips>
  <ScaleCrop>false</ScaleCrop>
  <HeadingPairs>
    <vt:vector size="8" baseType="variant">
      <vt:variant>
        <vt:lpstr>已用的字体</vt:lpstr>
      </vt:variant>
      <vt:variant>
        <vt:i4>6</vt:i4>
      </vt:variant>
      <vt:variant>
        <vt:lpstr>主题</vt:lpstr>
      </vt:variant>
      <vt:variant>
        <vt:i4>2</vt:i4>
      </vt:variant>
      <vt:variant>
        <vt:lpstr>嵌入 OLE 服务器</vt:lpstr>
      </vt:variant>
      <vt:variant>
        <vt:i4>1</vt:i4>
      </vt:variant>
      <vt:variant>
        <vt:lpstr>幻灯片标题</vt:lpstr>
      </vt:variant>
      <vt:variant>
        <vt:i4>46</vt:i4>
      </vt:variant>
    </vt:vector>
  </HeadingPairs>
  <TitlesOfParts>
    <vt:vector size="55" baseType="lpstr">
      <vt:lpstr>仿宋_GB2312</vt:lpstr>
      <vt:lpstr>宋体</vt:lpstr>
      <vt:lpstr>微软雅黑</vt:lpstr>
      <vt:lpstr>Arial</vt:lpstr>
      <vt:lpstr>Calibri</vt:lpstr>
      <vt:lpstr>Wingdings</vt:lpstr>
      <vt:lpstr>2_默认设计模板</vt:lpstr>
      <vt:lpstr>3_默认设计模板</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Administrator</dc:creator>
  <cp:lastModifiedBy>刘 英杰</cp:lastModifiedBy>
  <cp:revision>957</cp:revision>
  <dcterms:created xsi:type="dcterms:W3CDTF">2013-01-25T01:44:32Z</dcterms:created>
  <dcterms:modified xsi:type="dcterms:W3CDTF">2018-06-04T09:31:54Z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2052-9.1.0.5100</vt:lpwstr>
  </property>
</Properties>
</file>